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7" r:id="rId13"/>
    <p:sldId id="278" r:id="rId14"/>
    <p:sldId id="274" r:id="rId15"/>
    <p:sldId id="269" r:id="rId16"/>
    <p:sldId id="270" r:id="rId17"/>
    <p:sldId id="271" r:id="rId18"/>
    <p:sldId id="272" r:id="rId19"/>
    <p:sldId id="273" r:id="rId20"/>
    <p:sldId id="275" r:id="rId21"/>
    <p:sldId id="276" r:id="rId2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35053" y="264504"/>
            <a:ext cx="7017893" cy="1324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rgbClr val="2B3D6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2B3D6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2B3D6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2B3D6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2B3D6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2B3D6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8233" y="284683"/>
            <a:ext cx="15867380" cy="2028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rgbClr val="2B3D6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78737" y="1884749"/>
            <a:ext cx="8961755" cy="2787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2B3D6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28699" y="0"/>
              <a:ext cx="11617960" cy="7620000"/>
            </a:xfrm>
            <a:custGeom>
              <a:avLst/>
              <a:gdLst/>
              <a:ahLst/>
              <a:cxnLst/>
              <a:rect l="l" t="t" r="r" b="b"/>
              <a:pathLst>
                <a:path w="11617960" h="7620000">
                  <a:moveTo>
                    <a:pt x="11617438" y="0"/>
                  </a:moveTo>
                  <a:lnTo>
                    <a:pt x="0" y="0"/>
                  </a:lnTo>
                  <a:lnTo>
                    <a:pt x="0" y="6667016"/>
                  </a:lnTo>
                  <a:lnTo>
                    <a:pt x="1165" y="6714555"/>
                  </a:lnTo>
                  <a:lnTo>
                    <a:pt x="4626" y="6761491"/>
                  </a:lnTo>
                  <a:lnTo>
                    <a:pt x="10327" y="6807769"/>
                  </a:lnTo>
                  <a:lnTo>
                    <a:pt x="18214" y="6853334"/>
                  </a:lnTo>
                  <a:lnTo>
                    <a:pt x="28233" y="6898133"/>
                  </a:lnTo>
                  <a:lnTo>
                    <a:pt x="40328" y="6942109"/>
                  </a:lnTo>
                  <a:lnTo>
                    <a:pt x="54445" y="6985210"/>
                  </a:lnTo>
                  <a:lnTo>
                    <a:pt x="70530" y="7027380"/>
                  </a:lnTo>
                  <a:lnTo>
                    <a:pt x="88528" y="7068564"/>
                  </a:lnTo>
                  <a:lnTo>
                    <a:pt x="108384" y="7108709"/>
                  </a:lnTo>
                  <a:lnTo>
                    <a:pt x="130045" y="7147759"/>
                  </a:lnTo>
                  <a:lnTo>
                    <a:pt x="153454" y="7185661"/>
                  </a:lnTo>
                  <a:lnTo>
                    <a:pt x="178559" y="7222358"/>
                  </a:lnTo>
                  <a:lnTo>
                    <a:pt x="205303" y="7257798"/>
                  </a:lnTo>
                  <a:lnTo>
                    <a:pt x="233633" y="7291925"/>
                  </a:lnTo>
                  <a:lnTo>
                    <a:pt x="263494" y="7324684"/>
                  </a:lnTo>
                  <a:lnTo>
                    <a:pt x="294832" y="7356022"/>
                  </a:lnTo>
                  <a:lnTo>
                    <a:pt x="327591" y="7385883"/>
                  </a:lnTo>
                  <a:lnTo>
                    <a:pt x="361718" y="7414213"/>
                  </a:lnTo>
                  <a:lnTo>
                    <a:pt x="397158" y="7440957"/>
                  </a:lnTo>
                  <a:lnTo>
                    <a:pt x="433855" y="7466062"/>
                  </a:lnTo>
                  <a:lnTo>
                    <a:pt x="471756" y="7489471"/>
                  </a:lnTo>
                  <a:lnTo>
                    <a:pt x="510807" y="7511132"/>
                  </a:lnTo>
                  <a:lnTo>
                    <a:pt x="550951" y="7530988"/>
                  </a:lnTo>
                  <a:lnTo>
                    <a:pt x="592136" y="7548986"/>
                  </a:lnTo>
                  <a:lnTo>
                    <a:pt x="634306" y="7565071"/>
                  </a:lnTo>
                  <a:lnTo>
                    <a:pt x="677407" y="7579188"/>
                  </a:lnTo>
                  <a:lnTo>
                    <a:pt x="721383" y="7591283"/>
                  </a:lnTo>
                  <a:lnTo>
                    <a:pt x="766182" y="7601302"/>
                  </a:lnTo>
                  <a:lnTo>
                    <a:pt x="811747" y="7609189"/>
                  </a:lnTo>
                  <a:lnTo>
                    <a:pt x="858025" y="7614890"/>
                  </a:lnTo>
                  <a:lnTo>
                    <a:pt x="904960" y="7618351"/>
                  </a:lnTo>
                  <a:lnTo>
                    <a:pt x="952499" y="7619516"/>
                  </a:lnTo>
                  <a:lnTo>
                    <a:pt x="10664938" y="7619516"/>
                  </a:lnTo>
                  <a:lnTo>
                    <a:pt x="10712478" y="7618351"/>
                  </a:lnTo>
                  <a:lnTo>
                    <a:pt x="10759415" y="7614890"/>
                  </a:lnTo>
                  <a:lnTo>
                    <a:pt x="10805693" y="7609189"/>
                  </a:lnTo>
                  <a:lnTo>
                    <a:pt x="10851259" y="7601302"/>
                  </a:lnTo>
                  <a:lnTo>
                    <a:pt x="10896058" y="7591283"/>
                  </a:lnTo>
                  <a:lnTo>
                    <a:pt x="10940036" y="7579188"/>
                  </a:lnTo>
                  <a:lnTo>
                    <a:pt x="10983137" y="7565071"/>
                  </a:lnTo>
                  <a:lnTo>
                    <a:pt x="11025307" y="7548986"/>
                  </a:lnTo>
                  <a:lnTo>
                    <a:pt x="11066492" y="7530988"/>
                  </a:lnTo>
                  <a:lnTo>
                    <a:pt x="11106636" y="7511132"/>
                  </a:lnTo>
                  <a:lnTo>
                    <a:pt x="11145687" y="7489471"/>
                  </a:lnTo>
                  <a:lnTo>
                    <a:pt x="11183588" y="7466062"/>
                  </a:lnTo>
                  <a:lnTo>
                    <a:pt x="11220285" y="7440957"/>
                  </a:lnTo>
                  <a:lnTo>
                    <a:pt x="11255725" y="7414213"/>
                  </a:lnTo>
                  <a:lnTo>
                    <a:pt x="11289851" y="7385883"/>
                  </a:lnTo>
                  <a:lnTo>
                    <a:pt x="11322611" y="7356022"/>
                  </a:lnTo>
                  <a:lnTo>
                    <a:pt x="11353948" y="7324684"/>
                  </a:lnTo>
                  <a:lnTo>
                    <a:pt x="11383809" y="7291925"/>
                  </a:lnTo>
                  <a:lnTo>
                    <a:pt x="11412138" y="7257798"/>
                  </a:lnTo>
                  <a:lnTo>
                    <a:pt x="11438883" y="7222358"/>
                  </a:lnTo>
                  <a:lnTo>
                    <a:pt x="11463986" y="7185661"/>
                  </a:lnTo>
                  <a:lnTo>
                    <a:pt x="11487396" y="7147759"/>
                  </a:lnTo>
                  <a:lnTo>
                    <a:pt x="11509056" y="7108709"/>
                  </a:lnTo>
                  <a:lnTo>
                    <a:pt x="11528912" y="7068564"/>
                  </a:lnTo>
                  <a:lnTo>
                    <a:pt x="11546909" y="7027380"/>
                  </a:lnTo>
                  <a:lnTo>
                    <a:pt x="11562994" y="6985210"/>
                  </a:lnTo>
                  <a:lnTo>
                    <a:pt x="11577111" y="6942109"/>
                  </a:lnTo>
                  <a:lnTo>
                    <a:pt x="11589206" y="6898133"/>
                  </a:lnTo>
                  <a:lnTo>
                    <a:pt x="11599224" y="6853334"/>
                  </a:lnTo>
                  <a:lnTo>
                    <a:pt x="11607111" y="6807769"/>
                  </a:lnTo>
                  <a:lnTo>
                    <a:pt x="11612812" y="6761491"/>
                  </a:lnTo>
                  <a:lnTo>
                    <a:pt x="11616272" y="6714555"/>
                  </a:lnTo>
                  <a:lnTo>
                    <a:pt x="11617438" y="6667016"/>
                  </a:lnTo>
                  <a:lnTo>
                    <a:pt x="11617438" y="0"/>
                  </a:lnTo>
                  <a:close/>
                </a:path>
              </a:pathLst>
            </a:custGeom>
            <a:solidFill>
              <a:srgbClr val="D1D1D1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287881" y="8091753"/>
              <a:ext cx="5000625" cy="2195830"/>
            </a:xfrm>
            <a:custGeom>
              <a:avLst/>
              <a:gdLst/>
              <a:ahLst/>
              <a:cxnLst/>
              <a:rect l="l" t="t" r="r" b="b"/>
              <a:pathLst>
                <a:path w="5000625" h="2195829">
                  <a:moveTo>
                    <a:pt x="5000116" y="0"/>
                  </a:moveTo>
                  <a:lnTo>
                    <a:pt x="952499" y="0"/>
                  </a:lnTo>
                  <a:lnTo>
                    <a:pt x="904951" y="1165"/>
                  </a:lnTo>
                  <a:lnTo>
                    <a:pt x="858006" y="4626"/>
                  </a:lnTo>
                  <a:lnTo>
                    <a:pt x="811721" y="10327"/>
                  </a:lnTo>
                  <a:lnTo>
                    <a:pt x="766150" y="18214"/>
                  </a:lnTo>
                  <a:lnTo>
                    <a:pt x="721346" y="28233"/>
                  </a:lnTo>
                  <a:lnTo>
                    <a:pt x="677365" y="40328"/>
                  </a:lnTo>
                  <a:lnTo>
                    <a:pt x="634261" y="54445"/>
                  </a:lnTo>
                  <a:lnTo>
                    <a:pt x="592088" y="70530"/>
                  </a:lnTo>
                  <a:lnTo>
                    <a:pt x="550902" y="88528"/>
                  </a:lnTo>
                  <a:lnTo>
                    <a:pt x="510756" y="108385"/>
                  </a:lnTo>
                  <a:lnTo>
                    <a:pt x="471706" y="130045"/>
                  </a:lnTo>
                  <a:lnTo>
                    <a:pt x="433805" y="153455"/>
                  </a:lnTo>
                  <a:lnTo>
                    <a:pt x="397108" y="178559"/>
                  </a:lnTo>
                  <a:lnTo>
                    <a:pt x="361670" y="205304"/>
                  </a:lnTo>
                  <a:lnTo>
                    <a:pt x="327545" y="233634"/>
                  </a:lnTo>
                  <a:lnTo>
                    <a:pt x="294788" y="263495"/>
                  </a:lnTo>
                  <a:lnTo>
                    <a:pt x="263453" y="294833"/>
                  </a:lnTo>
                  <a:lnTo>
                    <a:pt x="233595" y="327592"/>
                  </a:lnTo>
                  <a:lnTo>
                    <a:pt x="205268" y="361719"/>
                  </a:lnTo>
                  <a:lnTo>
                    <a:pt x="178526" y="397159"/>
                  </a:lnTo>
                  <a:lnTo>
                    <a:pt x="153425" y="433857"/>
                  </a:lnTo>
                  <a:lnTo>
                    <a:pt x="130019" y="471758"/>
                  </a:lnTo>
                  <a:lnTo>
                    <a:pt x="108362" y="510809"/>
                  </a:lnTo>
                  <a:lnTo>
                    <a:pt x="88509" y="550954"/>
                  </a:lnTo>
                  <a:lnTo>
                    <a:pt x="70515" y="592139"/>
                  </a:lnTo>
                  <a:lnTo>
                    <a:pt x="54433" y="634309"/>
                  </a:lnTo>
                  <a:lnTo>
                    <a:pt x="40319" y="677410"/>
                  </a:lnTo>
                  <a:lnTo>
                    <a:pt x="28226" y="721387"/>
                  </a:lnTo>
                  <a:lnTo>
                    <a:pt x="18210" y="766186"/>
                  </a:lnTo>
                  <a:lnTo>
                    <a:pt x="10325" y="811752"/>
                  </a:lnTo>
                  <a:lnTo>
                    <a:pt x="4625" y="858030"/>
                  </a:lnTo>
                  <a:lnTo>
                    <a:pt x="1165" y="904966"/>
                  </a:lnTo>
                  <a:lnTo>
                    <a:pt x="0" y="952506"/>
                  </a:lnTo>
                  <a:lnTo>
                    <a:pt x="0" y="2195245"/>
                  </a:lnTo>
                  <a:lnTo>
                    <a:pt x="5000116" y="2195245"/>
                  </a:lnTo>
                  <a:lnTo>
                    <a:pt x="5000116" y="0"/>
                  </a:lnTo>
                  <a:close/>
                </a:path>
              </a:pathLst>
            </a:custGeom>
            <a:solidFill>
              <a:srgbClr val="2B3D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57673" y="0"/>
              <a:ext cx="1590674" cy="15906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03284" y="20281"/>
              <a:ext cx="1704974" cy="1571624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55635" y="2748889"/>
            <a:ext cx="8874125" cy="2593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13065"/>
              </a:lnSpc>
              <a:spcBef>
                <a:spcPts val="130"/>
              </a:spcBef>
            </a:pPr>
            <a:r>
              <a:rPr sz="10950" spc="-600" dirty="0"/>
              <a:t>Supply</a:t>
            </a:r>
            <a:r>
              <a:rPr sz="10950" spc="-800" dirty="0"/>
              <a:t> </a:t>
            </a:r>
            <a:r>
              <a:rPr sz="10950" spc="-620" dirty="0"/>
              <a:t>chain</a:t>
            </a:r>
            <a:endParaRPr sz="10950"/>
          </a:p>
          <a:p>
            <a:pPr marL="5833745">
              <a:lnSpc>
                <a:spcPts val="7125"/>
              </a:lnSpc>
            </a:pPr>
            <a:r>
              <a:rPr sz="6000" spc="-10" dirty="0">
                <a:latin typeface="Arial MT"/>
                <a:cs typeface="Arial MT"/>
              </a:rPr>
              <a:t>Insights</a:t>
            </a:r>
            <a:endParaRPr sz="6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651862" y="8915538"/>
            <a:ext cx="2380615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spc="-345" dirty="0">
                <a:solidFill>
                  <a:srgbClr val="222222"/>
                </a:solidFill>
                <a:latin typeface="Arial Black"/>
                <a:cs typeface="Arial Black"/>
              </a:rPr>
              <a:t>July</a:t>
            </a:r>
            <a:r>
              <a:rPr sz="4100" spc="-440" dirty="0">
                <a:solidFill>
                  <a:srgbClr val="222222"/>
                </a:solidFill>
                <a:latin typeface="Arial Black"/>
                <a:cs typeface="Arial Black"/>
              </a:rPr>
              <a:t> </a:t>
            </a:r>
            <a:r>
              <a:rPr sz="4100" spc="-380" dirty="0">
                <a:solidFill>
                  <a:srgbClr val="D1D1D1"/>
                </a:solidFill>
                <a:latin typeface="Arial Black"/>
                <a:cs typeface="Arial Black"/>
              </a:rPr>
              <a:t>2026</a:t>
            </a:r>
            <a:endParaRPr sz="41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03972" y="6364306"/>
            <a:ext cx="4795520" cy="9671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5595" marR="5080" indent="-1573530">
              <a:lnSpc>
                <a:spcPts val="3700"/>
              </a:lnSpc>
              <a:spcBef>
                <a:spcPts val="215"/>
              </a:spcBef>
            </a:pPr>
            <a:r>
              <a:rPr sz="3100" spc="-135" dirty="0">
                <a:solidFill>
                  <a:srgbClr val="2B3D6C"/>
                </a:solidFill>
                <a:latin typeface="Arial Black"/>
                <a:cs typeface="Arial Black"/>
              </a:rPr>
              <a:t>Instructor</a:t>
            </a:r>
            <a:r>
              <a:rPr sz="3100" spc="-204" dirty="0">
                <a:solidFill>
                  <a:srgbClr val="2B3D6C"/>
                </a:solidFill>
                <a:latin typeface="Arial Black"/>
                <a:cs typeface="Arial Black"/>
              </a:rPr>
              <a:t> </a:t>
            </a:r>
            <a:r>
              <a:rPr sz="3100" spc="-165" dirty="0">
                <a:solidFill>
                  <a:srgbClr val="2B3D6C"/>
                </a:solidFill>
                <a:latin typeface="Arial Black"/>
                <a:cs typeface="Arial Black"/>
              </a:rPr>
              <a:t>:</a:t>
            </a:r>
            <a:r>
              <a:rPr sz="3100" spc="-204" dirty="0">
                <a:solidFill>
                  <a:srgbClr val="2B3D6C"/>
                </a:solidFill>
                <a:latin typeface="Arial Black"/>
                <a:cs typeface="Arial Black"/>
              </a:rPr>
              <a:t> </a:t>
            </a:r>
            <a:r>
              <a:rPr sz="3100" spc="-180" dirty="0">
                <a:solidFill>
                  <a:srgbClr val="2B3D6C"/>
                </a:solidFill>
                <a:latin typeface="Arial Black"/>
                <a:cs typeface="Arial Black"/>
              </a:rPr>
              <a:t>Wael</a:t>
            </a:r>
            <a:r>
              <a:rPr sz="3100" spc="-204" dirty="0">
                <a:solidFill>
                  <a:srgbClr val="2B3D6C"/>
                </a:solidFill>
                <a:latin typeface="Arial Black"/>
                <a:cs typeface="Arial Black"/>
              </a:rPr>
              <a:t> </a:t>
            </a:r>
            <a:r>
              <a:rPr sz="3100" spc="-160" dirty="0">
                <a:solidFill>
                  <a:srgbClr val="2B3D6C"/>
                </a:solidFill>
                <a:latin typeface="Arial Black"/>
                <a:cs typeface="Arial Black"/>
              </a:rPr>
              <a:t>Gomaa </a:t>
            </a:r>
            <a:r>
              <a:rPr sz="3100" spc="-95" dirty="0">
                <a:solidFill>
                  <a:srgbClr val="2B3D6C"/>
                </a:solidFill>
                <a:latin typeface="Arial Black"/>
                <a:cs typeface="Arial Black"/>
              </a:rPr>
              <a:t>Team(2)</a:t>
            </a:r>
            <a:endParaRPr sz="3100">
              <a:latin typeface="Arial Black"/>
              <a:cs typeface="Arial Black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77381" y="4619370"/>
            <a:ext cx="735965" cy="543560"/>
            <a:chOff x="6477381" y="4619370"/>
            <a:chExt cx="735965" cy="54356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33769" y="4791697"/>
              <a:ext cx="140017" cy="20507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477381" y="4619370"/>
              <a:ext cx="735965" cy="543560"/>
            </a:xfrm>
            <a:custGeom>
              <a:avLst/>
              <a:gdLst/>
              <a:ahLst/>
              <a:cxnLst/>
              <a:rect l="l" t="t" r="r" b="b"/>
              <a:pathLst>
                <a:path w="735965" h="543560">
                  <a:moveTo>
                    <a:pt x="381292" y="294373"/>
                  </a:moveTo>
                  <a:lnTo>
                    <a:pt x="241274" y="294373"/>
                  </a:lnTo>
                  <a:lnTo>
                    <a:pt x="241274" y="429348"/>
                  </a:lnTo>
                  <a:lnTo>
                    <a:pt x="287540" y="482917"/>
                  </a:lnTo>
                  <a:lnTo>
                    <a:pt x="381292" y="390131"/>
                  </a:lnTo>
                  <a:lnTo>
                    <a:pt x="381292" y="294373"/>
                  </a:lnTo>
                  <a:close/>
                </a:path>
                <a:path w="735965" h="543560">
                  <a:moveTo>
                    <a:pt x="566204" y="0"/>
                  </a:moveTo>
                  <a:lnTo>
                    <a:pt x="426186" y="0"/>
                  </a:lnTo>
                  <a:lnTo>
                    <a:pt x="426186" y="345732"/>
                  </a:lnTo>
                  <a:lnTo>
                    <a:pt x="566204" y="207175"/>
                  </a:lnTo>
                  <a:lnTo>
                    <a:pt x="566204" y="0"/>
                  </a:lnTo>
                  <a:close/>
                </a:path>
                <a:path w="735965" h="543560">
                  <a:moveTo>
                    <a:pt x="735507" y="101307"/>
                  </a:moveTo>
                  <a:lnTo>
                    <a:pt x="734707" y="97434"/>
                  </a:lnTo>
                  <a:lnTo>
                    <a:pt x="729805" y="91846"/>
                  </a:lnTo>
                  <a:lnTo>
                    <a:pt x="726059" y="90563"/>
                  </a:lnTo>
                  <a:lnTo>
                    <a:pt x="624166" y="109435"/>
                  </a:lnTo>
                  <a:lnTo>
                    <a:pt x="620382" y="114947"/>
                  </a:lnTo>
                  <a:lnTo>
                    <a:pt x="622503" y="126415"/>
                  </a:lnTo>
                  <a:lnTo>
                    <a:pt x="628002" y="130187"/>
                  </a:lnTo>
                  <a:lnTo>
                    <a:pt x="689851" y="118745"/>
                  </a:lnTo>
                  <a:lnTo>
                    <a:pt x="287007" y="517385"/>
                  </a:lnTo>
                  <a:lnTo>
                    <a:pt x="148577" y="357136"/>
                  </a:lnTo>
                  <a:lnTo>
                    <a:pt x="127330" y="332524"/>
                  </a:lnTo>
                  <a:lnTo>
                    <a:pt x="124561" y="331203"/>
                  </a:lnTo>
                  <a:lnTo>
                    <a:pt x="118186" y="331203"/>
                  </a:lnTo>
                  <a:lnTo>
                    <a:pt x="115862" y="332117"/>
                  </a:lnTo>
                  <a:lnTo>
                    <a:pt x="0" y="447954"/>
                  </a:lnTo>
                  <a:lnTo>
                    <a:pt x="0" y="477824"/>
                  </a:lnTo>
                  <a:lnTo>
                    <a:pt x="120688" y="357136"/>
                  </a:lnTo>
                  <a:lnTo>
                    <a:pt x="278409" y="539737"/>
                  </a:lnTo>
                  <a:lnTo>
                    <a:pt x="280327" y="541934"/>
                  </a:lnTo>
                  <a:lnTo>
                    <a:pt x="283476" y="543458"/>
                  </a:lnTo>
                  <a:lnTo>
                    <a:pt x="288912" y="543458"/>
                  </a:lnTo>
                  <a:lnTo>
                    <a:pt x="291744" y="542378"/>
                  </a:lnTo>
                  <a:lnTo>
                    <a:pt x="316992" y="517385"/>
                  </a:lnTo>
                  <a:lnTo>
                    <a:pt x="701992" y="136423"/>
                  </a:lnTo>
                  <a:lnTo>
                    <a:pt x="685317" y="188150"/>
                  </a:lnTo>
                  <a:lnTo>
                    <a:pt x="683514" y="193687"/>
                  </a:lnTo>
                  <a:lnTo>
                    <a:pt x="686574" y="199644"/>
                  </a:lnTo>
                  <a:lnTo>
                    <a:pt x="693191" y="201790"/>
                  </a:lnTo>
                  <a:lnTo>
                    <a:pt x="694283" y="201942"/>
                  </a:lnTo>
                  <a:lnTo>
                    <a:pt x="699820" y="201942"/>
                  </a:lnTo>
                  <a:lnTo>
                    <a:pt x="703961" y="199097"/>
                  </a:lnTo>
                  <a:lnTo>
                    <a:pt x="724179" y="136423"/>
                  </a:lnTo>
                  <a:lnTo>
                    <a:pt x="729881" y="118745"/>
                  </a:lnTo>
                  <a:lnTo>
                    <a:pt x="735507" y="101307"/>
                  </a:lnTo>
                  <a:close/>
                </a:path>
              </a:pathLst>
            </a:custGeom>
            <a:solidFill>
              <a:srgbClr val="2B3D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79016" y="3445866"/>
            <a:ext cx="5555615" cy="1360170"/>
          </a:xfrm>
          <a:custGeom>
            <a:avLst/>
            <a:gdLst/>
            <a:ahLst/>
            <a:cxnLst/>
            <a:rect l="l" t="t" r="r" b="b"/>
            <a:pathLst>
              <a:path w="5555615" h="1360170">
                <a:moveTo>
                  <a:pt x="4875415" y="0"/>
                </a:moveTo>
                <a:lnTo>
                  <a:pt x="679881" y="0"/>
                </a:lnTo>
                <a:lnTo>
                  <a:pt x="630916" y="1764"/>
                </a:lnTo>
                <a:lnTo>
                  <a:pt x="582488" y="7008"/>
                </a:lnTo>
                <a:lnTo>
                  <a:pt x="534769" y="15663"/>
                </a:lnTo>
                <a:lnTo>
                  <a:pt x="487931" y="27656"/>
                </a:lnTo>
                <a:lnTo>
                  <a:pt x="442145" y="42917"/>
                </a:lnTo>
                <a:lnTo>
                  <a:pt x="397582" y="61374"/>
                </a:lnTo>
                <a:lnTo>
                  <a:pt x="354414" y="82957"/>
                </a:lnTo>
                <a:lnTo>
                  <a:pt x="312812" y="107594"/>
                </a:lnTo>
                <a:lnTo>
                  <a:pt x="272949" y="135215"/>
                </a:lnTo>
                <a:lnTo>
                  <a:pt x="234995" y="165748"/>
                </a:lnTo>
                <a:lnTo>
                  <a:pt x="199123" y="199123"/>
                </a:lnTo>
                <a:lnTo>
                  <a:pt x="165748" y="234995"/>
                </a:lnTo>
                <a:lnTo>
                  <a:pt x="135215" y="272949"/>
                </a:lnTo>
                <a:lnTo>
                  <a:pt x="107594" y="312812"/>
                </a:lnTo>
                <a:lnTo>
                  <a:pt x="82957" y="354414"/>
                </a:lnTo>
                <a:lnTo>
                  <a:pt x="61374" y="397582"/>
                </a:lnTo>
                <a:lnTo>
                  <a:pt x="42917" y="442145"/>
                </a:lnTo>
                <a:lnTo>
                  <a:pt x="27656" y="487931"/>
                </a:lnTo>
                <a:lnTo>
                  <a:pt x="15663" y="534769"/>
                </a:lnTo>
                <a:lnTo>
                  <a:pt x="7008" y="582488"/>
                </a:lnTo>
                <a:lnTo>
                  <a:pt x="1764" y="630916"/>
                </a:lnTo>
                <a:lnTo>
                  <a:pt x="0" y="679881"/>
                </a:lnTo>
                <a:lnTo>
                  <a:pt x="1764" y="728846"/>
                </a:lnTo>
                <a:lnTo>
                  <a:pt x="7008" y="777274"/>
                </a:lnTo>
                <a:lnTo>
                  <a:pt x="15663" y="824993"/>
                </a:lnTo>
                <a:lnTo>
                  <a:pt x="27656" y="871831"/>
                </a:lnTo>
                <a:lnTo>
                  <a:pt x="42917" y="917617"/>
                </a:lnTo>
                <a:lnTo>
                  <a:pt x="61374" y="962179"/>
                </a:lnTo>
                <a:lnTo>
                  <a:pt x="82957" y="1005345"/>
                </a:lnTo>
                <a:lnTo>
                  <a:pt x="107594" y="1046945"/>
                </a:lnTo>
                <a:lnTo>
                  <a:pt x="135215" y="1086806"/>
                </a:lnTo>
                <a:lnTo>
                  <a:pt x="165748" y="1124758"/>
                </a:lnTo>
                <a:lnTo>
                  <a:pt x="199123" y="1160627"/>
                </a:lnTo>
                <a:lnTo>
                  <a:pt x="234995" y="1194005"/>
                </a:lnTo>
                <a:lnTo>
                  <a:pt x="272949" y="1224540"/>
                </a:lnTo>
                <a:lnTo>
                  <a:pt x="312812" y="1252163"/>
                </a:lnTo>
                <a:lnTo>
                  <a:pt x="354414" y="1276802"/>
                </a:lnTo>
                <a:lnTo>
                  <a:pt x="397582" y="1298386"/>
                </a:lnTo>
                <a:lnTo>
                  <a:pt x="442145" y="1316844"/>
                </a:lnTo>
                <a:lnTo>
                  <a:pt x="487931" y="1332106"/>
                </a:lnTo>
                <a:lnTo>
                  <a:pt x="534769" y="1344099"/>
                </a:lnTo>
                <a:lnTo>
                  <a:pt x="582488" y="1352754"/>
                </a:lnTo>
                <a:lnTo>
                  <a:pt x="630916" y="1357999"/>
                </a:lnTo>
                <a:lnTo>
                  <a:pt x="679881" y="1359763"/>
                </a:lnTo>
                <a:lnTo>
                  <a:pt x="4875415" y="1359763"/>
                </a:lnTo>
                <a:lnTo>
                  <a:pt x="4924383" y="1357999"/>
                </a:lnTo>
                <a:lnTo>
                  <a:pt x="4972812" y="1352754"/>
                </a:lnTo>
                <a:lnTo>
                  <a:pt x="5020532" y="1344099"/>
                </a:lnTo>
                <a:lnTo>
                  <a:pt x="5067371" y="1332106"/>
                </a:lnTo>
                <a:lnTo>
                  <a:pt x="5113157" y="1316844"/>
                </a:lnTo>
                <a:lnTo>
                  <a:pt x="5157719" y="1298386"/>
                </a:lnTo>
                <a:lnTo>
                  <a:pt x="5200886" y="1276802"/>
                </a:lnTo>
                <a:lnTo>
                  <a:pt x="5242486" y="1252163"/>
                </a:lnTo>
                <a:lnTo>
                  <a:pt x="5282348" y="1224540"/>
                </a:lnTo>
                <a:lnTo>
                  <a:pt x="5320301" y="1194005"/>
                </a:lnTo>
                <a:lnTo>
                  <a:pt x="5356173" y="1160627"/>
                </a:lnTo>
                <a:lnTo>
                  <a:pt x="5389548" y="1124758"/>
                </a:lnTo>
                <a:lnTo>
                  <a:pt x="5420082" y="1086806"/>
                </a:lnTo>
                <a:lnTo>
                  <a:pt x="5447704" y="1046945"/>
                </a:lnTo>
                <a:lnTo>
                  <a:pt x="5472343" y="1005345"/>
                </a:lnTo>
                <a:lnTo>
                  <a:pt x="5493927" y="962179"/>
                </a:lnTo>
                <a:lnTo>
                  <a:pt x="5512386" y="917617"/>
                </a:lnTo>
                <a:lnTo>
                  <a:pt x="5527649" y="871831"/>
                </a:lnTo>
                <a:lnTo>
                  <a:pt x="5539644" y="824993"/>
                </a:lnTo>
                <a:lnTo>
                  <a:pt x="5548299" y="777274"/>
                </a:lnTo>
                <a:lnTo>
                  <a:pt x="5553545" y="728846"/>
                </a:lnTo>
                <a:lnTo>
                  <a:pt x="5555309" y="679881"/>
                </a:lnTo>
                <a:lnTo>
                  <a:pt x="5553545" y="630916"/>
                </a:lnTo>
                <a:lnTo>
                  <a:pt x="5548299" y="582488"/>
                </a:lnTo>
                <a:lnTo>
                  <a:pt x="5539644" y="534769"/>
                </a:lnTo>
                <a:lnTo>
                  <a:pt x="5527649" y="487931"/>
                </a:lnTo>
                <a:lnTo>
                  <a:pt x="5512386" y="442145"/>
                </a:lnTo>
                <a:lnTo>
                  <a:pt x="5493927" y="397582"/>
                </a:lnTo>
                <a:lnTo>
                  <a:pt x="5472343" y="354414"/>
                </a:lnTo>
                <a:lnTo>
                  <a:pt x="5447704" y="312812"/>
                </a:lnTo>
                <a:lnTo>
                  <a:pt x="5420082" y="272949"/>
                </a:lnTo>
                <a:lnTo>
                  <a:pt x="5389548" y="234995"/>
                </a:lnTo>
                <a:lnTo>
                  <a:pt x="5356173" y="199123"/>
                </a:lnTo>
                <a:lnTo>
                  <a:pt x="5320301" y="165748"/>
                </a:lnTo>
                <a:lnTo>
                  <a:pt x="5282348" y="135215"/>
                </a:lnTo>
                <a:lnTo>
                  <a:pt x="5242486" y="107594"/>
                </a:lnTo>
                <a:lnTo>
                  <a:pt x="5200886" y="82957"/>
                </a:lnTo>
                <a:lnTo>
                  <a:pt x="5157719" y="61374"/>
                </a:lnTo>
                <a:lnTo>
                  <a:pt x="5113157" y="42917"/>
                </a:lnTo>
                <a:lnTo>
                  <a:pt x="5067371" y="27656"/>
                </a:lnTo>
                <a:lnTo>
                  <a:pt x="5020532" y="15663"/>
                </a:lnTo>
                <a:lnTo>
                  <a:pt x="4972812" y="7008"/>
                </a:lnTo>
                <a:lnTo>
                  <a:pt x="4924383" y="1764"/>
                </a:lnTo>
                <a:lnTo>
                  <a:pt x="4875415" y="0"/>
                </a:lnTo>
                <a:close/>
              </a:path>
            </a:pathLst>
          </a:custGeom>
          <a:solidFill>
            <a:srgbClr val="2F5E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4180" rIns="0" bIns="0" rtlCol="0">
            <a:spAutoFit/>
          </a:bodyPr>
          <a:lstStyle/>
          <a:p>
            <a:pPr marL="610870">
              <a:lnSpc>
                <a:spcPct val="100000"/>
              </a:lnSpc>
              <a:spcBef>
                <a:spcPts val="114"/>
              </a:spcBef>
            </a:pPr>
            <a:r>
              <a:rPr sz="6550" spc="-515" dirty="0"/>
              <a:t>Team</a:t>
            </a:r>
            <a:r>
              <a:rPr sz="6550" spc="-475" dirty="0"/>
              <a:t> </a:t>
            </a:r>
            <a:r>
              <a:rPr sz="6550" spc="-325" dirty="0"/>
              <a:t>Members</a:t>
            </a:r>
            <a:endParaRPr sz="6550"/>
          </a:p>
        </p:txBody>
      </p:sp>
      <p:sp>
        <p:nvSpPr>
          <p:cNvPr id="4" name="object 4"/>
          <p:cNvSpPr/>
          <p:nvPr/>
        </p:nvSpPr>
        <p:spPr>
          <a:xfrm>
            <a:off x="11336082" y="7202944"/>
            <a:ext cx="5555615" cy="1360170"/>
          </a:xfrm>
          <a:custGeom>
            <a:avLst/>
            <a:gdLst/>
            <a:ahLst/>
            <a:cxnLst/>
            <a:rect l="l" t="t" r="r" b="b"/>
            <a:pathLst>
              <a:path w="5555615" h="1360170">
                <a:moveTo>
                  <a:pt x="4875466" y="0"/>
                </a:moveTo>
                <a:lnTo>
                  <a:pt x="679881" y="0"/>
                </a:lnTo>
                <a:lnTo>
                  <a:pt x="630916" y="1764"/>
                </a:lnTo>
                <a:lnTo>
                  <a:pt x="582488" y="7008"/>
                </a:lnTo>
                <a:lnTo>
                  <a:pt x="534770" y="15663"/>
                </a:lnTo>
                <a:lnTo>
                  <a:pt x="487932" y="27657"/>
                </a:lnTo>
                <a:lnTo>
                  <a:pt x="442146" y="42918"/>
                </a:lnTo>
                <a:lnTo>
                  <a:pt x="397584" y="61376"/>
                </a:lnTo>
                <a:lnTo>
                  <a:pt x="354417" y="82960"/>
                </a:lnTo>
                <a:lnTo>
                  <a:pt x="312817" y="107599"/>
                </a:lnTo>
                <a:lnTo>
                  <a:pt x="272956" y="135222"/>
                </a:lnTo>
                <a:lnTo>
                  <a:pt x="235005" y="165758"/>
                </a:lnTo>
                <a:lnTo>
                  <a:pt x="199135" y="199135"/>
                </a:lnTo>
                <a:lnTo>
                  <a:pt x="165758" y="235005"/>
                </a:lnTo>
                <a:lnTo>
                  <a:pt x="135222" y="272956"/>
                </a:lnTo>
                <a:lnTo>
                  <a:pt x="107599" y="312817"/>
                </a:lnTo>
                <a:lnTo>
                  <a:pt x="82960" y="354417"/>
                </a:lnTo>
                <a:lnTo>
                  <a:pt x="61376" y="397584"/>
                </a:lnTo>
                <a:lnTo>
                  <a:pt x="42918" y="442146"/>
                </a:lnTo>
                <a:lnTo>
                  <a:pt x="27657" y="487932"/>
                </a:lnTo>
                <a:lnTo>
                  <a:pt x="15663" y="534770"/>
                </a:lnTo>
                <a:lnTo>
                  <a:pt x="7008" y="582488"/>
                </a:lnTo>
                <a:lnTo>
                  <a:pt x="1764" y="630916"/>
                </a:lnTo>
                <a:lnTo>
                  <a:pt x="0" y="679881"/>
                </a:lnTo>
                <a:lnTo>
                  <a:pt x="1764" y="728846"/>
                </a:lnTo>
                <a:lnTo>
                  <a:pt x="7008" y="777274"/>
                </a:lnTo>
                <a:lnTo>
                  <a:pt x="15663" y="824993"/>
                </a:lnTo>
                <a:lnTo>
                  <a:pt x="27657" y="871831"/>
                </a:lnTo>
                <a:lnTo>
                  <a:pt x="42918" y="917617"/>
                </a:lnTo>
                <a:lnTo>
                  <a:pt x="61376" y="962179"/>
                </a:lnTo>
                <a:lnTo>
                  <a:pt x="82960" y="1005345"/>
                </a:lnTo>
                <a:lnTo>
                  <a:pt x="107599" y="1046945"/>
                </a:lnTo>
                <a:lnTo>
                  <a:pt x="135222" y="1086806"/>
                </a:lnTo>
                <a:lnTo>
                  <a:pt x="165758" y="1124758"/>
                </a:lnTo>
                <a:lnTo>
                  <a:pt x="199135" y="1160627"/>
                </a:lnTo>
                <a:lnTo>
                  <a:pt x="235005" y="1194005"/>
                </a:lnTo>
                <a:lnTo>
                  <a:pt x="272956" y="1224540"/>
                </a:lnTo>
                <a:lnTo>
                  <a:pt x="312817" y="1252163"/>
                </a:lnTo>
                <a:lnTo>
                  <a:pt x="354417" y="1276802"/>
                </a:lnTo>
                <a:lnTo>
                  <a:pt x="397584" y="1298386"/>
                </a:lnTo>
                <a:lnTo>
                  <a:pt x="442146" y="1316844"/>
                </a:lnTo>
                <a:lnTo>
                  <a:pt x="487932" y="1332106"/>
                </a:lnTo>
                <a:lnTo>
                  <a:pt x="534770" y="1344099"/>
                </a:lnTo>
                <a:lnTo>
                  <a:pt x="582488" y="1352754"/>
                </a:lnTo>
                <a:lnTo>
                  <a:pt x="630916" y="1357999"/>
                </a:lnTo>
                <a:lnTo>
                  <a:pt x="679881" y="1359763"/>
                </a:lnTo>
                <a:lnTo>
                  <a:pt x="4875466" y="1359763"/>
                </a:lnTo>
                <a:lnTo>
                  <a:pt x="4924406" y="1357999"/>
                </a:lnTo>
                <a:lnTo>
                  <a:pt x="4972816" y="1352754"/>
                </a:lnTo>
                <a:lnTo>
                  <a:pt x="5020522" y="1344099"/>
                </a:lnTo>
                <a:lnTo>
                  <a:pt x="5067352" y="1332106"/>
                </a:lnTo>
                <a:lnTo>
                  <a:pt x="5113134" y="1316844"/>
                </a:lnTo>
                <a:lnTo>
                  <a:pt x="5157695" y="1298386"/>
                </a:lnTo>
                <a:lnTo>
                  <a:pt x="5200863" y="1276802"/>
                </a:lnTo>
                <a:lnTo>
                  <a:pt x="5242466" y="1252163"/>
                </a:lnTo>
                <a:lnTo>
                  <a:pt x="5282332" y="1224540"/>
                </a:lnTo>
                <a:lnTo>
                  <a:pt x="5320287" y="1194005"/>
                </a:lnTo>
                <a:lnTo>
                  <a:pt x="5356161" y="1160627"/>
                </a:lnTo>
                <a:lnTo>
                  <a:pt x="5389538" y="1124758"/>
                </a:lnTo>
                <a:lnTo>
                  <a:pt x="5420074" y="1086806"/>
                </a:lnTo>
                <a:lnTo>
                  <a:pt x="5447697" y="1046945"/>
                </a:lnTo>
                <a:lnTo>
                  <a:pt x="5472336" y="1005345"/>
                </a:lnTo>
                <a:lnTo>
                  <a:pt x="5493920" y="962179"/>
                </a:lnTo>
                <a:lnTo>
                  <a:pt x="5512378" y="917617"/>
                </a:lnTo>
                <a:lnTo>
                  <a:pt x="5527639" y="871831"/>
                </a:lnTo>
                <a:lnTo>
                  <a:pt x="5539633" y="824993"/>
                </a:lnTo>
                <a:lnTo>
                  <a:pt x="5548288" y="777274"/>
                </a:lnTo>
                <a:lnTo>
                  <a:pt x="5553533" y="728846"/>
                </a:lnTo>
                <a:lnTo>
                  <a:pt x="5555297" y="679881"/>
                </a:lnTo>
                <a:lnTo>
                  <a:pt x="5553533" y="630916"/>
                </a:lnTo>
                <a:lnTo>
                  <a:pt x="5548288" y="582488"/>
                </a:lnTo>
                <a:lnTo>
                  <a:pt x="5539633" y="534770"/>
                </a:lnTo>
                <a:lnTo>
                  <a:pt x="5527639" y="487932"/>
                </a:lnTo>
                <a:lnTo>
                  <a:pt x="5512378" y="442146"/>
                </a:lnTo>
                <a:lnTo>
                  <a:pt x="5493920" y="397584"/>
                </a:lnTo>
                <a:lnTo>
                  <a:pt x="5472336" y="354417"/>
                </a:lnTo>
                <a:lnTo>
                  <a:pt x="5447697" y="312817"/>
                </a:lnTo>
                <a:lnTo>
                  <a:pt x="5420074" y="272956"/>
                </a:lnTo>
                <a:lnTo>
                  <a:pt x="5389538" y="235005"/>
                </a:lnTo>
                <a:lnTo>
                  <a:pt x="5356161" y="199135"/>
                </a:lnTo>
                <a:lnTo>
                  <a:pt x="5320287" y="165758"/>
                </a:lnTo>
                <a:lnTo>
                  <a:pt x="5282332" y="135222"/>
                </a:lnTo>
                <a:lnTo>
                  <a:pt x="5242466" y="107599"/>
                </a:lnTo>
                <a:lnTo>
                  <a:pt x="5200863" y="82960"/>
                </a:lnTo>
                <a:lnTo>
                  <a:pt x="5157695" y="61376"/>
                </a:lnTo>
                <a:lnTo>
                  <a:pt x="5113134" y="42918"/>
                </a:lnTo>
                <a:lnTo>
                  <a:pt x="5067352" y="27657"/>
                </a:lnTo>
                <a:lnTo>
                  <a:pt x="5020522" y="15663"/>
                </a:lnTo>
                <a:lnTo>
                  <a:pt x="4972816" y="7008"/>
                </a:lnTo>
                <a:lnTo>
                  <a:pt x="4924406" y="1764"/>
                </a:lnTo>
                <a:lnTo>
                  <a:pt x="4875466" y="0"/>
                </a:lnTo>
                <a:close/>
              </a:path>
            </a:pathLst>
          </a:custGeom>
          <a:solidFill>
            <a:srgbClr val="2F5E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79016" y="7202944"/>
            <a:ext cx="5555615" cy="1360170"/>
          </a:xfrm>
          <a:custGeom>
            <a:avLst/>
            <a:gdLst/>
            <a:ahLst/>
            <a:cxnLst/>
            <a:rect l="l" t="t" r="r" b="b"/>
            <a:pathLst>
              <a:path w="5555615" h="1360170">
                <a:moveTo>
                  <a:pt x="4875415" y="0"/>
                </a:moveTo>
                <a:lnTo>
                  <a:pt x="679881" y="0"/>
                </a:lnTo>
                <a:lnTo>
                  <a:pt x="630916" y="1764"/>
                </a:lnTo>
                <a:lnTo>
                  <a:pt x="582488" y="7008"/>
                </a:lnTo>
                <a:lnTo>
                  <a:pt x="534769" y="15663"/>
                </a:lnTo>
                <a:lnTo>
                  <a:pt x="487931" y="27657"/>
                </a:lnTo>
                <a:lnTo>
                  <a:pt x="442145" y="42918"/>
                </a:lnTo>
                <a:lnTo>
                  <a:pt x="397582" y="61376"/>
                </a:lnTo>
                <a:lnTo>
                  <a:pt x="354414" y="82960"/>
                </a:lnTo>
                <a:lnTo>
                  <a:pt x="312812" y="107599"/>
                </a:lnTo>
                <a:lnTo>
                  <a:pt x="272949" y="135222"/>
                </a:lnTo>
                <a:lnTo>
                  <a:pt x="234995" y="165758"/>
                </a:lnTo>
                <a:lnTo>
                  <a:pt x="199123" y="199135"/>
                </a:lnTo>
                <a:lnTo>
                  <a:pt x="165748" y="235005"/>
                </a:lnTo>
                <a:lnTo>
                  <a:pt x="135215" y="272956"/>
                </a:lnTo>
                <a:lnTo>
                  <a:pt x="107594" y="312817"/>
                </a:lnTo>
                <a:lnTo>
                  <a:pt x="82957" y="354417"/>
                </a:lnTo>
                <a:lnTo>
                  <a:pt x="61374" y="397584"/>
                </a:lnTo>
                <a:lnTo>
                  <a:pt x="42917" y="442146"/>
                </a:lnTo>
                <a:lnTo>
                  <a:pt x="27656" y="487932"/>
                </a:lnTo>
                <a:lnTo>
                  <a:pt x="15663" y="534770"/>
                </a:lnTo>
                <a:lnTo>
                  <a:pt x="7008" y="582488"/>
                </a:lnTo>
                <a:lnTo>
                  <a:pt x="1764" y="630916"/>
                </a:lnTo>
                <a:lnTo>
                  <a:pt x="0" y="679881"/>
                </a:lnTo>
                <a:lnTo>
                  <a:pt x="1764" y="728846"/>
                </a:lnTo>
                <a:lnTo>
                  <a:pt x="7008" y="777274"/>
                </a:lnTo>
                <a:lnTo>
                  <a:pt x="15663" y="824993"/>
                </a:lnTo>
                <a:lnTo>
                  <a:pt x="27656" y="871831"/>
                </a:lnTo>
                <a:lnTo>
                  <a:pt x="42917" y="917617"/>
                </a:lnTo>
                <a:lnTo>
                  <a:pt x="61374" y="962179"/>
                </a:lnTo>
                <a:lnTo>
                  <a:pt x="82957" y="1005345"/>
                </a:lnTo>
                <a:lnTo>
                  <a:pt x="107594" y="1046945"/>
                </a:lnTo>
                <a:lnTo>
                  <a:pt x="135215" y="1086806"/>
                </a:lnTo>
                <a:lnTo>
                  <a:pt x="165748" y="1124758"/>
                </a:lnTo>
                <a:lnTo>
                  <a:pt x="199123" y="1160627"/>
                </a:lnTo>
                <a:lnTo>
                  <a:pt x="234995" y="1194005"/>
                </a:lnTo>
                <a:lnTo>
                  <a:pt x="272949" y="1224540"/>
                </a:lnTo>
                <a:lnTo>
                  <a:pt x="312812" y="1252163"/>
                </a:lnTo>
                <a:lnTo>
                  <a:pt x="354414" y="1276802"/>
                </a:lnTo>
                <a:lnTo>
                  <a:pt x="397582" y="1298386"/>
                </a:lnTo>
                <a:lnTo>
                  <a:pt x="442145" y="1316844"/>
                </a:lnTo>
                <a:lnTo>
                  <a:pt x="487931" y="1332106"/>
                </a:lnTo>
                <a:lnTo>
                  <a:pt x="534769" y="1344099"/>
                </a:lnTo>
                <a:lnTo>
                  <a:pt x="582488" y="1352754"/>
                </a:lnTo>
                <a:lnTo>
                  <a:pt x="630916" y="1357999"/>
                </a:lnTo>
                <a:lnTo>
                  <a:pt x="679881" y="1359763"/>
                </a:lnTo>
                <a:lnTo>
                  <a:pt x="4875415" y="1359763"/>
                </a:lnTo>
                <a:lnTo>
                  <a:pt x="4924383" y="1357999"/>
                </a:lnTo>
                <a:lnTo>
                  <a:pt x="4972812" y="1352754"/>
                </a:lnTo>
                <a:lnTo>
                  <a:pt x="5020532" y="1344099"/>
                </a:lnTo>
                <a:lnTo>
                  <a:pt x="5067371" y="1332106"/>
                </a:lnTo>
                <a:lnTo>
                  <a:pt x="5113157" y="1316844"/>
                </a:lnTo>
                <a:lnTo>
                  <a:pt x="5157719" y="1298386"/>
                </a:lnTo>
                <a:lnTo>
                  <a:pt x="5200886" y="1276802"/>
                </a:lnTo>
                <a:lnTo>
                  <a:pt x="5242486" y="1252163"/>
                </a:lnTo>
                <a:lnTo>
                  <a:pt x="5282348" y="1224540"/>
                </a:lnTo>
                <a:lnTo>
                  <a:pt x="5320301" y="1194005"/>
                </a:lnTo>
                <a:lnTo>
                  <a:pt x="5356173" y="1160627"/>
                </a:lnTo>
                <a:lnTo>
                  <a:pt x="5389548" y="1124758"/>
                </a:lnTo>
                <a:lnTo>
                  <a:pt x="5420082" y="1086806"/>
                </a:lnTo>
                <a:lnTo>
                  <a:pt x="5447704" y="1046945"/>
                </a:lnTo>
                <a:lnTo>
                  <a:pt x="5472343" y="1005345"/>
                </a:lnTo>
                <a:lnTo>
                  <a:pt x="5493927" y="962179"/>
                </a:lnTo>
                <a:lnTo>
                  <a:pt x="5512386" y="917617"/>
                </a:lnTo>
                <a:lnTo>
                  <a:pt x="5527649" y="871831"/>
                </a:lnTo>
                <a:lnTo>
                  <a:pt x="5539644" y="824993"/>
                </a:lnTo>
                <a:lnTo>
                  <a:pt x="5548299" y="777274"/>
                </a:lnTo>
                <a:lnTo>
                  <a:pt x="5553545" y="728846"/>
                </a:lnTo>
                <a:lnTo>
                  <a:pt x="5555309" y="679881"/>
                </a:lnTo>
                <a:lnTo>
                  <a:pt x="5553545" y="630916"/>
                </a:lnTo>
                <a:lnTo>
                  <a:pt x="5548299" y="582488"/>
                </a:lnTo>
                <a:lnTo>
                  <a:pt x="5539644" y="534770"/>
                </a:lnTo>
                <a:lnTo>
                  <a:pt x="5527649" y="487932"/>
                </a:lnTo>
                <a:lnTo>
                  <a:pt x="5512386" y="442146"/>
                </a:lnTo>
                <a:lnTo>
                  <a:pt x="5493927" y="397584"/>
                </a:lnTo>
                <a:lnTo>
                  <a:pt x="5472343" y="354417"/>
                </a:lnTo>
                <a:lnTo>
                  <a:pt x="5447704" y="312817"/>
                </a:lnTo>
                <a:lnTo>
                  <a:pt x="5420082" y="272956"/>
                </a:lnTo>
                <a:lnTo>
                  <a:pt x="5389548" y="235005"/>
                </a:lnTo>
                <a:lnTo>
                  <a:pt x="5356173" y="199135"/>
                </a:lnTo>
                <a:lnTo>
                  <a:pt x="5320301" y="165758"/>
                </a:lnTo>
                <a:lnTo>
                  <a:pt x="5282348" y="135222"/>
                </a:lnTo>
                <a:lnTo>
                  <a:pt x="5242486" y="107599"/>
                </a:lnTo>
                <a:lnTo>
                  <a:pt x="5200886" y="82960"/>
                </a:lnTo>
                <a:lnTo>
                  <a:pt x="5157719" y="61376"/>
                </a:lnTo>
                <a:lnTo>
                  <a:pt x="5113157" y="42918"/>
                </a:lnTo>
                <a:lnTo>
                  <a:pt x="5067371" y="27657"/>
                </a:lnTo>
                <a:lnTo>
                  <a:pt x="5020532" y="15663"/>
                </a:lnTo>
                <a:lnTo>
                  <a:pt x="4972812" y="7008"/>
                </a:lnTo>
                <a:lnTo>
                  <a:pt x="4924383" y="1764"/>
                </a:lnTo>
                <a:lnTo>
                  <a:pt x="4875415" y="0"/>
                </a:lnTo>
                <a:close/>
              </a:path>
            </a:pathLst>
          </a:custGeom>
          <a:solidFill>
            <a:srgbClr val="2F5E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336082" y="3445866"/>
            <a:ext cx="5555615" cy="1360170"/>
          </a:xfrm>
          <a:custGeom>
            <a:avLst/>
            <a:gdLst/>
            <a:ahLst/>
            <a:cxnLst/>
            <a:rect l="l" t="t" r="r" b="b"/>
            <a:pathLst>
              <a:path w="5555615" h="1360170">
                <a:moveTo>
                  <a:pt x="4875466" y="0"/>
                </a:moveTo>
                <a:lnTo>
                  <a:pt x="679881" y="0"/>
                </a:lnTo>
                <a:lnTo>
                  <a:pt x="630916" y="1764"/>
                </a:lnTo>
                <a:lnTo>
                  <a:pt x="582488" y="7008"/>
                </a:lnTo>
                <a:lnTo>
                  <a:pt x="534770" y="15663"/>
                </a:lnTo>
                <a:lnTo>
                  <a:pt x="487932" y="27656"/>
                </a:lnTo>
                <a:lnTo>
                  <a:pt x="442146" y="42917"/>
                </a:lnTo>
                <a:lnTo>
                  <a:pt x="397584" y="61374"/>
                </a:lnTo>
                <a:lnTo>
                  <a:pt x="354417" y="82957"/>
                </a:lnTo>
                <a:lnTo>
                  <a:pt x="312817" y="107594"/>
                </a:lnTo>
                <a:lnTo>
                  <a:pt x="272956" y="135215"/>
                </a:lnTo>
                <a:lnTo>
                  <a:pt x="235005" y="165748"/>
                </a:lnTo>
                <a:lnTo>
                  <a:pt x="199135" y="199123"/>
                </a:lnTo>
                <a:lnTo>
                  <a:pt x="165758" y="234995"/>
                </a:lnTo>
                <a:lnTo>
                  <a:pt x="135222" y="272949"/>
                </a:lnTo>
                <a:lnTo>
                  <a:pt x="107599" y="312812"/>
                </a:lnTo>
                <a:lnTo>
                  <a:pt x="82960" y="354414"/>
                </a:lnTo>
                <a:lnTo>
                  <a:pt x="61376" y="397582"/>
                </a:lnTo>
                <a:lnTo>
                  <a:pt x="42918" y="442145"/>
                </a:lnTo>
                <a:lnTo>
                  <a:pt x="27657" y="487931"/>
                </a:lnTo>
                <a:lnTo>
                  <a:pt x="15663" y="534769"/>
                </a:lnTo>
                <a:lnTo>
                  <a:pt x="7008" y="582488"/>
                </a:lnTo>
                <a:lnTo>
                  <a:pt x="1764" y="630916"/>
                </a:lnTo>
                <a:lnTo>
                  <a:pt x="0" y="679881"/>
                </a:lnTo>
                <a:lnTo>
                  <a:pt x="1764" y="728846"/>
                </a:lnTo>
                <a:lnTo>
                  <a:pt x="7008" y="777274"/>
                </a:lnTo>
                <a:lnTo>
                  <a:pt x="15663" y="824993"/>
                </a:lnTo>
                <a:lnTo>
                  <a:pt x="27657" y="871831"/>
                </a:lnTo>
                <a:lnTo>
                  <a:pt x="42918" y="917617"/>
                </a:lnTo>
                <a:lnTo>
                  <a:pt x="61376" y="962179"/>
                </a:lnTo>
                <a:lnTo>
                  <a:pt x="82960" y="1005345"/>
                </a:lnTo>
                <a:lnTo>
                  <a:pt x="107599" y="1046945"/>
                </a:lnTo>
                <a:lnTo>
                  <a:pt x="135222" y="1086806"/>
                </a:lnTo>
                <a:lnTo>
                  <a:pt x="165758" y="1124758"/>
                </a:lnTo>
                <a:lnTo>
                  <a:pt x="199135" y="1160627"/>
                </a:lnTo>
                <a:lnTo>
                  <a:pt x="235005" y="1194005"/>
                </a:lnTo>
                <a:lnTo>
                  <a:pt x="272956" y="1224540"/>
                </a:lnTo>
                <a:lnTo>
                  <a:pt x="312817" y="1252163"/>
                </a:lnTo>
                <a:lnTo>
                  <a:pt x="354417" y="1276802"/>
                </a:lnTo>
                <a:lnTo>
                  <a:pt x="397584" y="1298386"/>
                </a:lnTo>
                <a:lnTo>
                  <a:pt x="442146" y="1316844"/>
                </a:lnTo>
                <a:lnTo>
                  <a:pt x="487932" y="1332106"/>
                </a:lnTo>
                <a:lnTo>
                  <a:pt x="534770" y="1344099"/>
                </a:lnTo>
                <a:lnTo>
                  <a:pt x="582488" y="1352754"/>
                </a:lnTo>
                <a:lnTo>
                  <a:pt x="630916" y="1357999"/>
                </a:lnTo>
                <a:lnTo>
                  <a:pt x="679881" y="1359763"/>
                </a:lnTo>
                <a:lnTo>
                  <a:pt x="4875466" y="1359763"/>
                </a:lnTo>
                <a:lnTo>
                  <a:pt x="4924406" y="1357999"/>
                </a:lnTo>
                <a:lnTo>
                  <a:pt x="4972816" y="1352754"/>
                </a:lnTo>
                <a:lnTo>
                  <a:pt x="5020522" y="1344099"/>
                </a:lnTo>
                <a:lnTo>
                  <a:pt x="5067352" y="1332106"/>
                </a:lnTo>
                <a:lnTo>
                  <a:pt x="5113134" y="1316844"/>
                </a:lnTo>
                <a:lnTo>
                  <a:pt x="5157695" y="1298386"/>
                </a:lnTo>
                <a:lnTo>
                  <a:pt x="5200863" y="1276802"/>
                </a:lnTo>
                <a:lnTo>
                  <a:pt x="5242466" y="1252163"/>
                </a:lnTo>
                <a:lnTo>
                  <a:pt x="5282332" y="1224540"/>
                </a:lnTo>
                <a:lnTo>
                  <a:pt x="5320287" y="1194005"/>
                </a:lnTo>
                <a:lnTo>
                  <a:pt x="5356161" y="1160627"/>
                </a:lnTo>
                <a:lnTo>
                  <a:pt x="5389538" y="1124758"/>
                </a:lnTo>
                <a:lnTo>
                  <a:pt x="5420074" y="1086806"/>
                </a:lnTo>
                <a:lnTo>
                  <a:pt x="5447697" y="1046945"/>
                </a:lnTo>
                <a:lnTo>
                  <a:pt x="5472336" y="1005345"/>
                </a:lnTo>
                <a:lnTo>
                  <a:pt x="5493920" y="962179"/>
                </a:lnTo>
                <a:lnTo>
                  <a:pt x="5512378" y="917617"/>
                </a:lnTo>
                <a:lnTo>
                  <a:pt x="5527639" y="871831"/>
                </a:lnTo>
                <a:lnTo>
                  <a:pt x="5539633" y="824993"/>
                </a:lnTo>
                <a:lnTo>
                  <a:pt x="5548288" y="777274"/>
                </a:lnTo>
                <a:lnTo>
                  <a:pt x="5553533" y="728846"/>
                </a:lnTo>
                <a:lnTo>
                  <a:pt x="5555297" y="679881"/>
                </a:lnTo>
                <a:lnTo>
                  <a:pt x="5553533" y="630916"/>
                </a:lnTo>
                <a:lnTo>
                  <a:pt x="5548288" y="582488"/>
                </a:lnTo>
                <a:lnTo>
                  <a:pt x="5539633" y="534769"/>
                </a:lnTo>
                <a:lnTo>
                  <a:pt x="5527639" y="487931"/>
                </a:lnTo>
                <a:lnTo>
                  <a:pt x="5512378" y="442145"/>
                </a:lnTo>
                <a:lnTo>
                  <a:pt x="5493920" y="397582"/>
                </a:lnTo>
                <a:lnTo>
                  <a:pt x="5472336" y="354414"/>
                </a:lnTo>
                <a:lnTo>
                  <a:pt x="5447697" y="312812"/>
                </a:lnTo>
                <a:lnTo>
                  <a:pt x="5420074" y="272949"/>
                </a:lnTo>
                <a:lnTo>
                  <a:pt x="5389538" y="234995"/>
                </a:lnTo>
                <a:lnTo>
                  <a:pt x="5356161" y="199123"/>
                </a:lnTo>
                <a:lnTo>
                  <a:pt x="5320287" y="165748"/>
                </a:lnTo>
                <a:lnTo>
                  <a:pt x="5282332" y="135215"/>
                </a:lnTo>
                <a:lnTo>
                  <a:pt x="5242466" y="107594"/>
                </a:lnTo>
                <a:lnTo>
                  <a:pt x="5200863" y="82957"/>
                </a:lnTo>
                <a:lnTo>
                  <a:pt x="5157695" y="61374"/>
                </a:lnTo>
                <a:lnTo>
                  <a:pt x="5113134" y="42917"/>
                </a:lnTo>
                <a:lnTo>
                  <a:pt x="5067352" y="27656"/>
                </a:lnTo>
                <a:lnTo>
                  <a:pt x="5020522" y="15663"/>
                </a:lnTo>
                <a:lnTo>
                  <a:pt x="4972816" y="7008"/>
                </a:lnTo>
                <a:lnTo>
                  <a:pt x="4924406" y="1764"/>
                </a:lnTo>
                <a:lnTo>
                  <a:pt x="4875466" y="0"/>
                </a:lnTo>
                <a:close/>
              </a:path>
            </a:pathLst>
          </a:custGeom>
          <a:solidFill>
            <a:srgbClr val="2F5E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6344" y="5324399"/>
            <a:ext cx="5555615" cy="1360170"/>
          </a:xfrm>
          <a:custGeom>
            <a:avLst/>
            <a:gdLst/>
            <a:ahLst/>
            <a:cxnLst/>
            <a:rect l="l" t="t" r="r" b="b"/>
            <a:pathLst>
              <a:path w="5555615" h="1360170">
                <a:moveTo>
                  <a:pt x="4875428" y="0"/>
                </a:moveTo>
                <a:lnTo>
                  <a:pt x="679881" y="0"/>
                </a:lnTo>
                <a:lnTo>
                  <a:pt x="630916" y="1764"/>
                </a:lnTo>
                <a:lnTo>
                  <a:pt x="582489" y="7008"/>
                </a:lnTo>
                <a:lnTo>
                  <a:pt x="534772" y="15663"/>
                </a:lnTo>
                <a:lnTo>
                  <a:pt x="487935" y="27657"/>
                </a:lnTo>
                <a:lnTo>
                  <a:pt x="442150" y="42918"/>
                </a:lnTo>
                <a:lnTo>
                  <a:pt x="397589" y="61376"/>
                </a:lnTo>
                <a:lnTo>
                  <a:pt x="354423" y="82960"/>
                </a:lnTo>
                <a:lnTo>
                  <a:pt x="312823" y="107599"/>
                </a:lnTo>
                <a:lnTo>
                  <a:pt x="272961" y="135222"/>
                </a:lnTo>
                <a:lnTo>
                  <a:pt x="235008" y="165758"/>
                </a:lnTo>
                <a:lnTo>
                  <a:pt x="199135" y="199135"/>
                </a:lnTo>
                <a:lnTo>
                  <a:pt x="165758" y="235008"/>
                </a:lnTo>
                <a:lnTo>
                  <a:pt x="135222" y="272961"/>
                </a:lnTo>
                <a:lnTo>
                  <a:pt x="107599" y="312823"/>
                </a:lnTo>
                <a:lnTo>
                  <a:pt x="82960" y="354423"/>
                </a:lnTo>
                <a:lnTo>
                  <a:pt x="61376" y="397590"/>
                </a:lnTo>
                <a:lnTo>
                  <a:pt x="42918" y="442152"/>
                </a:lnTo>
                <a:lnTo>
                  <a:pt x="27657" y="487938"/>
                </a:lnTo>
                <a:lnTo>
                  <a:pt x="15663" y="534777"/>
                </a:lnTo>
                <a:lnTo>
                  <a:pt x="7008" y="582496"/>
                </a:lnTo>
                <a:lnTo>
                  <a:pt x="1764" y="630926"/>
                </a:lnTo>
                <a:lnTo>
                  <a:pt x="0" y="679894"/>
                </a:lnTo>
                <a:lnTo>
                  <a:pt x="1764" y="728859"/>
                </a:lnTo>
                <a:lnTo>
                  <a:pt x="7008" y="777286"/>
                </a:lnTo>
                <a:lnTo>
                  <a:pt x="15663" y="825003"/>
                </a:lnTo>
                <a:lnTo>
                  <a:pt x="27657" y="871840"/>
                </a:lnTo>
                <a:lnTo>
                  <a:pt x="42918" y="917625"/>
                </a:lnTo>
                <a:lnTo>
                  <a:pt x="61376" y="962186"/>
                </a:lnTo>
                <a:lnTo>
                  <a:pt x="82960" y="1005352"/>
                </a:lnTo>
                <a:lnTo>
                  <a:pt x="107599" y="1046952"/>
                </a:lnTo>
                <a:lnTo>
                  <a:pt x="135222" y="1086814"/>
                </a:lnTo>
                <a:lnTo>
                  <a:pt x="165758" y="1124767"/>
                </a:lnTo>
                <a:lnTo>
                  <a:pt x="199135" y="1160640"/>
                </a:lnTo>
                <a:lnTo>
                  <a:pt x="235008" y="1194017"/>
                </a:lnTo>
                <a:lnTo>
                  <a:pt x="272961" y="1224553"/>
                </a:lnTo>
                <a:lnTo>
                  <a:pt x="312823" y="1252176"/>
                </a:lnTo>
                <a:lnTo>
                  <a:pt x="354423" y="1276815"/>
                </a:lnTo>
                <a:lnTo>
                  <a:pt x="397589" y="1298399"/>
                </a:lnTo>
                <a:lnTo>
                  <a:pt x="442150" y="1316857"/>
                </a:lnTo>
                <a:lnTo>
                  <a:pt x="487935" y="1332119"/>
                </a:lnTo>
                <a:lnTo>
                  <a:pt x="534772" y="1344112"/>
                </a:lnTo>
                <a:lnTo>
                  <a:pt x="582489" y="1352767"/>
                </a:lnTo>
                <a:lnTo>
                  <a:pt x="630916" y="1358012"/>
                </a:lnTo>
                <a:lnTo>
                  <a:pt x="679881" y="1359776"/>
                </a:lnTo>
                <a:lnTo>
                  <a:pt x="4875428" y="1359776"/>
                </a:lnTo>
                <a:lnTo>
                  <a:pt x="4924392" y="1358012"/>
                </a:lnTo>
                <a:lnTo>
                  <a:pt x="4972819" y="1352767"/>
                </a:lnTo>
                <a:lnTo>
                  <a:pt x="5020537" y="1344112"/>
                </a:lnTo>
                <a:lnTo>
                  <a:pt x="5067374" y="1332119"/>
                </a:lnTo>
                <a:lnTo>
                  <a:pt x="5113159" y="1316857"/>
                </a:lnTo>
                <a:lnTo>
                  <a:pt x="5157720" y="1298399"/>
                </a:lnTo>
                <a:lnTo>
                  <a:pt x="5200886" y="1276815"/>
                </a:lnTo>
                <a:lnTo>
                  <a:pt x="5242486" y="1252176"/>
                </a:lnTo>
                <a:lnTo>
                  <a:pt x="5282348" y="1224553"/>
                </a:lnTo>
                <a:lnTo>
                  <a:pt x="5320301" y="1194017"/>
                </a:lnTo>
                <a:lnTo>
                  <a:pt x="5356173" y="1160640"/>
                </a:lnTo>
                <a:lnTo>
                  <a:pt x="5389551" y="1124767"/>
                </a:lnTo>
                <a:lnTo>
                  <a:pt x="5420087" y="1086814"/>
                </a:lnTo>
                <a:lnTo>
                  <a:pt x="5447710" y="1046952"/>
                </a:lnTo>
                <a:lnTo>
                  <a:pt x="5472348" y="1005352"/>
                </a:lnTo>
                <a:lnTo>
                  <a:pt x="5493933" y="962186"/>
                </a:lnTo>
                <a:lnTo>
                  <a:pt x="5512391" y="917625"/>
                </a:lnTo>
                <a:lnTo>
                  <a:pt x="5527652" y="871840"/>
                </a:lnTo>
                <a:lnTo>
                  <a:pt x="5539646" y="825003"/>
                </a:lnTo>
                <a:lnTo>
                  <a:pt x="5548300" y="777286"/>
                </a:lnTo>
                <a:lnTo>
                  <a:pt x="5553545" y="728859"/>
                </a:lnTo>
                <a:lnTo>
                  <a:pt x="5555309" y="679894"/>
                </a:lnTo>
                <a:lnTo>
                  <a:pt x="5553545" y="630926"/>
                </a:lnTo>
                <a:lnTo>
                  <a:pt x="5548300" y="582496"/>
                </a:lnTo>
                <a:lnTo>
                  <a:pt x="5539646" y="534777"/>
                </a:lnTo>
                <a:lnTo>
                  <a:pt x="5527652" y="487938"/>
                </a:lnTo>
                <a:lnTo>
                  <a:pt x="5512391" y="442152"/>
                </a:lnTo>
                <a:lnTo>
                  <a:pt x="5493933" y="397590"/>
                </a:lnTo>
                <a:lnTo>
                  <a:pt x="5472348" y="354423"/>
                </a:lnTo>
                <a:lnTo>
                  <a:pt x="5447710" y="312823"/>
                </a:lnTo>
                <a:lnTo>
                  <a:pt x="5420087" y="272961"/>
                </a:lnTo>
                <a:lnTo>
                  <a:pt x="5389551" y="235008"/>
                </a:lnTo>
                <a:lnTo>
                  <a:pt x="5356173" y="199135"/>
                </a:lnTo>
                <a:lnTo>
                  <a:pt x="5320301" y="165758"/>
                </a:lnTo>
                <a:lnTo>
                  <a:pt x="5282348" y="135222"/>
                </a:lnTo>
                <a:lnTo>
                  <a:pt x="5242486" y="107599"/>
                </a:lnTo>
                <a:lnTo>
                  <a:pt x="5200886" y="82960"/>
                </a:lnTo>
                <a:lnTo>
                  <a:pt x="5157720" y="61376"/>
                </a:lnTo>
                <a:lnTo>
                  <a:pt x="5113159" y="42918"/>
                </a:lnTo>
                <a:lnTo>
                  <a:pt x="5067374" y="27657"/>
                </a:lnTo>
                <a:lnTo>
                  <a:pt x="5020537" y="15663"/>
                </a:lnTo>
                <a:lnTo>
                  <a:pt x="4972819" y="7008"/>
                </a:lnTo>
                <a:lnTo>
                  <a:pt x="4924392" y="1764"/>
                </a:lnTo>
                <a:lnTo>
                  <a:pt x="4875428" y="0"/>
                </a:lnTo>
                <a:close/>
              </a:path>
            </a:pathLst>
          </a:custGeom>
          <a:solidFill>
            <a:srgbClr val="2F5E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95972" y="5550299"/>
            <a:ext cx="4240110" cy="859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0" spc="-405" dirty="0">
                <a:solidFill>
                  <a:srgbClr val="FFFFFF"/>
                </a:solidFill>
                <a:latin typeface="Arial Black"/>
                <a:cs typeface="Arial Black"/>
              </a:rPr>
              <a:t>Alaa</a:t>
            </a:r>
            <a:r>
              <a:rPr lang="en-US" sz="5500" spc="-4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5500" spc="-405" dirty="0">
                <a:solidFill>
                  <a:srgbClr val="FFFFFF"/>
                </a:solidFill>
                <a:latin typeface="Arial Black"/>
                <a:cs typeface="Arial Black"/>
              </a:rPr>
              <a:t>Hassan</a:t>
            </a:r>
            <a:endParaRPr sz="5500" dirty="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5873" y="3689502"/>
            <a:ext cx="4142104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00" spc="-145" dirty="0">
                <a:solidFill>
                  <a:srgbClr val="FFFFFF"/>
                </a:solidFill>
                <a:latin typeface="Arial Black"/>
                <a:cs typeface="Arial Black"/>
              </a:rPr>
              <a:t>Mariam</a:t>
            </a:r>
            <a:r>
              <a:rPr sz="5100" spc="-335" dirty="0">
                <a:solidFill>
                  <a:srgbClr val="FFFFFF"/>
                </a:solidFill>
                <a:latin typeface="Arial Black"/>
                <a:cs typeface="Arial Black"/>
              </a:rPr>
              <a:t> Alaa</a:t>
            </a:r>
            <a:endParaRPr sz="5100" dirty="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06199" y="3689502"/>
            <a:ext cx="5385497" cy="797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00" spc="-190" dirty="0">
                <a:solidFill>
                  <a:srgbClr val="FFFFFF"/>
                </a:solidFill>
                <a:latin typeface="Arial Black"/>
                <a:cs typeface="Arial Black"/>
              </a:rPr>
              <a:t>Marwan</a:t>
            </a:r>
            <a:r>
              <a:rPr sz="5100" spc="-3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5100" spc="-210" dirty="0">
                <a:solidFill>
                  <a:srgbClr val="FFFFFF"/>
                </a:solidFill>
                <a:latin typeface="Arial Black"/>
                <a:cs typeface="Arial Black"/>
              </a:rPr>
              <a:t>Ayman</a:t>
            </a:r>
            <a:endParaRPr sz="5100" dirty="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2013" y="7474839"/>
            <a:ext cx="484886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00" spc="-300" dirty="0">
                <a:solidFill>
                  <a:srgbClr val="FFFFFF"/>
                </a:solidFill>
                <a:latin typeface="Arial Black"/>
                <a:cs typeface="Arial Black"/>
              </a:rPr>
              <a:t>Kyrillos</a:t>
            </a:r>
            <a:r>
              <a:rPr sz="5100" spc="-3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5100" spc="-345" dirty="0">
                <a:solidFill>
                  <a:srgbClr val="FFFFFF"/>
                </a:solidFill>
                <a:latin typeface="Arial Black"/>
                <a:cs typeface="Arial Black"/>
              </a:rPr>
              <a:t>Nassar</a:t>
            </a:r>
            <a:endParaRPr sz="51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130696" y="7474839"/>
            <a:ext cx="379793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00" spc="-385" dirty="0">
                <a:solidFill>
                  <a:srgbClr val="FFFFFF"/>
                </a:solidFill>
                <a:latin typeface="Arial Black"/>
                <a:cs typeface="Arial Black"/>
              </a:rPr>
              <a:t>Sara</a:t>
            </a:r>
            <a:r>
              <a:rPr sz="5100" spc="-3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5100" spc="-335" dirty="0">
                <a:solidFill>
                  <a:srgbClr val="FFFFFF"/>
                </a:solidFill>
                <a:latin typeface="Arial Black"/>
                <a:cs typeface="Arial Black"/>
              </a:rPr>
              <a:t>Tawfik</a:t>
            </a:r>
            <a:endParaRPr sz="51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8700" y="0"/>
            <a:ext cx="16227425" cy="4410075"/>
            <a:chOff x="1028700" y="0"/>
            <a:chExt cx="16227425" cy="44100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0"/>
              <a:ext cx="16227297" cy="441007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80363" y="196990"/>
              <a:ext cx="15727680" cy="3956050"/>
            </a:xfrm>
            <a:custGeom>
              <a:avLst/>
              <a:gdLst/>
              <a:ahLst/>
              <a:cxnLst/>
              <a:rect l="l" t="t" r="r" b="b"/>
              <a:pathLst>
                <a:path w="15727680" h="3956050">
                  <a:moveTo>
                    <a:pt x="14774721" y="0"/>
                  </a:moveTo>
                  <a:lnTo>
                    <a:pt x="952499" y="0"/>
                  </a:lnTo>
                  <a:lnTo>
                    <a:pt x="904960" y="1165"/>
                  </a:lnTo>
                  <a:lnTo>
                    <a:pt x="858025" y="4626"/>
                  </a:lnTo>
                  <a:lnTo>
                    <a:pt x="811747" y="10327"/>
                  </a:lnTo>
                  <a:lnTo>
                    <a:pt x="766182" y="18214"/>
                  </a:lnTo>
                  <a:lnTo>
                    <a:pt x="721383" y="28233"/>
                  </a:lnTo>
                  <a:lnTo>
                    <a:pt x="677407" y="40328"/>
                  </a:lnTo>
                  <a:lnTo>
                    <a:pt x="634306" y="54445"/>
                  </a:lnTo>
                  <a:lnTo>
                    <a:pt x="592136" y="70530"/>
                  </a:lnTo>
                  <a:lnTo>
                    <a:pt x="550951" y="88528"/>
                  </a:lnTo>
                  <a:lnTo>
                    <a:pt x="510807" y="108384"/>
                  </a:lnTo>
                  <a:lnTo>
                    <a:pt x="471756" y="130045"/>
                  </a:lnTo>
                  <a:lnTo>
                    <a:pt x="433855" y="153454"/>
                  </a:lnTo>
                  <a:lnTo>
                    <a:pt x="397158" y="178559"/>
                  </a:lnTo>
                  <a:lnTo>
                    <a:pt x="361718" y="205303"/>
                  </a:lnTo>
                  <a:lnTo>
                    <a:pt x="327591" y="233633"/>
                  </a:lnTo>
                  <a:lnTo>
                    <a:pt x="294832" y="263494"/>
                  </a:lnTo>
                  <a:lnTo>
                    <a:pt x="263494" y="294832"/>
                  </a:lnTo>
                  <a:lnTo>
                    <a:pt x="233633" y="327591"/>
                  </a:lnTo>
                  <a:lnTo>
                    <a:pt x="205303" y="361718"/>
                  </a:lnTo>
                  <a:lnTo>
                    <a:pt x="178559" y="397158"/>
                  </a:lnTo>
                  <a:lnTo>
                    <a:pt x="153454" y="433855"/>
                  </a:lnTo>
                  <a:lnTo>
                    <a:pt x="130045" y="471756"/>
                  </a:lnTo>
                  <a:lnTo>
                    <a:pt x="108384" y="510807"/>
                  </a:lnTo>
                  <a:lnTo>
                    <a:pt x="88528" y="550951"/>
                  </a:lnTo>
                  <a:lnTo>
                    <a:pt x="70530" y="592136"/>
                  </a:lnTo>
                  <a:lnTo>
                    <a:pt x="54445" y="634306"/>
                  </a:lnTo>
                  <a:lnTo>
                    <a:pt x="40328" y="677407"/>
                  </a:lnTo>
                  <a:lnTo>
                    <a:pt x="28233" y="721383"/>
                  </a:lnTo>
                  <a:lnTo>
                    <a:pt x="18214" y="766182"/>
                  </a:lnTo>
                  <a:lnTo>
                    <a:pt x="10327" y="811747"/>
                  </a:lnTo>
                  <a:lnTo>
                    <a:pt x="4626" y="858025"/>
                  </a:lnTo>
                  <a:lnTo>
                    <a:pt x="1165" y="904960"/>
                  </a:lnTo>
                  <a:lnTo>
                    <a:pt x="0" y="952499"/>
                  </a:lnTo>
                  <a:lnTo>
                    <a:pt x="0" y="3003410"/>
                  </a:lnTo>
                  <a:lnTo>
                    <a:pt x="1165" y="3050949"/>
                  </a:lnTo>
                  <a:lnTo>
                    <a:pt x="4626" y="3097884"/>
                  </a:lnTo>
                  <a:lnTo>
                    <a:pt x="10327" y="3144162"/>
                  </a:lnTo>
                  <a:lnTo>
                    <a:pt x="18214" y="3189727"/>
                  </a:lnTo>
                  <a:lnTo>
                    <a:pt x="28233" y="3234526"/>
                  </a:lnTo>
                  <a:lnTo>
                    <a:pt x="40328" y="3278503"/>
                  </a:lnTo>
                  <a:lnTo>
                    <a:pt x="54445" y="3321603"/>
                  </a:lnTo>
                  <a:lnTo>
                    <a:pt x="70530" y="3363773"/>
                  </a:lnTo>
                  <a:lnTo>
                    <a:pt x="88528" y="3404958"/>
                  </a:lnTo>
                  <a:lnTo>
                    <a:pt x="108384" y="3445102"/>
                  </a:lnTo>
                  <a:lnTo>
                    <a:pt x="130045" y="3484153"/>
                  </a:lnTo>
                  <a:lnTo>
                    <a:pt x="153454" y="3522054"/>
                  </a:lnTo>
                  <a:lnTo>
                    <a:pt x="178559" y="3558751"/>
                  </a:lnTo>
                  <a:lnTo>
                    <a:pt x="205303" y="3594191"/>
                  </a:lnTo>
                  <a:lnTo>
                    <a:pt x="233633" y="3628318"/>
                  </a:lnTo>
                  <a:lnTo>
                    <a:pt x="263494" y="3661077"/>
                  </a:lnTo>
                  <a:lnTo>
                    <a:pt x="294832" y="3692415"/>
                  </a:lnTo>
                  <a:lnTo>
                    <a:pt x="327591" y="3722276"/>
                  </a:lnTo>
                  <a:lnTo>
                    <a:pt x="361718" y="3750606"/>
                  </a:lnTo>
                  <a:lnTo>
                    <a:pt x="397158" y="3777350"/>
                  </a:lnTo>
                  <a:lnTo>
                    <a:pt x="433855" y="3802455"/>
                  </a:lnTo>
                  <a:lnTo>
                    <a:pt x="471756" y="3825864"/>
                  </a:lnTo>
                  <a:lnTo>
                    <a:pt x="510807" y="3847525"/>
                  </a:lnTo>
                  <a:lnTo>
                    <a:pt x="550951" y="3867381"/>
                  </a:lnTo>
                  <a:lnTo>
                    <a:pt x="592136" y="3885379"/>
                  </a:lnTo>
                  <a:lnTo>
                    <a:pt x="634306" y="3901464"/>
                  </a:lnTo>
                  <a:lnTo>
                    <a:pt x="677407" y="3915581"/>
                  </a:lnTo>
                  <a:lnTo>
                    <a:pt x="721383" y="3927676"/>
                  </a:lnTo>
                  <a:lnTo>
                    <a:pt x="766182" y="3937695"/>
                  </a:lnTo>
                  <a:lnTo>
                    <a:pt x="811747" y="3945582"/>
                  </a:lnTo>
                  <a:lnTo>
                    <a:pt x="858025" y="3951283"/>
                  </a:lnTo>
                  <a:lnTo>
                    <a:pt x="904960" y="3954744"/>
                  </a:lnTo>
                  <a:lnTo>
                    <a:pt x="952499" y="3955910"/>
                  </a:lnTo>
                  <a:lnTo>
                    <a:pt x="14774721" y="3955910"/>
                  </a:lnTo>
                  <a:lnTo>
                    <a:pt x="14822270" y="3954744"/>
                  </a:lnTo>
                  <a:lnTo>
                    <a:pt x="14869214" y="3951283"/>
                  </a:lnTo>
                  <a:lnTo>
                    <a:pt x="14915500" y="3945582"/>
                  </a:lnTo>
                  <a:lnTo>
                    <a:pt x="14961071" y="3937695"/>
                  </a:lnTo>
                  <a:lnTo>
                    <a:pt x="15005875" y="3927676"/>
                  </a:lnTo>
                  <a:lnTo>
                    <a:pt x="15049856" y="3915581"/>
                  </a:lnTo>
                  <a:lnTo>
                    <a:pt x="15092960" y="3901464"/>
                  </a:lnTo>
                  <a:lnTo>
                    <a:pt x="15135132" y="3885379"/>
                  </a:lnTo>
                  <a:lnTo>
                    <a:pt x="15176319" y="3867381"/>
                  </a:lnTo>
                  <a:lnTo>
                    <a:pt x="15216464" y="3847525"/>
                  </a:lnTo>
                  <a:lnTo>
                    <a:pt x="15255515" y="3825864"/>
                  </a:lnTo>
                  <a:lnTo>
                    <a:pt x="15293416" y="3802455"/>
                  </a:lnTo>
                  <a:lnTo>
                    <a:pt x="15330113" y="3777350"/>
                  </a:lnTo>
                  <a:lnTo>
                    <a:pt x="15365551" y="3750606"/>
                  </a:lnTo>
                  <a:lnTo>
                    <a:pt x="15399676" y="3722276"/>
                  </a:lnTo>
                  <a:lnTo>
                    <a:pt x="15432433" y="3692415"/>
                  </a:lnTo>
                  <a:lnTo>
                    <a:pt x="15463768" y="3661077"/>
                  </a:lnTo>
                  <a:lnTo>
                    <a:pt x="15493626" y="3628318"/>
                  </a:lnTo>
                  <a:lnTo>
                    <a:pt x="15521953" y="3594191"/>
                  </a:lnTo>
                  <a:lnTo>
                    <a:pt x="15548694" y="3558751"/>
                  </a:lnTo>
                  <a:lnTo>
                    <a:pt x="15573795" y="3522054"/>
                  </a:lnTo>
                  <a:lnTo>
                    <a:pt x="15597201" y="3484153"/>
                  </a:lnTo>
                  <a:lnTo>
                    <a:pt x="15618858" y="3445102"/>
                  </a:lnTo>
                  <a:lnTo>
                    <a:pt x="15638711" y="3404958"/>
                  </a:lnTo>
                  <a:lnTo>
                    <a:pt x="15656706" y="3363773"/>
                  </a:lnTo>
                  <a:lnTo>
                    <a:pt x="15672788" y="3321603"/>
                  </a:lnTo>
                  <a:lnTo>
                    <a:pt x="15686902" y="3278503"/>
                  </a:lnTo>
                  <a:lnTo>
                    <a:pt x="15698995" y="3234526"/>
                  </a:lnTo>
                  <a:lnTo>
                    <a:pt x="15709011" y="3189727"/>
                  </a:lnTo>
                  <a:lnTo>
                    <a:pt x="15716896" y="3144162"/>
                  </a:lnTo>
                  <a:lnTo>
                    <a:pt x="15722596" y="3097884"/>
                  </a:lnTo>
                  <a:lnTo>
                    <a:pt x="15726056" y="3050949"/>
                  </a:lnTo>
                  <a:lnTo>
                    <a:pt x="15727221" y="3003410"/>
                  </a:lnTo>
                  <a:lnTo>
                    <a:pt x="15727221" y="952499"/>
                  </a:lnTo>
                  <a:lnTo>
                    <a:pt x="15726056" y="904960"/>
                  </a:lnTo>
                  <a:lnTo>
                    <a:pt x="15722596" y="858025"/>
                  </a:lnTo>
                  <a:lnTo>
                    <a:pt x="15716896" y="811747"/>
                  </a:lnTo>
                  <a:lnTo>
                    <a:pt x="15709011" y="766182"/>
                  </a:lnTo>
                  <a:lnTo>
                    <a:pt x="15698995" y="721383"/>
                  </a:lnTo>
                  <a:lnTo>
                    <a:pt x="15686902" y="677407"/>
                  </a:lnTo>
                  <a:lnTo>
                    <a:pt x="15672788" y="634306"/>
                  </a:lnTo>
                  <a:lnTo>
                    <a:pt x="15656706" y="592136"/>
                  </a:lnTo>
                  <a:lnTo>
                    <a:pt x="15638711" y="550951"/>
                  </a:lnTo>
                  <a:lnTo>
                    <a:pt x="15618858" y="510807"/>
                  </a:lnTo>
                  <a:lnTo>
                    <a:pt x="15597201" y="471756"/>
                  </a:lnTo>
                  <a:lnTo>
                    <a:pt x="15573795" y="433855"/>
                  </a:lnTo>
                  <a:lnTo>
                    <a:pt x="15548694" y="397158"/>
                  </a:lnTo>
                  <a:lnTo>
                    <a:pt x="15521953" y="361718"/>
                  </a:lnTo>
                  <a:lnTo>
                    <a:pt x="15493626" y="327591"/>
                  </a:lnTo>
                  <a:lnTo>
                    <a:pt x="15463768" y="294832"/>
                  </a:lnTo>
                  <a:lnTo>
                    <a:pt x="15432433" y="263494"/>
                  </a:lnTo>
                  <a:lnTo>
                    <a:pt x="15399676" y="233633"/>
                  </a:lnTo>
                  <a:lnTo>
                    <a:pt x="15365551" y="205303"/>
                  </a:lnTo>
                  <a:lnTo>
                    <a:pt x="15330113" y="178559"/>
                  </a:lnTo>
                  <a:lnTo>
                    <a:pt x="15293416" y="153454"/>
                  </a:lnTo>
                  <a:lnTo>
                    <a:pt x="15255515" y="130045"/>
                  </a:lnTo>
                  <a:lnTo>
                    <a:pt x="15216464" y="108384"/>
                  </a:lnTo>
                  <a:lnTo>
                    <a:pt x="15176319" y="88528"/>
                  </a:lnTo>
                  <a:lnTo>
                    <a:pt x="15135132" y="70530"/>
                  </a:lnTo>
                  <a:lnTo>
                    <a:pt x="15092960" y="54445"/>
                  </a:lnTo>
                  <a:lnTo>
                    <a:pt x="15049856" y="40328"/>
                  </a:lnTo>
                  <a:lnTo>
                    <a:pt x="15005875" y="28233"/>
                  </a:lnTo>
                  <a:lnTo>
                    <a:pt x="14961071" y="18214"/>
                  </a:lnTo>
                  <a:lnTo>
                    <a:pt x="14915500" y="10327"/>
                  </a:lnTo>
                  <a:lnTo>
                    <a:pt x="14869214" y="4626"/>
                  </a:lnTo>
                  <a:lnTo>
                    <a:pt x="14822270" y="1165"/>
                  </a:lnTo>
                  <a:lnTo>
                    <a:pt x="14774721" y="0"/>
                  </a:lnTo>
                  <a:close/>
                </a:path>
              </a:pathLst>
            </a:custGeom>
            <a:solidFill>
              <a:srgbClr val="2F5E98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2237282" y="8135251"/>
            <a:ext cx="197485" cy="307975"/>
          </a:xfrm>
          <a:custGeom>
            <a:avLst/>
            <a:gdLst/>
            <a:ahLst/>
            <a:cxnLst/>
            <a:rect l="l" t="t" r="r" b="b"/>
            <a:pathLst>
              <a:path w="197485" h="307975">
                <a:moveTo>
                  <a:pt x="43357" y="0"/>
                </a:moveTo>
                <a:lnTo>
                  <a:pt x="0" y="43332"/>
                </a:lnTo>
                <a:lnTo>
                  <a:pt x="110604" y="153936"/>
                </a:lnTo>
                <a:lnTo>
                  <a:pt x="0" y="264528"/>
                </a:lnTo>
                <a:lnTo>
                  <a:pt x="43357" y="307886"/>
                </a:lnTo>
                <a:lnTo>
                  <a:pt x="197294" y="153936"/>
                </a:lnTo>
                <a:lnTo>
                  <a:pt x="43357" y="0"/>
                </a:lnTo>
                <a:close/>
              </a:path>
            </a:pathLst>
          </a:custGeom>
          <a:solidFill>
            <a:srgbClr val="EFEE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25442" y="1487678"/>
            <a:ext cx="8894445" cy="1324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0" spc="-45" dirty="0">
                <a:solidFill>
                  <a:srgbClr val="FFFFFF"/>
                </a:solidFill>
                <a:latin typeface="Trebuchet MS"/>
                <a:cs typeface="Trebuchet MS"/>
              </a:rPr>
              <a:t>Project</a:t>
            </a:r>
            <a:r>
              <a:rPr sz="8500" spc="-8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0" spc="-440" dirty="0">
                <a:solidFill>
                  <a:srgbClr val="FFFFFF"/>
                </a:solidFill>
              </a:rPr>
              <a:t>Overview</a:t>
            </a:r>
            <a:endParaRPr sz="8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52410" y="5119370"/>
            <a:ext cx="15386685" cy="3530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 algn="just">
              <a:lnSpc>
                <a:spcPts val="3000"/>
              </a:lnSpc>
              <a:spcBef>
                <a:spcPts val="700"/>
              </a:spcBef>
            </a:pPr>
            <a:r>
              <a:rPr sz="3000" spc="50" dirty="0">
                <a:solidFill>
                  <a:srgbClr val="2B3D6C"/>
                </a:solidFill>
                <a:latin typeface="Trebuchet MS"/>
                <a:cs typeface="Trebuchet MS"/>
              </a:rPr>
              <a:t>This</a:t>
            </a:r>
            <a:r>
              <a:rPr sz="3000" spc="-7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2B3D6C"/>
                </a:solidFill>
                <a:latin typeface="Trebuchet MS"/>
                <a:cs typeface="Trebuchet MS"/>
              </a:rPr>
              <a:t>project</a:t>
            </a:r>
            <a:r>
              <a:rPr sz="3000" spc="-8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95" dirty="0">
                <a:solidFill>
                  <a:srgbClr val="2B3D6C"/>
                </a:solidFill>
                <a:latin typeface="Trebuchet MS"/>
                <a:cs typeface="Trebuchet MS"/>
              </a:rPr>
              <a:t>presents</a:t>
            </a:r>
            <a:r>
              <a:rPr sz="3000" spc="-8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75" dirty="0">
                <a:solidFill>
                  <a:srgbClr val="2B3D6C"/>
                </a:solidFill>
                <a:latin typeface="Trebuchet MS"/>
                <a:cs typeface="Trebuchet MS"/>
              </a:rPr>
              <a:t>a</a:t>
            </a:r>
            <a:r>
              <a:rPr sz="3000" spc="-7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95" dirty="0">
                <a:solidFill>
                  <a:srgbClr val="2B3D6C"/>
                </a:solidFill>
                <a:latin typeface="Trebuchet MS"/>
                <a:cs typeface="Trebuchet MS"/>
              </a:rPr>
              <a:t>supply</a:t>
            </a:r>
            <a:r>
              <a:rPr sz="3000" spc="-7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50" dirty="0">
                <a:solidFill>
                  <a:srgbClr val="2B3D6C"/>
                </a:solidFill>
                <a:latin typeface="Trebuchet MS"/>
                <a:cs typeface="Trebuchet MS"/>
              </a:rPr>
              <a:t>chain</a:t>
            </a:r>
            <a:r>
              <a:rPr sz="3000" spc="-7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135" dirty="0">
                <a:solidFill>
                  <a:srgbClr val="2B3D6C"/>
                </a:solidFill>
                <a:latin typeface="Trebuchet MS"/>
                <a:cs typeface="Trebuchet MS"/>
              </a:rPr>
              <a:t>dashboard</a:t>
            </a:r>
            <a:r>
              <a:rPr sz="3000" spc="-8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that</a:t>
            </a:r>
            <a:r>
              <a:rPr sz="3000" spc="-7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80" dirty="0">
                <a:solidFill>
                  <a:srgbClr val="2B3D6C"/>
                </a:solidFill>
                <a:latin typeface="Trebuchet MS"/>
                <a:cs typeface="Trebuchet MS"/>
              </a:rPr>
              <a:t>provides</a:t>
            </a:r>
            <a:r>
              <a:rPr sz="3000" spc="-8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75" dirty="0">
                <a:solidFill>
                  <a:srgbClr val="2B3D6C"/>
                </a:solidFill>
                <a:latin typeface="Trebuchet MS"/>
                <a:cs typeface="Trebuchet MS"/>
              </a:rPr>
              <a:t>a</a:t>
            </a:r>
            <a:r>
              <a:rPr sz="3000" spc="-7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90" dirty="0">
                <a:solidFill>
                  <a:srgbClr val="2B3D6C"/>
                </a:solidFill>
                <a:latin typeface="Trebuchet MS"/>
                <a:cs typeface="Trebuchet MS"/>
              </a:rPr>
              <a:t>comprehensive</a:t>
            </a:r>
            <a:r>
              <a:rPr sz="3000" spc="-8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view</a:t>
            </a:r>
            <a:r>
              <a:rPr sz="3000" spc="-7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-25" dirty="0">
                <a:solidFill>
                  <a:srgbClr val="2B3D6C"/>
                </a:solidFill>
                <a:latin typeface="Trebuchet MS"/>
                <a:cs typeface="Trebuchet MS"/>
              </a:rPr>
              <a:t>of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key</a:t>
            </a:r>
            <a:r>
              <a:rPr sz="3000" spc="70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operations,</a:t>
            </a:r>
            <a:r>
              <a:rPr sz="3000" spc="69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50" dirty="0">
                <a:solidFill>
                  <a:srgbClr val="2B3D6C"/>
                </a:solidFill>
                <a:latin typeface="Trebuchet MS"/>
                <a:cs typeface="Trebuchet MS"/>
              </a:rPr>
              <a:t>including</a:t>
            </a:r>
            <a:r>
              <a:rPr sz="3000" spc="71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55" dirty="0">
                <a:solidFill>
                  <a:srgbClr val="2B3D6C"/>
                </a:solidFill>
                <a:latin typeface="Trebuchet MS"/>
                <a:cs typeface="Trebuchet MS"/>
              </a:rPr>
              <a:t>inventory</a:t>
            </a:r>
            <a:r>
              <a:rPr sz="3000" spc="69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80" dirty="0">
                <a:solidFill>
                  <a:srgbClr val="2B3D6C"/>
                </a:solidFill>
                <a:latin typeface="Trebuchet MS"/>
                <a:cs typeface="Trebuchet MS"/>
              </a:rPr>
              <a:t>management,</a:t>
            </a:r>
            <a:r>
              <a:rPr sz="3000" spc="69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100" dirty="0">
                <a:solidFill>
                  <a:srgbClr val="2B3D6C"/>
                </a:solidFill>
                <a:latin typeface="Trebuchet MS"/>
                <a:cs typeface="Trebuchet MS"/>
              </a:rPr>
              <a:t>order</a:t>
            </a:r>
            <a:r>
              <a:rPr sz="3000" spc="69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fulfillment,</a:t>
            </a:r>
            <a:r>
              <a:rPr sz="3000" spc="71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2B3D6C"/>
                </a:solidFill>
                <a:latin typeface="Trebuchet MS"/>
                <a:cs typeface="Trebuchet MS"/>
              </a:rPr>
              <a:t>transportation, </a:t>
            </a:r>
            <a:r>
              <a:rPr sz="3000" spc="145" dirty="0">
                <a:solidFill>
                  <a:srgbClr val="2B3D6C"/>
                </a:solidFill>
                <a:latin typeface="Trebuchet MS"/>
                <a:cs typeface="Trebuchet MS"/>
              </a:rPr>
              <a:t>and</a:t>
            </a:r>
            <a:r>
              <a:rPr sz="3000" spc="-1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logistics</a:t>
            </a:r>
            <a:r>
              <a:rPr sz="3000" spc="-1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2B3D6C"/>
                </a:solidFill>
                <a:latin typeface="Trebuchet MS"/>
                <a:cs typeface="Trebuchet MS"/>
              </a:rPr>
              <a:t>performance.</a:t>
            </a:r>
            <a:endParaRPr sz="3000">
              <a:latin typeface="Trebuchet MS"/>
              <a:cs typeface="Trebuchet MS"/>
            </a:endParaRPr>
          </a:p>
          <a:p>
            <a:pPr marL="12700" marR="5080" algn="just">
              <a:lnSpc>
                <a:spcPts val="3000"/>
              </a:lnSpc>
              <a:spcBef>
                <a:spcPts val="3000"/>
              </a:spcBef>
            </a:pPr>
            <a:r>
              <a:rPr sz="3000" spc="120" dirty="0">
                <a:solidFill>
                  <a:srgbClr val="2B3D6C"/>
                </a:solidFill>
                <a:latin typeface="Trebuchet MS"/>
                <a:cs typeface="Trebuchet MS"/>
              </a:rPr>
              <a:t>Through</a:t>
            </a:r>
            <a:r>
              <a:rPr sz="3000" spc="55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interactive</a:t>
            </a:r>
            <a:r>
              <a:rPr sz="3000" spc="55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visualizations,</a:t>
            </a:r>
            <a:r>
              <a:rPr sz="3000" spc="55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the</a:t>
            </a:r>
            <a:r>
              <a:rPr sz="3000" spc="55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135" dirty="0">
                <a:solidFill>
                  <a:srgbClr val="2B3D6C"/>
                </a:solidFill>
                <a:latin typeface="Trebuchet MS"/>
                <a:cs typeface="Trebuchet MS"/>
              </a:rPr>
              <a:t>dashboard</a:t>
            </a:r>
            <a:r>
              <a:rPr sz="3000" spc="54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simplifies</a:t>
            </a:r>
            <a:r>
              <a:rPr sz="3000" spc="55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75" dirty="0">
                <a:solidFill>
                  <a:srgbClr val="2B3D6C"/>
                </a:solidFill>
                <a:latin typeface="Trebuchet MS"/>
                <a:cs typeface="Trebuchet MS"/>
              </a:rPr>
              <a:t>complex</a:t>
            </a:r>
            <a:r>
              <a:rPr sz="3000" spc="55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data,</a:t>
            </a:r>
            <a:r>
              <a:rPr sz="3000" spc="55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60" dirty="0">
                <a:solidFill>
                  <a:srgbClr val="2B3D6C"/>
                </a:solidFill>
                <a:latin typeface="Trebuchet MS"/>
                <a:cs typeface="Trebuchet MS"/>
              </a:rPr>
              <a:t>enabling </a:t>
            </a:r>
            <a:r>
              <a:rPr sz="3000" spc="135" dirty="0">
                <a:solidFill>
                  <a:srgbClr val="2B3D6C"/>
                </a:solidFill>
                <a:latin typeface="Trebuchet MS"/>
                <a:cs typeface="Trebuchet MS"/>
              </a:rPr>
              <a:t>users</a:t>
            </a:r>
            <a:r>
              <a:rPr sz="3000" spc="-3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to</a:t>
            </a:r>
            <a:r>
              <a:rPr sz="3000" spc="-3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quickly</a:t>
            </a:r>
            <a:r>
              <a:rPr sz="3000" spc="-3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160" dirty="0">
                <a:solidFill>
                  <a:srgbClr val="2B3D6C"/>
                </a:solidFill>
                <a:latin typeface="Trebuchet MS"/>
                <a:cs typeface="Trebuchet MS"/>
              </a:rPr>
              <a:t>assess</a:t>
            </a:r>
            <a:r>
              <a:rPr sz="3000" spc="-3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performance,</a:t>
            </a:r>
            <a:r>
              <a:rPr sz="3000" spc="-3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identify</a:t>
            </a:r>
            <a:r>
              <a:rPr sz="3000" spc="-2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trends,</a:t>
            </a:r>
            <a:r>
              <a:rPr sz="3000" spc="-3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145" dirty="0">
                <a:solidFill>
                  <a:srgbClr val="2B3D6C"/>
                </a:solidFill>
                <a:latin typeface="Trebuchet MS"/>
                <a:cs typeface="Trebuchet MS"/>
              </a:rPr>
              <a:t>and</a:t>
            </a:r>
            <a:r>
              <a:rPr sz="3000" spc="-3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2B3D6C"/>
                </a:solidFill>
                <a:latin typeface="Trebuchet MS"/>
                <a:cs typeface="Trebuchet MS"/>
              </a:rPr>
              <a:t>detect</a:t>
            </a:r>
            <a:r>
              <a:rPr sz="3000" spc="-3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2B3D6C"/>
                </a:solidFill>
                <a:latin typeface="Trebuchet MS"/>
                <a:cs typeface="Trebuchet MS"/>
              </a:rPr>
              <a:t>inefficiencies.</a:t>
            </a:r>
            <a:endParaRPr sz="3000">
              <a:latin typeface="Trebuchet MS"/>
              <a:cs typeface="Trebuchet MS"/>
            </a:endParaRPr>
          </a:p>
          <a:p>
            <a:pPr marL="12700" marR="6350" algn="just">
              <a:lnSpc>
                <a:spcPts val="3000"/>
              </a:lnSpc>
              <a:spcBef>
                <a:spcPts val="3000"/>
              </a:spcBef>
            </a:pPr>
            <a:r>
              <a:rPr sz="3000" spc="50" dirty="0">
                <a:solidFill>
                  <a:srgbClr val="2B3D6C"/>
                </a:solidFill>
                <a:latin typeface="Trebuchet MS"/>
                <a:cs typeface="Trebuchet MS"/>
              </a:rPr>
              <a:t>The</a:t>
            </a:r>
            <a:r>
              <a:rPr sz="3000" spc="254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65" dirty="0">
                <a:solidFill>
                  <a:srgbClr val="2B3D6C"/>
                </a:solidFill>
                <a:latin typeface="Trebuchet MS"/>
                <a:cs typeface="Trebuchet MS"/>
              </a:rPr>
              <a:t>goal</a:t>
            </a:r>
            <a:r>
              <a:rPr sz="3000" spc="25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60" dirty="0">
                <a:solidFill>
                  <a:srgbClr val="2B3D6C"/>
                </a:solidFill>
                <a:latin typeface="Trebuchet MS"/>
                <a:cs typeface="Trebuchet MS"/>
              </a:rPr>
              <a:t>is</a:t>
            </a:r>
            <a:r>
              <a:rPr sz="3000" spc="26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to</a:t>
            </a:r>
            <a:r>
              <a:rPr sz="3000" spc="254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85" dirty="0">
                <a:solidFill>
                  <a:srgbClr val="2B3D6C"/>
                </a:solidFill>
                <a:latin typeface="Trebuchet MS"/>
                <a:cs typeface="Trebuchet MS"/>
              </a:rPr>
              <a:t>transform</a:t>
            </a:r>
            <a:r>
              <a:rPr sz="3000" spc="26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50" dirty="0">
                <a:solidFill>
                  <a:srgbClr val="2B3D6C"/>
                </a:solidFill>
                <a:latin typeface="Trebuchet MS"/>
                <a:cs typeface="Trebuchet MS"/>
              </a:rPr>
              <a:t>operational</a:t>
            </a:r>
            <a:r>
              <a:rPr sz="3000" spc="25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data</a:t>
            </a:r>
            <a:r>
              <a:rPr sz="3000" spc="254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into</a:t>
            </a:r>
            <a:r>
              <a:rPr sz="3000" spc="26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clear,</a:t>
            </a:r>
            <a:r>
              <a:rPr sz="3000" spc="254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actionable</a:t>
            </a:r>
            <a:r>
              <a:rPr sz="3000" spc="26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75" dirty="0">
                <a:solidFill>
                  <a:srgbClr val="2B3D6C"/>
                </a:solidFill>
                <a:latin typeface="Trebuchet MS"/>
                <a:cs typeface="Trebuchet MS"/>
              </a:rPr>
              <a:t>insights</a:t>
            </a:r>
            <a:r>
              <a:rPr sz="3000" spc="26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that</a:t>
            </a:r>
            <a:r>
              <a:rPr sz="3000" spc="26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100" dirty="0">
                <a:solidFill>
                  <a:srgbClr val="2B3D6C"/>
                </a:solidFill>
                <a:latin typeface="Trebuchet MS"/>
                <a:cs typeface="Trebuchet MS"/>
              </a:rPr>
              <a:t>support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better</a:t>
            </a:r>
            <a:r>
              <a:rPr sz="3000" spc="-10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75" dirty="0">
                <a:solidFill>
                  <a:srgbClr val="2B3D6C"/>
                </a:solidFill>
                <a:latin typeface="Trebuchet MS"/>
                <a:cs typeface="Trebuchet MS"/>
              </a:rPr>
              <a:t>analysis</a:t>
            </a:r>
            <a:r>
              <a:rPr sz="3000" spc="-10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145" dirty="0">
                <a:solidFill>
                  <a:srgbClr val="2B3D6C"/>
                </a:solidFill>
                <a:latin typeface="Trebuchet MS"/>
                <a:cs typeface="Trebuchet MS"/>
              </a:rPr>
              <a:t>and</a:t>
            </a:r>
            <a:r>
              <a:rPr sz="3000" spc="-10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135" dirty="0">
                <a:solidFill>
                  <a:srgbClr val="2B3D6C"/>
                </a:solidFill>
                <a:latin typeface="Trebuchet MS"/>
                <a:cs typeface="Trebuchet MS"/>
              </a:rPr>
              <a:t>more</a:t>
            </a:r>
            <a:r>
              <a:rPr sz="3000" spc="-10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90" dirty="0">
                <a:solidFill>
                  <a:srgbClr val="2B3D6C"/>
                </a:solidFill>
                <a:latin typeface="Trebuchet MS"/>
                <a:cs typeface="Trebuchet MS"/>
              </a:rPr>
              <a:t>informed</a:t>
            </a:r>
            <a:r>
              <a:rPr sz="3000" spc="-10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65" dirty="0">
                <a:solidFill>
                  <a:srgbClr val="2B3D6C"/>
                </a:solidFill>
                <a:latin typeface="Trebuchet MS"/>
                <a:cs typeface="Trebuchet MS"/>
              </a:rPr>
              <a:t>decision-</a:t>
            </a:r>
            <a:r>
              <a:rPr sz="3000" spc="75" dirty="0">
                <a:solidFill>
                  <a:srgbClr val="2B3D6C"/>
                </a:solidFill>
                <a:latin typeface="Trebuchet MS"/>
                <a:cs typeface="Trebuchet MS"/>
              </a:rPr>
              <a:t>making</a:t>
            </a:r>
            <a:r>
              <a:rPr sz="3000" spc="-10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110" dirty="0">
                <a:solidFill>
                  <a:srgbClr val="2B3D6C"/>
                </a:solidFill>
                <a:latin typeface="Trebuchet MS"/>
                <a:cs typeface="Trebuchet MS"/>
              </a:rPr>
              <a:t>across</a:t>
            </a:r>
            <a:r>
              <a:rPr sz="3000" spc="-10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the</a:t>
            </a:r>
            <a:r>
              <a:rPr sz="3000" spc="-10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95" dirty="0">
                <a:solidFill>
                  <a:srgbClr val="2B3D6C"/>
                </a:solidFill>
                <a:latin typeface="Trebuchet MS"/>
                <a:cs typeface="Trebuchet MS"/>
              </a:rPr>
              <a:t>supply</a:t>
            </a:r>
            <a:r>
              <a:rPr sz="3000" spc="-10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2B3D6C"/>
                </a:solidFill>
                <a:latin typeface="Trebuchet MS"/>
                <a:cs typeface="Trebuchet MS"/>
              </a:rPr>
              <a:t>chain.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4180" rIns="0" bIns="0" rtlCol="0">
            <a:spAutoFit/>
          </a:bodyPr>
          <a:lstStyle/>
          <a:p>
            <a:pPr marL="1310005">
              <a:lnSpc>
                <a:spcPct val="100000"/>
              </a:lnSpc>
              <a:spcBef>
                <a:spcPts val="114"/>
              </a:spcBef>
            </a:pPr>
            <a:r>
              <a:rPr sz="6550" spc="-310" dirty="0"/>
              <a:t>Data</a:t>
            </a:r>
            <a:r>
              <a:rPr sz="6550" spc="-475" dirty="0"/>
              <a:t> </a:t>
            </a:r>
            <a:r>
              <a:rPr sz="6550" spc="-525" dirty="0"/>
              <a:t>Source</a:t>
            </a:r>
            <a:endParaRPr sz="65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8609" y="3592627"/>
            <a:ext cx="14944901" cy="50359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96216" y="3638727"/>
            <a:ext cx="10754360" cy="4559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6600"/>
              </a:lnSpc>
              <a:spcBef>
                <a:spcPts val="95"/>
              </a:spcBef>
            </a:pP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This</a:t>
            </a:r>
            <a:r>
              <a:rPr sz="2900" spc="-7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80" dirty="0">
                <a:solidFill>
                  <a:srgbClr val="F5F9FF"/>
                </a:solidFill>
                <a:latin typeface="Trebuchet MS"/>
                <a:cs typeface="Trebuchet MS"/>
              </a:rPr>
              <a:t>study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50" dirty="0">
                <a:solidFill>
                  <a:srgbClr val="F5F9FF"/>
                </a:solidFill>
                <a:latin typeface="Trebuchet MS"/>
                <a:cs typeface="Trebuchet MS"/>
              </a:rPr>
              <a:t>is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120" dirty="0">
                <a:solidFill>
                  <a:srgbClr val="F5F9FF"/>
                </a:solidFill>
                <a:latin typeface="Trebuchet MS"/>
                <a:cs typeface="Trebuchet MS"/>
              </a:rPr>
              <a:t>based</a:t>
            </a:r>
            <a:r>
              <a:rPr sz="2900" spc="-7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185" dirty="0">
                <a:solidFill>
                  <a:srgbClr val="F5F9FF"/>
                </a:solidFill>
                <a:latin typeface="Trebuchet MS"/>
                <a:cs typeface="Trebuchet MS"/>
              </a:rPr>
              <a:t>on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data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65" dirty="0">
                <a:solidFill>
                  <a:srgbClr val="F5F9FF"/>
                </a:solidFill>
                <a:latin typeface="Trebuchet MS"/>
                <a:cs typeface="Trebuchet MS"/>
              </a:rPr>
              <a:t>obtained</a:t>
            </a:r>
            <a:r>
              <a:rPr sz="2900" spc="-7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95" dirty="0">
                <a:solidFill>
                  <a:srgbClr val="F5F9FF"/>
                </a:solidFill>
                <a:latin typeface="Trebuchet MS"/>
                <a:cs typeface="Trebuchet MS"/>
              </a:rPr>
              <a:t>from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the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Digital</a:t>
            </a:r>
            <a:r>
              <a:rPr sz="2900" spc="-7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-10" dirty="0">
                <a:solidFill>
                  <a:srgbClr val="F5F9FF"/>
                </a:solidFill>
                <a:latin typeface="Trebuchet MS"/>
                <a:cs typeface="Trebuchet MS"/>
              </a:rPr>
              <a:t>Egypt </a:t>
            </a:r>
            <a:r>
              <a:rPr sz="2900" spc="85" dirty="0">
                <a:solidFill>
                  <a:srgbClr val="F5F9FF"/>
                </a:solidFill>
                <a:latin typeface="Trebuchet MS"/>
                <a:cs typeface="Trebuchet MS"/>
              </a:rPr>
              <a:t>Pioneers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-25" dirty="0">
                <a:solidFill>
                  <a:srgbClr val="F5F9FF"/>
                </a:solidFill>
                <a:latin typeface="Trebuchet MS"/>
                <a:cs typeface="Trebuchet MS"/>
              </a:rPr>
              <a:t>Initiative</a:t>
            </a:r>
            <a:r>
              <a:rPr sz="2900" spc="-6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(DEPI)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platform,</a:t>
            </a:r>
            <a:r>
              <a:rPr sz="2900" spc="-6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70" dirty="0">
                <a:solidFill>
                  <a:srgbClr val="F5F9FF"/>
                </a:solidFill>
                <a:latin typeface="Trebuchet MS"/>
                <a:cs typeface="Trebuchet MS"/>
              </a:rPr>
              <a:t>where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the</a:t>
            </a:r>
            <a:r>
              <a:rPr sz="2900" spc="-6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dataset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85" dirty="0">
                <a:solidFill>
                  <a:srgbClr val="F5F9FF"/>
                </a:solidFill>
                <a:latin typeface="Trebuchet MS"/>
                <a:cs typeface="Trebuchet MS"/>
              </a:rPr>
              <a:t>was </a:t>
            </a:r>
            <a:r>
              <a:rPr sz="2900" spc="75" dirty="0">
                <a:solidFill>
                  <a:srgbClr val="F5F9FF"/>
                </a:solidFill>
                <a:latin typeface="Trebuchet MS"/>
                <a:cs typeface="Trebuchet MS"/>
              </a:rPr>
              <a:t>provided</a:t>
            </a:r>
            <a:r>
              <a:rPr sz="2900" spc="2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for</a:t>
            </a:r>
            <a:r>
              <a:rPr sz="2900" spc="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educational</a:t>
            </a:r>
            <a:r>
              <a:rPr sz="2900" spc="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135" dirty="0">
                <a:solidFill>
                  <a:srgbClr val="F5F9FF"/>
                </a:solidFill>
                <a:latin typeface="Trebuchet MS"/>
                <a:cs typeface="Trebuchet MS"/>
              </a:rPr>
              <a:t>and</a:t>
            </a:r>
            <a:r>
              <a:rPr sz="2900" spc="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training</a:t>
            </a:r>
            <a:r>
              <a:rPr sz="2900" spc="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90" dirty="0">
                <a:solidFill>
                  <a:srgbClr val="F5F9FF"/>
                </a:solidFill>
                <a:latin typeface="Trebuchet MS"/>
                <a:cs typeface="Trebuchet MS"/>
              </a:rPr>
              <a:t>purposes.</a:t>
            </a:r>
            <a:r>
              <a:rPr sz="2900" spc="2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The</a:t>
            </a:r>
            <a:r>
              <a:rPr sz="2900" spc="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data</a:t>
            </a:r>
            <a:r>
              <a:rPr sz="2900" spc="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-25" dirty="0">
                <a:solidFill>
                  <a:srgbClr val="F5F9FF"/>
                </a:solidFill>
                <a:latin typeface="Trebuchet MS"/>
                <a:cs typeface="Trebuchet MS"/>
              </a:rPr>
              <a:t>is 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well-</a:t>
            </a:r>
            <a:r>
              <a:rPr sz="2900" spc="50" dirty="0">
                <a:solidFill>
                  <a:srgbClr val="F5F9FF"/>
                </a:solidFill>
                <a:latin typeface="Trebuchet MS"/>
                <a:cs typeface="Trebuchet MS"/>
              </a:rPr>
              <a:t>structured</a:t>
            </a:r>
            <a:r>
              <a:rPr sz="29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135" dirty="0">
                <a:solidFill>
                  <a:srgbClr val="F5F9FF"/>
                </a:solidFill>
                <a:latin typeface="Trebuchet MS"/>
                <a:cs typeface="Trebuchet MS"/>
              </a:rPr>
              <a:t>and</a:t>
            </a:r>
            <a:r>
              <a:rPr sz="29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-35" dirty="0">
                <a:solidFill>
                  <a:srgbClr val="F5F9FF"/>
                </a:solidFill>
                <a:latin typeface="Trebuchet MS"/>
                <a:cs typeface="Trebuchet MS"/>
              </a:rPr>
              <a:t>reliable,</a:t>
            </a:r>
            <a:r>
              <a:rPr sz="29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95" dirty="0">
                <a:solidFill>
                  <a:srgbClr val="F5F9FF"/>
                </a:solidFill>
                <a:latin typeface="Trebuchet MS"/>
                <a:cs typeface="Trebuchet MS"/>
              </a:rPr>
              <a:t>making</a:t>
            </a:r>
            <a:r>
              <a:rPr sz="2900" spc="-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-125" dirty="0">
                <a:solidFill>
                  <a:srgbClr val="F5F9FF"/>
                </a:solidFill>
                <a:latin typeface="Trebuchet MS"/>
                <a:cs typeface="Trebuchet MS"/>
              </a:rPr>
              <a:t>it</a:t>
            </a:r>
            <a:r>
              <a:rPr sz="29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suitable</a:t>
            </a:r>
            <a:r>
              <a:rPr sz="29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for</a:t>
            </a:r>
            <a:r>
              <a:rPr sz="2900" spc="-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60" dirty="0">
                <a:solidFill>
                  <a:srgbClr val="F5F9FF"/>
                </a:solidFill>
                <a:latin typeface="Trebuchet MS"/>
                <a:cs typeface="Trebuchet MS"/>
              </a:rPr>
              <a:t>analysis</a:t>
            </a:r>
            <a:r>
              <a:rPr sz="29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110" dirty="0">
                <a:solidFill>
                  <a:srgbClr val="F5F9FF"/>
                </a:solidFill>
                <a:latin typeface="Trebuchet MS"/>
                <a:cs typeface="Trebuchet MS"/>
              </a:rPr>
              <a:t>and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interpretation.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85" dirty="0">
                <a:solidFill>
                  <a:srgbClr val="F5F9FF"/>
                </a:solidFill>
                <a:latin typeface="Trebuchet MS"/>
                <a:cs typeface="Trebuchet MS"/>
              </a:rPr>
              <a:t>In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addition,</a:t>
            </a:r>
            <a:r>
              <a:rPr sz="2900" spc="-6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80" dirty="0">
                <a:solidFill>
                  <a:srgbClr val="F5F9FF"/>
                </a:solidFill>
                <a:latin typeface="Trebuchet MS"/>
                <a:cs typeface="Trebuchet MS"/>
              </a:rPr>
              <a:t>Data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Quality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60" dirty="0">
                <a:solidFill>
                  <a:srgbClr val="F5F9FF"/>
                </a:solidFill>
                <a:latin typeface="Trebuchet MS"/>
                <a:cs typeface="Trebuchet MS"/>
              </a:rPr>
              <a:t>Control</a:t>
            </a:r>
            <a:r>
              <a:rPr sz="2900" spc="-6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-20" dirty="0">
                <a:solidFill>
                  <a:srgbClr val="F5F9FF"/>
                </a:solidFill>
                <a:latin typeface="Trebuchet MS"/>
                <a:cs typeface="Trebuchet MS"/>
              </a:rPr>
              <a:t>(QC) </a:t>
            </a:r>
            <a:r>
              <a:rPr sz="2900" spc="95" dirty="0">
                <a:solidFill>
                  <a:srgbClr val="F5F9FF"/>
                </a:solidFill>
                <a:latin typeface="Trebuchet MS"/>
                <a:cs typeface="Trebuchet MS"/>
              </a:rPr>
              <a:t>procedures</a:t>
            </a:r>
            <a:r>
              <a:rPr sz="2900" spc="-8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were</a:t>
            </a:r>
            <a:r>
              <a:rPr sz="2900" spc="-7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45" dirty="0">
                <a:solidFill>
                  <a:srgbClr val="F5F9FF"/>
                </a:solidFill>
                <a:latin typeface="Trebuchet MS"/>
                <a:cs typeface="Trebuchet MS"/>
              </a:rPr>
              <a:t>applied</a:t>
            </a:r>
            <a:r>
              <a:rPr sz="2900" spc="-7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to</a:t>
            </a:r>
            <a:r>
              <a:rPr sz="2900" spc="-7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110" dirty="0">
                <a:solidFill>
                  <a:srgbClr val="F5F9FF"/>
                </a:solidFill>
                <a:latin typeface="Trebuchet MS"/>
                <a:cs typeface="Trebuchet MS"/>
              </a:rPr>
              <a:t>ensure</a:t>
            </a:r>
            <a:r>
              <a:rPr sz="2900" spc="-7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the</a:t>
            </a:r>
            <a:r>
              <a:rPr sz="2900" spc="-7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-10" dirty="0">
                <a:solidFill>
                  <a:srgbClr val="F5F9FF"/>
                </a:solidFill>
                <a:latin typeface="Trebuchet MS"/>
                <a:cs typeface="Trebuchet MS"/>
              </a:rPr>
              <a:t>accuracy,</a:t>
            </a:r>
            <a:r>
              <a:rPr sz="2900" spc="-7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-10" dirty="0">
                <a:solidFill>
                  <a:srgbClr val="F5F9FF"/>
                </a:solidFill>
                <a:latin typeface="Trebuchet MS"/>
                <a:cs typeface="Trebuchet MS"/>
              </a:rPr>
              <a:t>consistency, </a:t>
            </a:r>
            <a:r>
              <a:rPr sz="2900" spc="135" dirty="0">
                <a:solidFill>
                  <a:srgbClr val="F5F9FF"/>
                </a:solidFill>
                <a:latin typeface="Trebuchet MS"/>
                <a:cs typeface="Trebuchet MS"/>
              </a:rPr>
              <a:t>and</a:t>
            </a:r>
            <a:r>
              <a:rPr sz="29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75" dirty="0">
                <a:solidFill>
                  <a:srgbClr val="F5F9FF"/>
                </a:solidFill>
                <a:latin typeface="Trebuchet MS"/>
                <a:cs typeface="Trebuchet MS"/>
              </a:rPr>
              <a:t>completeness</a:t>
            </a:r>
            <a:r>
              <a:rPr sz="29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of</a:t>
            </a:r>
            <a:r>
              <a:rPr sz="29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the</a:t>
            </a:r>
            <a:r>
              <a:rPr sz="29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data</a:t>
            </a:r>
            <a:r>
              <a:rPr sz="2900" spc="-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55" dirty="0">
                <a:solidFill>
                  <a:srgbClr val="F5F9FF"/>
                </a:solidFill>
                <a:latin typeface="Trebuchet MS"/>
                <a:cs typeface="Trebuchet MS"/>
              </a:rPr>
              <a:t>before</a:t>
            </a:r>
            <a:r>
              <a:rPr sz="29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60" dirty="0">
                <a:solidFill>
                  <a:srgbClr val="F5F9FF"/>
                </a:solidFill>
                <a:latin typeface="Trebuchet MS"/>
                <a:cs typeface="Trebuchet MS"/>
              </a:rPr>
              <a:t>conducting</a:t>
            </a:r>
            <a:r>
              <a:rPr sz="29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the</a:t>
            </a:r>
            <a:r>
              <a:rPr sz="29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-10" dirty="0">
                <a:solidFill>
                  <a:srgbClr val="F5F9FF"/>
                </a:solidFill>
                <a:latin typeface="Trebuchet MS"/>
                <a:cs typeface="Trebuchet MS"/>
              </a:rPr>
              <a:t>analysis.</a:t>
            </a:r>
            <a:endParaRPr sz="2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39621" rIns="0" bIns="0" rtlCol="0">
            <a:spAutoFit/>
          </a:bodyPr>
          <a:lstStyle/>
          <a:p>
            <a:pPr marL="1064260">
              <a:lnSpc>
                <a:spcPct val="100000"/>
              </a:lnSpc>
              <a:spcBef>
                <a:spcPts val="100"/>
              </a:spcBef>
            </a:pPr>
            <a:r>
              <a:rPr spc="-300" dirty="0"/>
              <a:t>Problem</a:t>
            </a:r>
            <a:r>
              <a:rPr spc="-465" dirty="0"/>
              <a:t> </a:t>
            </a:r>
            <a:r>
              <a:rPr spc="-360" dirty="0"/>
              <a:t>Statement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99590" y="3411042"/>
            <a:ext cx="9165590" cy="4735195"/>
            <a:chOff x="1499590" y="3411042"/>
            <a:chExt cx="9165590" cy="4735195"/>
          </a:xfrm>
        </p:grpSpPr>
        <p:sp>
          <p:nvSpPr>
            <p:cNvPr id="4" name="object 4"/>
            <p:cNvSpPr/>
            <p:nvPr/>
          </p:nvSpPr>
          <p:spPr>
            <a:xfrm>
              <a:off x="1499590" y="3977691"/>
              <a:ext cx="9165590" cy="4168140"/>
            </a:xfrm>
            <a:custGeom>
              <a:avLst/>
              <a:gdLst/>
              <a:ahLst/>
              <a:cxnLst/>
              <a:rect l="l" t="t" r="r" b="b"/>
              <a:pathLst>
                <a:path w="9165590" h="4168140">
                  <a:moveTo>
                    <a:pt x="8841358" y="0"/>
                  </a:moveTo>
                  <a:lnTo>
                    <a:pt x="323849" y="0"/>
                  </a:lnTo>
                  <a:lnTo>
                    <a:pt x="272883" y="4034"/>
                  </a:lnTo>
                  <a:lnTo>
                    <a:pt x="223630" y="15898"/>
                  </a:lnTo>
                  <a:lnTo>
                    <a:pt x="176961" y="35230"/>
                  </a:lnTo>
                  <a:lnTo>
                    <a:pt x="133747" y="61670"/>
                  </a:lnTo>
                  <a:lnTo>
                    <a:pt x="94856" y="94856"/>
                  </a:lnTo>
                  <a:lnTo>
                    <a:pt x="61665" y="133747"/>
                  </a:lnTo>
                  <a:lnTo>
                    <a:pt x="35225" y="176961"/>
                  </a:lnTo>
                  <a:lnTo>
                    <a:pt x="15895" y="223630"/>
                  </a:lnTo>
                  <a:lnTo>
                    <a:pt x="4033" y="272883"/>
                  </a:lnTo>
                  <a:lnTo>
                    <a:pt x="0" y="323849"/>
                  </a:lnTo>
                  <a:lnTo>
                    <a:pt x="0" y="3844264"/>
                  </a:lnTo>
                  <a:lnTo>
                    <a:pt x="4033" y="3895225"/>
                  </a:lnTo>
                  <a:lnTo>
                    <a:pt x="15895" y="3944474"/>
                  </a:lnTo>
                  <a:lnTo>
                    <a:pt x="35225" y="3991143"/>
                  </a:lnTo>
                  <a:lnTo>
                    <a:pt x="61665" y="4034361"/>
                  </a:lnTo>
                  <a:lnTo>
                    <a:pt x="94856" y="4073258"/>
                  </a:lnTo>
                  <a:lnTo>
                    <a:pt x="133747" y="4106443"/>
                  </a:lnTo>
                  <a:lnTo>
                    <a:pt x="176961" y="4132883"/>
                  </a:lnTo>
                  <a:lnTo>
                    <a:pt x="223630" y="4152215"/>
                  </a:lnTo>
                  <a:lnTo>
                    <a:pt x="272883" y="4164079"/>
                  </a:lnTo>
                  <a:lnTo>
                    <a:pt x="323849" y="4168114"/>
                  </a:lnTo>
                  <a:lnTo>
                    <a:pt x="8841358" y="4168114"/>
                  </a:lnTo>
                  <a:lnTo>
                    <a:pt x="8892324" y="4164079"/>
                  </a:lnTo>
                  <a:lnTo>
                    <a:pt x="8941574" y="4152215"/>
                  </a:lnTo>
                  <a:lnTo>
                    <a:pt x="8988241" y="4132883"/>
                  </a:lnTo>
                  <a:lnTo>
                    <a:pt x="9031456" y="4106443"/>
                  </a:lnTo>
                  <a:lnTo>
                    <a:pt x="9070352" y="4073258"/>
                  </a:lnTo>
                  <a:lnTo>
                    <a:pt x="9103538" y="4034361"/>
                  </a:lnTo>
                  <a:lnTo>
                    <a:pt x="9129977" y="3991143"/>
                  </a:lnTo>
                  <a:lnTo>
                    <a:pt x="9149309" y="3944474"/>
                  </a:lnTo>
                  <a:lnTo>
                    <a:pt x="9161173" y="3895225"/>
                  </a:lnTo>
                  <a:lnTo>
                    <a:pt x="9165208" y="3844264"/>
                  </a:lnTo>
                  <a:lnTo>
                    <a:pt x="9165208" y="323849"/>
                  </a:lnTo>
                  <a:lnTo>
                    <a:pt x="9161173" y="272883"/>
                  </a:lnTo>
                  <a:lnTo>
                    <a:pt x="9149309" y="223630"/>
                  </a:lnTo>
                  <a:lnTo>
                    <a:pt x="9129977" y="176961"/>
                  </a:lnTo>
                  <a:lnTo>
                    <a:pt x="9103538" y="133747"/>
                  </a:lnTo>
                  <a:lnTo>
                    <a:pt x="9070352" y="94856"/>
                  </a:lnTo>
                  <a:lnTo>
                    <a:pt x="9031456" y="61670"/>
                  </a:lnTo>
                  <a:lnTo>
                    <a:pt x="8988241" y="35230"/>
                  </a:lnTo>
                  <a:lnTo>
                    <a:pt x="8941574" y="15898"/>
                  </a:lnTo>
                  <a:lnTo>
                    <a:pt x="8892324" y="4034"/>
                  </a:lnTo>
                  <a:lnTo>
                    <a:pt x="8841358" y="0"/>
                  </a:lnTo>
                  <a:close/>
                </a:path>
              </a:pathLst>
            </a:custGeom>
            <a:solidFill>
              <a:srgbClr val="2F5E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02408" y="3411042"/>
              <a:ext cx="3128010" cy="1133475"/>
            </a:xfrm>
            <a:custGeom>
              <a:avLst/>
              <a:gdLst/>
              <a:ahLst/>
              <a:cxnLst/>
              <a:rect l="l" t="t" r="r" b="b"/>
              <a:pathLst>
                <a:path w="3128010" h="1133475">
                  <a:moveTo>
                    <a:pt x="2965945" y="0"/>
                  </a:moveTo>
                  <a:lnTo>
                    <a:pt x="161924" y="0"/>
                  </a:lnTo>
                  <a:lnTo>
                    <a:pt x="130191" y="3139"/>
                  </a:lnTo>
                  <a:lnTo>
                    <a:pt x="72095" y="27201"/>
                  </a:lnTo>
                  <a:lnTo>
                    <a:pt x="27212" y="72083"/>
                  </a:lnTo>
                  <a:lnTo>
                    <a:pt x="3141" y="130183"/>
                  </a:lnTo>
                  <a:lnTo>
                    <a:pt x="0" y="161924"/>
                  </a:lnTo>
                  <a:lnTo>
                    <a:pt x="0" y="971384"/>
                  </a:lnTo>
                  <a:lnTo>
                    <a:pt x="12330" y="1033344"/>
                  </a:lnTo>
                  <a:lnTo>
                    <a:pt x="47434" y="1085875"/>
                  </a:lnTo>
                  <a:lnTo>
                    <a:pt x="99964" y="1120979"/>
                  </a:lnTo>
                  <a:lnTo>
                    <a:pt x="161924" y="1133309"/>
                  </a:lnTo>
                  <a:lnTo>
                    <a:pt x="2965945" y="1133309"/>
                  </a:lnTo>
                  <a:lnTo>
                    <a:pt x="3027916" y="1120979"/>
                  </a:lnTo>
                  <a:lnTo>
                    <a:pt x="3080448" y="1085875"/>
                  </a:lnTo>
                  <a:lnTo>
                    <a:pt x="3115546" y="1033344"/>
                  </a:lnTo>
                  <a:lnTo>
                    <a:pt x="3127870" y="971384"/>
                  </a:lnTo>
                  <a:lnTo>
                    <a:pt x="3127870" y="161924"/>
                  </a:lnTo>
                  <a:lnTo>
                    <a:pt x="3115546" y="99953"/>
                  </a:lnTo>
                  <a:lnTo>
                    <a:pt x="3080448" y="47421"/>
                  </a:lnTo>
                  <a:lnTo>
                    <a:pt x="3027916" y="12323"/>
                  </a:lnTo>
                  <a:lnTo>
                    <a:pt x="2965945" y="0"/>
                  </a:lnTo>
                  <a:close/>
                </a:path>
              </a:pathLst>
            </a:custGeom>
            <a:solidFill>
              <a:srgbClr val="2B3D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989708" y="3642760"/>
            <a:ext cx="5006340" cy="1441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sz="4000" b="1" spc="-305" dirty="0">
                <a:solidFill>
                  <a:srgbClr val="F5F9FF"/>
                </a:solidFill>
                <a:latin typeface="Tahoma"/>
                <a:cs typeface="Tahoma"/>
              </a:rPr>
              <a:t>Challenges:</a:t>
            </a:r>
            <a:endParaRPr sz="4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0"/>
              </a:spcBef>
            </a:pP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Companies</a:t>
            </a:r>
            <a:r>
              <a:rPr sz="2500" spc="-114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often</a:t>
            </a:r>
            <a:r>
              <a:rPr sz="2500" spc="-114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face</a:t>
            </a:r>
            <a:r>
              <a:rPr sz="2500" spc="-114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25" dirty="0">
                <a:solidFill>
                  <a:srgbClr val="F5F9FF"/>
                </a:solidFill>
                <a:latin typeface="Tahoma"/>
                <a:cs typeface="Tahoma"/>
              </a:rPr>
              <a:t>challenges</a:t>
            </a:r>
            <a:r>
              <a:rPr sz="2500" spc="-114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25" dirty="0">
                <a:solidFill>
                  <a:srgbClr val="F5F9FF"/>
                </a:solidFill>
                <a:latin typeface="Tahoma"/>
                <a:cs typeface="Tahoma"/>
              </a:rPr>
              <a:t>in:</a:t>
            </a:r>
            <a:endParaRPr sz="25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78633" y="5407952"/>
            <a:ext cx="104775" cy="2314575"/>
            <a:chOff x="2278633" y="5407952"/>
            <a:chExt cx="104775" cy="231457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8633" y="5407952"/>
              <a:ext cx="104775" cy="1047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8633" y="5960402"/>
              <a:ext cx="104775" cy="1047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8633" y="6512852"/>
              <a:ext cx="104775" cy="1047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8633" y="7065302"/>
              <a:ext cx="104775" cy="1047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8633" y="7617752"/>
              <a:ext cx="104775" cy="10477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529370" y="5058695"/>
            <a:ext cx="7345045" cy="2787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6545">
              <a:lnSpc>
                <a:spcPct val="145000"/>
              </a:lnSpc>
              <a:spcBef>
                <a:spcPts val="100"/>
              </a:spcBef>
            </a:pPr>
            <a:r>
              <a:rPr sz="2500" spc="-25" dirty="0">
                <a:solidFill>
                  <a:srgbClr val="F5F9FF"/>
                </a:solidFill>
                <a:latin typeface="Tahoma"/>
                <a:cs typeface="Tahoma"/>
              </a:rPr>
              <a:t>Identifying</a:t>
            </a:r>
            <a:r>
              <a:rPr sz="2500" spc="-135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profitable</a:t>
            </a:r>
            <a:r>
              <a:rPr sz="2500" spc="-195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vs</a:t>
            </a:r>
            <a:r>
              <a:rPr sz="2500" spc="-13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5F9FF"/>
                </a:solidFill>
                <a:latin typeface="Tahoma"/>
                <a:cs typeface="Tahoma"/>
              </a:rPr>
              <a:t>underperforming</a:t>
            </a:r>
            <a:r>
              <a:rPr sz="2500" spc="-135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5F9FF"/>
                </a:solidFill>
                <a:latin typeface="Tahoma"/>
                <a:cs typeface="Tahoma"/>
              </a:rPr>
              <a:t>products </a:t>
            </a:r>
            <a:r>
              <a:rPr sz="2500" spc="-25" dirty="0">
                <a:solidFill>
                  <a:srgbClr val="F5F9FF"/>
                </a:solidFill>
                <a:latin typeface="Tahoma"/>
                <a:cs typeface="Tahoma"/>
              </a:rPr>
              <a:t>Evaluating</a:t>
            </a:r>
            <a:r>
              <a:rPr sz="2500" spc="-11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5F9FF"/>
                </a:solidFill>
                <a:latin typeface="Tahoma"/>
                <a:cs typeface="Tahoma"/>
              </a:rPr>
              <a:t>supplier</a:t>
            </a:r>
            <a:r>
              <a:rPr sz="2500" spc="-165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reliability</a:t>
            </a:r>
            <a:r>
              <a:rPr sz="2500" spc="-17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35" dirty="0">
                <a:solidFill>
                  <a:srgbClr val="F5F9FF"/>
                </a:solidFill>
                <a:latin typeface="Tahoma"/>
                <a:cs typeface="Tahoma"/>
              </a:rPr>
              <a:t>and</a:t>
            </a:r>
            <a:r>
              <a:rPr sz="2500" spc="-11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cost</a:t>
            </a:r>
            <a:r>
              <a:rPr sz="2500" spc="-11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5F9FF"/>
                </a:solidFill>
                <a:latin typeface="Tahoma"/>
                <a:cs typeface="Tahoma"/>
              </a:rPr>
              <a:t>efficiency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Managing</a:t>
            </a:r>
            <a:r>
              <a:rPr sz="2500" spc="-14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inventory</a:t>
            </a:r>
            <a:r>
              <a:rPr sz="2500" spc="-20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risks</a:t>
            </a:r>
            <a:r>
              <a:rPr sz="2500" spc="-14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30" dirty="0">
                <a:solidFill>
                  <a:srgbClr val="F5F9FF"/>
                </a:solidFill>
                <a:latin typeface="Tahoma"/>
                <a:cs typeface="Tahoma"/>
              </a:rPr>
              <a:t>(overstock</a:t>
            </a:r>
            <a:r>
              <a:rPr sz="2500" spc="-135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170" dirty="0">
                <a:solidFill>
                  <a:srgbClr val="F5F9FF"/>
                </a:solidFill>
                <a:latin typeface="Tahoma"/>
                <a:cs typeface="Tahoma"/>
              </a:rPr>
              <a:t>/</a:t>
            </a:r>
            <a:r>
              <a:rPr sz="2500" spc="-14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5F9FF"/>
                </a:solidFill>
                <a:latin typeface="Tahoma"/>
                <a:cs typeface="Tahoma"/>
              </a:rPr>
              <a:t>stockouts)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Optimizing</a:t>
            </a:r>
            <a:r>
              <a:rPr sz="2500" spc="-11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20" dirty="0">
                <a:solidFill>
                  <a:srgbClr val="F5F9FF"/>
                </a:solidFill>
                <a:latin typeface="Tahoma"/>
                <a:cs typeface="Tahoma"/>
              </a:rPr>
              <a:t>shipping</a:t>
            </a:r>
            <a:r>
              <a:rPr sz="2500" spc="-105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time</a:t>
            </a:r>
            <a:r>
              <a:rPr sz="2500" spc="-11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35" dirty="0">
                <a:solidFill>
                  <a:srgbClr val="F5F9FF"/>
                </a:solidFill>
                <a:latin typeface="Tahoma"/>
                <a:cs typeface="Tahoma"/>
              </a:rPr>
              <a:t>and</a:t>
            </a:r>
            <a:r>
              <a:rPr sz="2500" spc="-105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5F9FF"/>
                </a:solidFill>
                <a:latin typeface="Tahoma"/>
                <a:cs typeface="Tahoma"/>
              </a:rPr>
              <a:t>costs</a:t>
            </a:r>
            <a:endParaRPr sz="2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2500" spc="-10" dirty="0">
                <a:solidFill>
                  <a:srgbClr val="F5F9FF"/>
                </a:solidFill>
                <a:latin typeface="Tahoma"/>
                <a:cs typeface="Tahoma"/>
              </a:rPr>
              <a:t>Understanding</a:t>
            </a:r>
            <a:r>
              <a:rPr sz="2500" spc="-12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customer</a:t>
            </a:r>
            <a:r>
              <a:rPr sz="2500" spc="-175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5F9FF"/>
                </a:solidFill>
                <a:latin typeface="Tahoma"/>
                <a:cs typeface="Tahoma"/>
              </a:rPr>
              <a:t>behavior</a:t>
            </a:r>
            <a:r>
              <a:rPr sz="2500" spc="-17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35" dirty="0">
                <a:solidFill>
                  <a:srgbClr val="F5F9FF"/>
                </a:solidFill>
                <a:latin typeface="Tahoma"/>
                <a:cs typeface="Tahoma"/>
              </a:rPr>
              <a:t>and</a:t>
            </a:r>
            <a:r>
              <a:rPr sz="2500" spc="-12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25" dirty="0">
                <a:solidFill>
                  <a:srgbClr val="F5F9FF"/>
                </a:solidFill>
                <a:latin typeface="Tahoma"/>
                <a:cs typeface="Tahoma"/>
              </a:rPr>
              <a:t>market</a:t>
            </a:r>
            <a:r>
              <a:rPr sz="2500" spc="-12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5F9FF"/>
                </a:solidFill>
                <a:latin typeface="Tahoma"/>
                <a:cs typeface="Tahoma"/>
              </a:rPr>
              <a:t>trends</a:t>
            </a:r>
            <a:endParaRPr sz="25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1380050" y="5778411"/>
            <a:ext cx="5763895" cy="3480435"/>
            <a:chOff x="11380050" y="5778411"/>
            <a:chExt cx="5763895" cy="3480435"/>
          </a:xfrm>
        </p:grpSpPr>
        <p:sp>
          <p:nvSpPr>
            <p:cNvPr id="15" name="object 15"/>
            <p:cNvSpPr/>
            <p:nvPr/>
          </p:nvSpPr>
          <p:spPr>
            <a:xfrm>
              <a:off x="11380050" y="5778411"/>
              <a:ext cx="5763895" cy="3480435"/>
            </a:xfrm>
            <a:custGeom>
              <a:avLst/>
              <a:gdLst/>
              <a:ahLst/>
              <a:cxnLst/>
              <a:rect l="l" t="t" r="r" b="b"/>
              <a:pathLst>
                <a:path w="5763894" h="3480434">
                  <a:moveTo>
                    <a:pt x="5439701" y="0"/>
                  </a:moveTo>
                  <a:lnTo>
                    <a:pt x="323723" y="0"/>
                  </a:lnTo>
                  <a:lnTo>
                    <a:pt x="272750" y="4034"/>
                  </a:lnTo>
                  <a:lnTo>
                    <a:pt x="223493" y="15898"/>
                  </a:lnTo>
                  <a:lnTo>
                    <a:pt x="176822" y="35230"/>
                  </a:lnTo>
                  <a:lnTo>
                    <a:pt x="133607" y="61670"/>
                  </a:lnTo>
                  <a:lnTo>
                    <a:pt x="94716" y="94856"/>
                  </a:lnTo>
                  <a:lnTo>
                    <a:pt x="61532" y="133751"/>
                  </a:lnTo>
                  <a:lnTo>
                    <a:pt x="35095" y="176967"/>
                  </a:lnTo>
                  <a:lnTo>
                    <a:pt x="15767" y="223633"/>
                  </a:lnTo>
                  <a:lnTo>
                    <a:pt x="3906" y="272884"/>
                  </a:lnTo>
                  <a:lnTo>
                    <a:pt x="0" y="322247"/>
                  </a:lnTo>
                  <a:lnTo>
                    <a:pt x="0" y="3157641"/>
                  </a:lnTo>
                  <a:lnTo>
                    <a:pt x="3906" y="3207004"/>
                  </a:lnTo>
                  <a:lnTo>
                    <a:pt x="15767" y="3256257"/>
                  </a:lnTo>
                  <a:lnTo>
                    <a:pt x="35095" y="3302926"/>
                  </a:lnTo>
                  <a:lnTo>
                    <a:pt x="61532" y="3346141"/>
                  </a:lnTo>
                  <a:lnTo>
                    <a:pt x="94716" y="3385034"/>
                  </a:lnTo>
                  <a:lnTo>
                    <a:pt x="133607" y="3418221"/>
                  </a:lnTo>
                  <a:lnTo>
                    <a:pt x="176822" y="3444660"/>
                  </a:lnTo>
                  <a:lnTo>
                    <a:pt x="223493" y="3463991"/>
                  </a:lnTo>
                  <a:lnTo>
                    <a:pt x="272750" y="3475854"/>
                  </a:lnTo>
                  <a:lnTo>
                    <a:pt x="323723" y="3479888"/>
                  </a:lnTo>
                  <a:lnTo>
                    <a:pt x="5439701" y="3479888"/>
                  </a:lnTo>
                  <a:lnTo>
                    <a:pt x="5490655" y="3475854"/>
                  </a:lnTo>
                  <a:lnTo>
                    <a:pt x="5539908" y="3463991"/>
                  </a:lnTo>
                  <a:lnTo>
                    <a:pt x="5586582" y="3444660"/>
                  </a:lnTo>
                  <a:lnTo>
                    <a:pt x="5629799" y="3418221"/>
                  </a:lnTo>
                  <a:lnTo>
                    <a:pt x="5668682" y="3385034"/>
                  </a:lnTo>
                  <a:lnTo>
                    <a:pt x="5701860" y="3346141"/>
                  </a:lnTo>
                  <a:lnTo>
                    <a:pt x="5728301" y="3302926"/>
                  </a:lnTo>
                  <a:lnTo>
                    <a:pt x="5747641" y="3256257"/>
                  </a:lnTo>
                  <a:lnTo>
                    <a:pt x="5759513" y="3207004"/>
                  </a:lnTo>
                  <a:lnTo>
                    <a:pt x="5763424" y="3157641"/>
                  </a:lnTo>
                  <a:lnTo>
                    <a:pt x="5763424" y="322247"/>
                  </a:lnTo>
                  <a:lnTo>
                    <a:pt x="5759513" y="272884"/>
                  </a:lnTo>
                  <a:lnTo>
                    <a:pt x="5747641" y="223633"/>
                  </a:lnTo>
                  <a:lnTo>
                    <a:pt x="5728301" y="176967"/>
                  </a:lnTo>
                  <a:lnTo>
                    <a:pt x="5701860" y="133751"/>
                  </a:lnTo>
                  <a:lnTo>
                    <a:pt x="5668682" y="94856"/>
                  </a:lnTo>
                  <a:lnTo>
                    <a:pt x="5629799" y="61670"/>
                  </a:lnTo>
                  <a:lnTo>
                    <a:pt x="5586582" y="35230"/>
                  </a:lnTo>
                  <a:lnTo>
                    <a:pt x="5539908" y="15898"/>
                  </a:lnTo>
                  <a:lnTo>
                    <a:pt x="5490655" y="4034"/>
                  </a:lnTo>
                  <a:lnTo>
                    <a:pt x="5439701" y="0"/>
                  </a:lnTo>
                  <a:close/>
                </a:path>
              </a:pathLst>
            </a:custGeom>
            <a:solidFill>
              <a:srgbClr val="2F5E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97195" y="7505737"/>
              <a:ext cx="104775" cy="1047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97195" y="8058187"/>
              <a:ext cx="104775" cy="10477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97195" y="8610637"/>
              <a:ext cx="104775" cy="104775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1708269" y="6604031"/>
            <a:ext cx="4917440" cy="2235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1815" marR="5080" indent="-539750">
              <a:lnSpc>
                <a:spcPct val="145000"/>
              </a:lnSpc>
              <a:spcBef>
                <a:spcPts val="100"/>
              </a:spcBef>
            </a:pP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Lack</a:t>
            </a:r>
            <a:r>
              <a:rPr sz="2500" spc="-12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of</a:t>
            </a:r>
            <a:r>
              <a:rPr sz="2500" spc="-16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20" dirty="0">
                <a:solidFill>
                  <a:srgbClr val="F5F9FF"/>
                </a:solidFill>
                <a:latin typeface="Tahoma"/>
                <a:cs typeface="Tahoma"/>
              </a:rPr>
              <a:t>integrated</a:t>
            </a:r>
            <a:r>
              <a:rPr sz="2500" spc="-114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20" dirty="0">
                <a:solidFill>
                  <a:srgbClr val="F5F9FF"/>
                </a:solidFill>
                <a:latin typeface="Tahoma"/>
                <a:cs typeface="Tahoma"/>
              </a:rPr>
              <a:t>insights</a:t>
            </a:r>
            <a:r>
              <a:rPr sz="2500" spc="-114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20" dirty="0">
                <a:solidFill>
                  <a:srgbClr val="F5F9FF"/>
                </a:solidFill>
                <a:latin typeface="Tahoma"/>
                <a:cs typeface="Tahoma"/>
              </a:rPr>
              <a:t>leads</a:t>
            </a:r>
            <a:r>
              <a:rPr sz="2500" spc="-12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25" dirty="0">
                <a:solidFill>
                  <a:srgbClr val="F5F9FF"/>
                </a:solidFill>
                <a:latin typeface="Tahoma"/>
                <a:cs typeface="Tahoma"/>
              </a:rPr>
              <a:t>to: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Poor</a:t>
            </a:r>
            <a:r>
              <a:rPr sz="2500" spc="3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decision-</a:t>
            </a:r>
            <a:r>
              <a:rPr sz="2500" spc="-10" dirty="0">
                <a:solidFill>
                  <a:srgbClr val="F5F9FF"/>
                </a:solidFill>
                <a:latin typeface="Tahoma"/>
                <a:cs typeface="Tahoma"/>
              </a:rPr>
              <a:t>making </a:t>
            </a:r>
            <a:r>
              <a:rPr sz="2500" spc="-50" dirty="0">
                <a:solidFill>
                  <a:srgbClr val="F5F9FF"/>
                </a:solidFill>
                <a:latin typeface="Tahoma"/>
                <a:cs typeface="Tahoma"/>
              </a:rPr>
              <a:t>Increased</a:t>
            </a:r>
            <a:r>
              <a:rPr sz="2500" spc="-15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operational</a:t>
            </a:r>
            <a:r>
              <a:rPr sz="2500" spc="-145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5F9FF"/>
                </a:solidFill>
                <a:latin typeface="Tahoma"/>
                <a:cs typeface="Tahoma"/>
              </a:rPr>
              <a:t>costs </a:t>
            </a:r>
            <a:r>
              <a:rPr sz="2500" spc="50" dirty="0">
                <a:solidFill>
                  <a:srgbClr val="F5F9FF"/>
                </a:solidFill>
                <a:latin typeface="Tahoma"/>
                <a:cs typeface="Tahoma"/>
              </a:rPr>
              <a:t>Missed</a:t>
            </a:r>
            <a:r>
              <a:rPr sz="2500" spc="-13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20" dirty="0">
                <a:solidFill>
                  <a:srgbClr val="F5F9FF"/>
                </a:solidFill>
                <a:latin typeface="Tahoma"/>
                <a:cs typeface="Tahoma"/>
              </a:rPr>
              <a:t>revenue</a:t>
            </a:r>
            <a:r>
              <a:rPr sz="2500" spc="-13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5F9FF"/>
                </a:solidFill>
                <a:latin typeface="Tahoma"/>
                <a:cs typeface="Tahoma"/>
              </a:rPr>
              <a:t>opportunities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720969" y="5211761"/>
            <a:ext cx="2120900" cy="1133475"/>
          </a:xfrm>
          <a:custGeom>
            <a:avLst/>
            <a:gdLst/>
            <a:ahLst/>
            <a:cxnLst/>
            <a:rect l="l" t="t" r="r" b="b"/>
            <a:pathLst>
              <a:path w="2120900" h="1133475">
                <a:moveTo>
                  <a:pt x="1959597" y="0"/>
                </a:moveTo>
                <a:lnTo>
                  <a:pt x="161924" y="0"/>
                </a:lnTo>
                <a:lnTo>
                  <a:pt x="130183" y="3140"/>
                </a:lnTo>
                <a:lnTo>
                  <a:pt x="72083" y="27202"/>
                </a:lnTo>
                <a:lnTo>
                  <a:pt x="27201" y="72084"/>
                </a:lnTo>
                <a:lnTo>
                  <a:pt x="3139" y="130185"/>
                </a:lnTo>
                <a:lnTo>
                  <a:pt x="0" y="161926"/>
                </a:lnTo>
                <a:lnTo>
                  <a:pt x="0" y="971386"/>
                </a:lnTo>
                <a:lnTo>
                  <a:pt x="12323" y="1033357"/>
                </a:lnTo>
                <a:lnTo>
                  <a:pt x="47421" y="1085889"/>
                </a:lnTo>
                <a:lnTo>
                  <a:pt x="99953" y="1120987"/>
                </a:lnTo>
                <a:lnTo>
                  <a:pt x="161924" y="1133311"/>
                </a:lnTo>
                <a:lnTo>
                  <a:pt x="1959597" y="1133311"/>
                </a:lnTo>
                <a:lnTo>
                  <a:pt x="2021541" y="1120987"/>
                </a:lnTo>
                <a:lnTo>
                  <a:pt x="2074151" y="1085889"/>
                </a:lnTo>
                <a:lnTo>
                  <a:pt x="2109219" y="1033357"/>
                </a:lnTo>
                <a:lnTo>
                  <a:pt x="2120531" y="981421"/>
                </a:lnTo>
                <a:lnTo>
                  <a:pt x="2120531" y="151891"/>
                </a:lnTo>
                <a:lnTo>
                  <a:pt x="2109219" y="99955"/>
                </a:lnTo>
                <a:lnTo>
                  <a:pt x="2074151" y="47423"/>
                </a:lnTo>
                <a:lnTo>
                  <a:pt x="2021541" y="12325"/>
                </a:lnTo>
                <a:lnTo>
                  <a:pt x="1959597" y="0"/>
                </a:lnTo>
                <a:close/>
              </a:path>
            </a:pathLst>
          </a:custGeom>
          <a:solidFill>
            <a:srgbClr val="2B3D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2137466" y="5443492"/>
            <a:ext cx="12884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80" dirty="0">
                <a:solidFill>
                  <a:srgbClr val="F5F9FF"/>
                </a:solidFill>
                <a:latin typeface="Tahoma"/>
                <a:cs typeface="Tahoma"/>
              </a:rPr>
              <a:t>Cons:</a:t>
            </a:r>
            <a:endParaRPr sz="4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03034" y="504888"/>
            <a:ext cx="4197350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0" dirty="0"/>
              <a:t>Questions</a:t>
            </a:r>
          </a:p>
        </p:txBody>
      </p:sp>
      <p:sp>
        <p:nvSpPr>
          <p:cNvPr id="3" name="object 3"/>
          <p:cNvSpPr/>
          <p:nvPr/>
        </p:nvSpPr>
        <p:spPr>
          <a:xfrm>
            <a:off x="1028699" y="1952917"/>
            <a:ext cx="7442834" cy="2368550"/>
          </a:xfrm>
          <a:custGeom>
            <a:avLst/>
            <a:gdLst/>
            <a:ahLst/>
            <a:cxnLst/>
            <a:rect l="l" t="t" r="r" b="b"/>
            <a:pathLst>
              <a:path w="7442834" h="2368550">
                <a:moveTo>
                  <a:pt x="7118870" y="0"/>
                </a:moveTo>
                <a:lnTo>
                  <a:pt x="323849" y="0"/>
                </a:lnTo>
                <a:lnTo>
                  <a:pt x="272883" y="4034"/>
                </a:lnTo>
                <a:lnTo>
                  <a:pt x="223629" y="15898"/>
                </a:lnTo>
                <a:lnTo>
                  <a:pt x="176960" y="35230"/>
                </a:lnTo>
                <a:lnTo>
                  <a:pt x="133744" y="61670"/>
                </a:lnTo>
                <a:lnTo>
                  <a:pt x="94853" y="94856"/>
                </a:lnTo>
                <a:lnTo>
                  <a:pt x="61667" y="133747"/>
                </a:lnTo>
                <a:lnTo>
                  <a:pt x="35228" y="176961"/>
                </a:lnTo>
                <a:lnTo>
                  <a:pt x="15897" y="223630"/>
                </a:lnTo>
                <a:lnTo>
                  <a:pt x="4034" y="272883"/>
                </a:lnTo>
                <a:lnTo>
                  <a:pt x="0" y="323849"/>
                </a:lnTo>
                <a:lnTo>
                  <a:pt x="0" y="2044115"/>
                </a:lnTo>
                <a:lnTo>
                  <a:pt x="4034" y="2095082"/>
                </a:lnTo>
                <a:lnTo>
                  <a:pt x="15897" y="2144335"/>
                </a:lnTo>
                <a:lnTo>
                  <a:pt x="35228" y="2191003"/>
                </a:lnTo>
                <a:lnTo>
                  <a:pt x="61667" y="2234218"/>
                </a:lnTo>
                <a:lnTo>
                  <a:pt x="94853" y="2273109"/>
                </a:lnTo>
                <a:lnTo>
                  <a:pt x="133744" y="2306300"/>
                </a:lnTo>
                <a:lnTo>
                  <a:pt x="176960" y="2332740"/>
                </a:lnTo>
                <a:lnTo>
                  <a:pt x="223629" y="2352070"/>
                </a:lnTo>
                <a:lnTo>
                  <a:pt x="272883" y="2363932"/>
                </a:lnTo>
                <a:lnTo>
                  <a:pt x="323849" y="2367965"/>
                </a:lnTo>
                <a:lnTo>
                  <a:pt x="7118870" y="2367965"/>
                </a:lnTo>
                <a:lnTo>
                  <a:pt x="7169835" y="2363932"/>
                </a:lnTo>
                <a:lnTo>
                  <a:pt x="7219086" y="2352070"/>
                </a:lnTo>
                <a:lnTo>
                  <a:pt x="7265753" y="2332740"/>
                </a:lnTo>
                <a:lnTo>
                  <a:pt x="7308968" y="2306300"/>
                </a:lnTo>
                <a:lnTo>
                  <a:pt x="7347863" y="2273109"/>
                </a:lnTo>
                <a:lnTo>
                  <a:pt x="7381049" y="2234218"/>
                </a:lnTo>
                <a:lnTo>
                  <a:pt x="7407489" y="2191003"/>
                </a:lnTo>
                <a:lnTo>
                  <a:pt x="7426821" y="2144335"/>
                </a:lnTo>
                <a:lnTo>
                  <a:pt x="7438685" y="2095082"/>
                </a:lnTo>
                <a:lnTo>
                  <a:pt x="7442720" y="2044115"/>
                </a:lnTo>
                <a:lnTo>
                  <a:pt x="7442720" y="323849"/>
                </a:lnTo>
                <a:lnTo>
                  <a:pt x="7438685" y="272883"/>
                </a:lnTo>
                <a:lnTo>
                  <a:pt x="7426821" y="223630"/>
                </a:lnTo>
                <a:lnTo>
                  <a:pt x="7407489" y="176961"/>
                </a:lnTo>
                <a:lnTo>
                  <a:pt x="7381049" y="133747"/>
                </a:lnTo>
                <a:lnTo>
                  <a:pt x="7347863" y="94856"/>
                </a:lnTo>
                <a:lnTo>
                  <a:pt x="7308968" y="61670"/>
                </a:lnTo>
                <a:lnTo>
                  <a:pt x="7265753" y="35230"/>
                </a:lnTo>
                <a:lnTo>
                  <a:pt x="7219086" y="15898"/>
                </a:lnTo>
                <a:lnTo>
                  <a:pt x="7169835" y="4034"/>
                </a:lnTo>
                <a:lnTo>
                  <a:pt x="7118870" y="0"/>
                </a:lnTo>
                <a:close/>
              </a:path>
            </a:pathLst>
          </a:custGeom>
          <a:solidFill>
            <a:srgbClr val="2F5E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5364" y="2146122"/>
            <a:ext cx="51454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254" dirty="0">
                <a:solidFill>
                  <a:srgbClr val="F5F9FF"/>
                </a:solidFill>
                <a:latin typeface="Times New Roman"/>
                <a:cs typeface="Times New Roman"/>
              </a:rPr>
              <a:t> </a:t>
            </a:r>
            <a:r>
              <a:rPr sz="2100" spc="-110" dirty="0">
                <a:solidFill>
                  <a:srgbClr val="F5F9FF"/>
                </a:solidFill>
                <a:latin typeface="Arial Black"/>
                <a:cs typeface="Arial Black"/>
              </a:rPr>
              <a:t>Product</a:t>
            </a:r>
            <a:r>
              <a:rPr sz="2100" spc="-125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100" spc="-114" dirty="0">
                <a:solidFill>
                  <a:srgbClr val="F5F9FF"/>
                </a:solidFill>
                <a:latin typeface="Arial Black"/>
                <a:cs typeface="Arial Black"/>
              </a:rPr>
              <a:t>Performance</a:t>
            </a:r>
            <a:r>
              <a:rPr sz="2100" spc="-125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100" spc="-300" dirty="0">
                <a:solidFill>
                  <a:srgbClr val="F5F9FF"/>
                </a:solidFill>
                <a:latin typeface="Arial Black"/>
                <a:cs typeface="Arial Black"/>
              </a:rPr>
              <a:t>&amp;</a:t>
            </a:r>
            <a:r>
              <a:rPr sz="2100" spc="-130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100" spc="-55" dirty="0">
                <a:solidFill>
                  <a:srgbClr val="F5F9FF"/>
                </a:solidFill>
                <a:latin typeface="Arial Black"/>
                <a:cs typeface="Arial Black"/>
              </a:rPr>
              <a:t>Profitability</a:t>
            </a:r>
            <a:endParaRPr sz="2100" dirty="0">
              <a:latin typeface="Arial Black"/>
              <a:cs typeface="Arial Black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37614" y="2758897"/>
            <a:ext cx="95250" cy="1028700"/>
            <a:chOff x="1537614" y="2758897"/>
            <a:chExt cx="95250" cy="10287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7614" y="2758897"/>
              <a:ext cx="95250" cy="952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7614" y="3225622"/>
              <a:ext cx="95250" cy="95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7614" y="3692347"/>
              <a:ext cx="95250" cy="9525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768690" y="2466162"/>
            <a:ext cx="6122670" cy="142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5800"/>
              </a:lnSpc>
              <a:spcBef>
                <a:spcPts val="100"/>
              </a:spcBef>
            </a:pPr>
            <a:r>
              <a:rPr sz="2100" spc="50" dirty="0">
                <a:solidFill>
                  <a:srgbClr val="F5F9FF"/>
                </a:solidFill>
                <a:latin typeface="Trebuchet MS"/>
                <a:cs typeface="Trebuchet MS"/>
              </a:rPr>
              <a:t>Which</a:t>
            </a:r>
            <a:r>
              <a:rPr sz="2100" spc="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70" dirty="0">
                <a:solidFill>
                  <a:srgbClr val="F5F9FF"/>
                </a:solidFill>
                <a:latin typeface="Trebuchet MS"/>
                <a:cs typeface="Trebuchet MS"/>
              </a:rPr>
              <a:t>products</a:t>
            </a:r>
            <a:r>
              <a:rPr sz="2100" spc="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generate</a:t>
            </a:r>
            <a:r>
              <a:rPr sz="2100" spc="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the</a:t>
            </a:r>
            <a:r>
              <a:rPr sz="2100" spc="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highest</a:t>
            </a:r>
            <a:r>
              <a:rPr sz="2100" spc="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F5F9FF"/>
                </a:solidFill>
                <a:latin typeface="Trebuchet MS"/>
                <a:cs typeface="Trebuchet MS"/>
              </a:rPr>
              <a:t>profit? </a:t>
            </a:r>
            <a:r>
              <a:rPr sz="2100" spc="50" dirty="0">
                <a:solidFill>
                  <a:srgbClr val="F5F9FF"/>
                </a:solidFill>
                <a:latin typeface="Trebuchet MS"/>
                <a:cs typeface="Trebuchet MS"/>
              </a:rPr>
              <a:t>Which</a:t>
            </a:r>
            <a:r>
              <a:rPr sz="2100" spc="-5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70" dirty="0">
                <a:solidFill>
                  <a:srgbClr val="F5F9FF"/>
                </a:solidFill>
                <a:latin typeface="Trebuchet MS"/>
                <a:cs typeface="Trebuchet MS"/>
              </a:rPr>
              <a:t>products</a:t>
            </a:r>
            <a:r>
              <a:rPr sz="2100" spc="-4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55" dirty="0">
                <a:solidFill>
                  <a:srgbClr val="F5F9FF"/>
                </a:solidFill>
                <a:latin typeface="Trebuchet MS"/>
                <a:cs typeface="Trebuchet MS"/>
              </a:rPr>
              <a:t>have</a:t>
            </a:r>
            <a:r>
              <a:rPr sz="2100" spc="-5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65" dirty="0">
                <a:solidFill>
                  <a:srgbClr val="F5F9FF"/>
                </a:solidFill>
                <a:latin typeface="Trebuchet MS"/>
                <a:cs typeface="Trebuchet MS"/>
              </a:rPr>
              <a:t>high</a:t>
            </a:r>
            <a:r>
              <a:rPr sz="2100" spc="-4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50" dirty="0">
                <a:solidFill>
                  <a:srgbClr val="F5F9FF"/>
                </a:solidFill>
                <a:latin typeface="Trebuchet MS"/>
                <a:cs typeface="Trebuchet MS"/>
              </a:rPr>
              <a:t>sales</a:t>
            </a:r>
            <a:r>
              <a:rPr sz="2100" spc="-4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but</a:t>
            </a:r>
            <a:r>
              <a:rPr sz="2100" spc="-5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low</a:t>
            </a:r>
            <a:r>
              <a:rPr sz="2100" spc="-4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80" dirty="0">
                <a:solidFill>
                  <a:srgbClr val="F5F9FF"/>
                </a:solidFill>
                <a:latin typeface="Trebuchet MS"/>
                <a:cs typeface="Trebuchet MS"/>
              </a:rPr>
              <a:t>margins? </a:t>
            </a:r>
            <a:r>
              <a:rPr sz="2100" spc="55" dirty="0">
                <a:solidFill>
                  <a:srgbClr val="F5F9FF"/>
                </a:solidFill>
                <a:latin typeface="Trebuchet MS"/>
                <a:cs typeface="Trebuchet MS"/>
              </a:rPr>
              <a:t>What</a:t>
            </a:r>
            <a:r>
              <a:rPr sz="2100" spc="5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categories</a:t>
            </a:r>
            <a:r>
              <a:rPr sz="2100" spc="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are</a:t>
            </a:r>
            <a:r>
              <a:rPr sz="2100" spc="5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driving</a:t>
            </a:r>
            <a:r>
              <a:rPr sz="2100" spc="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overall</a:t>
            </a:r>
            <a:r>
              <a:rPr sz="2100" spc="50" dirty="0">
                <a:solidFill>
                  <a:srgbClr val="F5F9FF"/>
                </a:solidFill>
                <a:latin typeface="Trebuchet MS"/>
                <a:cs typeface="Trebuchet MS"/>
              </a:rPr>
              <a:t> revenue?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816579" y="1884477"/>
            <a:ext cx="7442834" cy="2436495"/>
          </a:xfrm>
          <a:custGeom>
            <a:avLst/>
            <a:gdLst/>
            <a:ahLst/>
            <a:cxnLst/>
            <a:rect l="l" t="t" r="r" b="b"/>
            <a:pathLst>
              <a:path w="7442834" h="2436495">
                <a:moveTo>
                  <a:pt x="7118870" y="0"/>
                </a:moveTo>
                <a:lnTo>
                  <a:pt x="323849" y="0"/>
                </a:lnTo>
                <a:lnTo>
                  <a:pt x="272884" y="4034"/>
                </a:lnTo>
                <a:lnTo>
                  <a:pt x="223633" y="15898"/>
                </a:lnTo>
                <a:lnTo>
                  <a:pt x="176967" y="35230"/>
                </a:lnTo>
                <a:lnTo>
                  <a:pt x="133751" y="61670"/>
                </a:lnTo>
                <a:lnTo>
                  <a:pt x="94856" y="94856"/>
                </a:lnTo>
                <a:lnTo>
                  <a:pt x="61670" y="133747"/>
                </a:lnTo>
                <a:lnTo>
                  <a:pt x="35230" y="176961"/>
                </a:lnTo>
                <a:lnTo>
                  <a:pt x="15898" y="223630"/>
                </a:lnTo>
                <a:lnTo>
                  <a:pt x="4034" y="272883"/>
                </a:lnTo>
                <a:lnTo>
                  <a:pt x="0" y="323849"/>
                </a:lnTo>
                <a:lnTo>
                  <a:pt x="0" y="2112555"/>
                </a:lnTo>
                <a:lnTo>
                  <a:pt x="4034" y="2163522"/>
                </a:lnTo>
                <a:lnTo>
                  <a:pt x="15898" y="2212775"/>
                </a:lnTo>
                <a:lnTo>
                  <a:pt x="35230" y="2259444"/>
                </a:lnTo>
                <a:lnTo>
                  <a:pt x="61670" y="2302658"/>
                </a:lnTo>
                <a:lnTo>
                  <a:pt x="94856" y="2341549"/>
                </a:lnTo>
                <a:lnTo>
                  <a:pt x="133751" y="2374740"/>
                </a:lnTo>
                <a:lnTo>
                  <a:pt x="176967" y="2401180"/>
                </a:lnTo>
                <a:lnTo>
                  <a:pt x="223633" y="2420510"/>
                </a:lnTo>
                <a:lnTo>
                  <a:pt x="272884" y="2432372"/>
                </a:lnTo>
                <a:lnTo>
                  <a:pt x="323849" y="2436405"/>
                </a:lnTo>
                <a:lnTo>
                  <a:pt x="7118870" y="2436405"/>
                </a:lnTo>
                <a:lnTo>
                  <a:pt x="7169823" y="2432372"/>
                </a:lnTo>
                <a:lnTo>
                  <a:pt x="7219076" y="2420510"/>
                </a:lnTo>
                <a:lnTo>
                  <a:pt x="7265750" y="2401180"/>
                </a:lnTo>
                <a:lnTo>
                  <a:pt x="7308967" y="2374740"/>
                </a:lnTo>
                <a:lnTo>
                  <a:pt x="7347851" y="2341549"/>
                </a:lnTo>
                <a:lnTo>
                  <a:pt x="7381028" y="2302658"/>
                </a:lnTo>
                <a:lnTo>
                  <a:pt x="7407470" y="2259444"/>
                </a:lnTo>
                <a:lnTo>
                  <a:pt x="7426809" y="2212775"/>
                </a:lnTo>
                <a:lnTo>
                  <a:pt x="7438681" y="2163522"/>
                </a:lnTo>
                <a:lnTo>
                  <a:pt x="7442466" y="2115761"/>
                </a:lnTo>
                <a:lnTo>
                  <a:pt x="7442466" y="320644"/>
                </a:lnTo>
                <a:lnTo>
                  <a:pt x="7438681" y="272883"/>
                </a:lnTo>
                <a:lnTo>
                  <a:pt x="7426809" y="223630"/>
                </a:lnTo>
                <a:lnTo>
                  <a:pt x="7407470" y="176961"/>
                </a:lnTo>
                <a:lnTo>
                  <a:pt x="7381028" y="133747"/>
                </a:lnTo>
                <a:lnTo>
                  <a:pt x="7347851" y="94856"/>
                </a:lnTo>
                <a:lnTo>
                  <a:pt x="7308967" y="61670"/>
                </a:lnTo>
                <a:lnTo>
                  <a:pt x="7265750" y="35230"/>
                </a:lnTo>
                <a:lnTo>
                  <a:pt x="7219076" y="15898"/>
                </a:lnTo>
                <a:lnTo>
                  <a:pt x="7169823" y="4034"/>
                </a:lnTo>
                <a:lnTo>
                  <a:pt x="7118870" y="0"/>
                </a:lnTo>
                <a:close/>
              </a:path>
            </a:pathLst>
          </a:custGeom>
          <a:solidFill>
            <a:srgbClr val="2F5E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955771" y="2078913"/>
            <a:ext cx="429577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50" spc="250" dirty="0">
                <a:solidFill>
                  <a:srgbClr val="F5F9FF"/>
                </a:solidFill>
                <a:latin typeface="Times New Roman"/>
                <a:cs typeface="Times New Roman"/>
              </a:rPr>
              <a:t> </a:t>
            </a:r>
            <a:r>
              <a:rPr sz="2100" spc="-114" dirty="0">
                <a:solidFill>
                  <a:srgbClr val="F5F9FF"/>
                </a:solidFill>
                <a:latin typeface="Arial Black"/>
                <a:cs typeface="Arial Black"/>
              </a:rPr>
              <a:t>Supplier</a:t>
            </a:r>
            <a:r>
              <a:rPr sz="2100" spc="-135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100" spc="-300" dirty="0">
                <a:solidFill>
                  <a:srgbClr val="F5F9FF"/>
                </a:solidFill>
                <a:latin typeface="Arial Black"/>
                <a:cs typeface="Arial Black"/>
              </a:rPr>
              <a:t>&amp;</a:t>
            </a:r>
            <a:r>
              <a:rPr sz="2100" spc="-135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100" spc="-185" dirty="0">
                <a:solidFill>
                  <a:srgbClr val="F5F9FF"/>
                </a:solidFill>
                <a:latin typeface="Arial Black"/>
                <a:cs typeface="Arial Black"/>
              </a:rPr>
              <a:t>Logistics</a:t>
            </a:r>
            <a:r>
              <a:rPr sz="2100" spc="-130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100" spc="-110" dirty="0">
                <a:solidFill>
                  <a:srgbClr val="F5F9FF"/>
                </a:solidFill>
                <a:latin typeface="Arial Black"/>
                <a:cs typeface="Arial Black"/>
              </a:rPr>
              <a:t>Efficiency</a:t>
            </a:r>
            <a:endParaRPr sz="2100" dirty="0">
              <a:latin typeface="Arial Black"/>
              <a:cs typeface="Arial Black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178021" y="2691688"/>
            <a:ext cx="95250" cy="1028700"/>
            <a:chOff x="10178021" y="2691688"/>
            <a:chExt cx="95250" cy="102870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78021" y="2691688"/>
              <a:ext cx="95250" cy="952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78021" y="3158413"/>
              <a:ext cx="95250" cy="952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78021" y="3625138"/>
              <a:ext cx="95250" cy="9525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0409097" y="2398953"/>
            <a:ext cx="6326505" cy="1425575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sz="2100" spc="50" dirty="0">
                <a:solidFill>
                  <a:srgbClr val="F5F9FF"/>
                </a:solidFill>
                <a:latin typeface="Trebuchet MS"/>
                <a:cs typeface="Trebuchet MS"/>
              </a:rPr>
              <a:t>Which</a:t>
            </a:r>
            <a:r>
              <a:rPr sz="2100" spc="-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55" dirty="0">
                <a:solidFill>
                  <a:srgbClr val="F5F9FF"/>
                </a:solidFill>
                <a:latin typeface="Trebuchet MS"/>
                <a:cs typeface="Trebuchet MS"/>
              </a:rPr>
              <a:t>suppliers</a:t>
            </a:r>
            <a:r>
              <a:rPr sz="2100" spc="-5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are</a:t>
            </a:r>
            <a:r>
              <a:rPr sz="2100" spc="-5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85" dirty="0">
                <a:solidFill>
                  <a:srgbClr val="F5F9FF"/>
                </a:solidFill>
                <a:latin typeface="Trebuchet MS"/>
                <a:cs typeface="Trebuchet MS"/>
              </a:rPr>
              <a:t>most</a:t>
            </a:r>
            <a:r>
              <a:rPr sz="2100" spc="-5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F5F9FF"/>
                </a:solidFill>
                <a:latin typeface="Trebuchet MS"/>
                <a:cs typeface="Trebuchet MS"/>
              </a:rPr>
              <a:t>reliable?</a:t>
            </a:r>
            <a:endParaRPr sz="2100">
              <a:latin typeface="Trebuchet MS"/>
              <a:cs typeface="Trebuchet MS"/>
            </a:endParaRPr>
          </a:p>
          <a:p>
            <a:pPr marL="12700" marR="5080">
              <a:lnSpc>
                <a:spcPct val="145800"/>
              </a:lnSpc>
            </a:pPr>
            <a:r>
              <a:rPr sz="2100" spc="50" dirty="0">
                <a:solidFill>
                  <a:srgbClr val="F5F9FF"/>
                </a:solidFill>
                <a:latin typeface="Trebuchet MS"/>
                <a:cs typeface="Trebuchet MS"/>
              </a:rPr>
              <a:t>Which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55" dirty="0">
                <a:solidFill>
                  <a:srgbClr val="F5F9FF"/>
                </a:solidFill>
                <a:latin typeface="Trebuchet MS"/>
                <a:cs typeface="Trebuchet MS"/>
              </a:rPr>
              <a:t>suppliers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55" dirty="0">
                <a:solidFill>
                  <a:srgbClr val="F5F9FF"/>
                </a:solidFill>
                <a:latin typeface="Trebuchet MS"/>
                <a:cs typeface="Trebuchet MS"/>
              </a:rPr>
              <a:t>have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 the highest</a:t>
            </a:r>
            <a:r>
              <a:rPr sz="2100" spc="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delays</a:t>
            </a:r>
            <a:r>
              <a:rPr sz="2100" spc="-1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85" dirty="0">
                <a:solidFill>
                  <a:srgbClr val="F5F9FF"/>
                </a:solidFill>
                <a:latin typeface="Trebuchet MS"/>
                <a:cs typeface="Trebuchet MS"/>
              </a:rPr>
              <a:t>or</a:t>
            </a:r>
            <a:r>
              <a:rPr sz="2100" spc="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60" dirty="0">
                <a:solidFill>
                  <a:srgbClr val="F5F9FF"/>
                </a:solidFill>
                <a:latin typeface="Trebuchet MS"/>
                <a:cs typeface="Trebuchet MS"/>
              </a:rPr>
              <a:t>costs? </a:t>
            </a:r>
            <a:r>
              <a:rPr sz="2100" spc="114" dirty="0">
                <a:solidFill>
                  <a:srgbClr val="F5F9FF"/>
                </a:solidFill>
                <a:latin typeface="Trebuchet MS"/>
                <a:cs typeface="Trebuchet MS"/>
              </a:rPr>
              <a:t>How</a:t>
            </a:r>
            <a:r>
              <a:rPr sz="2100" spc="-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95" dirty="0">
                <a:solidFill>
                  <a:srgbClr val="F5F9FF"/>
                </a:solidFill>
                <a:latin typeface="Trebuchet MS"/>
                <a:cs typeface="Trebuchet MS"/>
              </a:rPr>
              <a:t>does</a:t>
            </a:r>
            <a:r>
              <a:rPr sz="2100" spc="-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supplier</a:t>
            </a:r>
            <a:r>
              <a:rPr sz="2100" spc="-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50" dirty="0">
                <a:solidFill>
                  <a:srgbClr val="F5F9FF"/>
                </a:solidFill>
                <a:latin typeface="Trebuchet MS"/>
                <a:cs typeface="Trebuchet MS"/>
              </a:rPr>
              <a:t>performance</a:t>
            </a:r>
            <a:r>
              <a:rPr sz="2100" spc="-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-30" dirty="0">
                <a:solidFill>
                  <a:srgbClr val="F5F9FF"/>
                </a:solidFill>
                <a:latin typeface="Trebuchet MS"/>
                <a:cs typeface="Trebuchet MS"/>
              </a:rPr>
              <a:t>affect</a:t>
            </a:r>
            <a:r>
              <a:rPr sz="2100" spc="-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55" dirty="0">
                <a:solidFill>
                  <a:srgbClr val="F5F9FF"/>
                </a:solidFill>
                <a:latin typeface="Trebuchet MS"/>
                <a:cs typeface="Trebuchet MS"/>
              </a:rPr>
              <a:t>operations?</a:t>
            </a:r>
            <a:endParaRPr sz="21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422645" y="4520908"/>
            <a:ext cx="7442834" cy="2436495"/>
            <a:chOff x="5422645" y="4520908"/>
            <a:chExt cx="7442834" cy="2436495"/>
          </a:xfrm>
        </p:grpSpPr>
        <p:sp>
          <p:nvSpPr>
            <p:cNvPr id="18" name="object 18"/>
            <p:cNvSpPr/>
            <p:nvPr/>
          </p:nvSpPr>
          <p:spPr>
            <a:xfrm>
              <a:off x="5422645" y="4520908"/>
              <a:ext cx="7442834" cy="2436495"/>
            </a:xfrm>
            <a:custGeom>
              <a:avLst/>
              <a:gdLst/>
              <a:ahLst/>
              <a:cxnLst/>
              <a:rect l="l" t="t" r="r" b="b"/>
              <a:pathLst>
                <a:path w="7442834" h="2436495">
                  <a:moveTo>
                    <a:pt x="7118857" y="0"/>
                  </a:moveTo>
                  <a:lnTo>
                    <a:pt x="323849" y="0"/>
                  </a:lnTo>
                  <a:lnTo>
                    <a:pt x="272882" y="4034"/>
                  </a:lnTo>
                  <a:lnTo>
                    <a:pt x="223629" y="15898"/>
                  </a:lnTo>
                  <a:lnTo>
                    <a:pt x="176958" y="35230"/>
                  </a:lnTo>
                  <a:lnTo>
                    <a:pt x="133740" y="61670"/>
                  </a:lnTo>
                  <a:lnTo>
                    <a:pt x="94843" y="94856"/>
                  </a:lnTo>
                  <a:lnTo>
                    <a:pt x="61659" y="133747"/>
                  </a:lnTo>
                  <a:lnTo>
                    <a:pt x="35222" y="176961"/>
                  </a:lnTo>
                  <a:lnTo>
                    <a:pt x="15894" y="223630"/>
                  </a:lnTo>
                  <a:lnTo>
                    <a:pt x="4033" y="272883"/>
                  </a:lnTo>
                  <a:lnTo>
                    <a:pt x="0" y="323849"/>
                  </a:lnTo>
                  <a:lnTo>
                    <a:pt x="0" y="2112555"/>
                  </a:lnTo>
                  <a:lnTo>
                    <a:pt x="4033" y="2163523"/>
                  </a:lnTo>
                  <a:lnTo>
                    <a:pt x="15894" y="2212776"/>
                  </a:lnTo>
                  <a:lnTo>
                    <a:pt x="35222" y="2259447"/>
                  </a:lnTo>
                  <a:lnTo>
                    <a:pt x="61659" y="2302665"/>
                  </a:lnTo>
                  <a:lnTo>
                    <a:pt x="94843" y="2341562"/>
                  </a:lnTo>
                  <a:lnTo>
                    <a:pt x="133740" y="2374746"/>
                  </a:lnTo>
                  <a:lnTo>
                    <a:pt x="176958" y="2401183"/>
                  </a:lnTo>
                  <a:lnTo>
                    <a:pt x="223629" y="2420511"/>
                  </a:lnTo>
                  <a:lnTo>
                    <a:pt x="272882" y="2432372"/>
                  </a:lnTo>
                  <a:lnTo>
                    <a:pt x="323849" y="2436405"/>
                  </a:lnTo>
                  <a:lnTo>
                    <a:pt x="7118857" y="2436405"/>
                  </a:lnTo>
                  <a:lnTo>
                    <a:pt x="7169825" y="2432372"/>
                  </a:lnTo>
                  <a:lnTo>
                    <a:pt x="7219080" y="2420511"/>
                  </a:lnTo>
                  <a:lnTo>
                    <a:pt x="7265748" y="2401183"/>
                  </a:lnTo>
                  <a:lnTo>
                    <a:pt x="7308958" y="2374746"/>
                  </a:lnTo>
                  <a:lnTo>
                    <a:pt x="7347838" y="2341562"/>
                  </a:lnTo>
                  <a:lnTo>
                    <a:pt x="7381016" y="2302665"/>
                  </a:lnTo>
                  <a:lnTo>
                    <a:pt x="7407457" y="2259447"/>
                  </a:lnTo>
                  <a:lnTo>
                    <a:pt x="7426797" y="2212776"/>
                  </a:lnTo>
                  <a:lnTo>
                    <a:pt x="7438669" y="2163523"/>
                  </a:lnTo>
                  <a:lnTo>
                    <a:pt x="7442466" y="2115601"/>
                  </a:lnTo>
                  <a:lnTo>
                    <a:pt x="7442466" y="320804"/>
                  </a:lnTo>
                  <a:lnTo>
                    <a:pt x="7438669" y="272883"/>
                  </a:lnTo>
                  <a:lnTo>
                    <a:pt x="7426797" y="223630"/>
                  </a:lnTo>
                  <a:lnTo>
                    <a:pt x="7407457" y="176961"/>
                  </a:lnTo>
                  <a:lnTo>
                    <a:pt x="7381016" y="133747"/>
                  </a:lnTo>
                  <a:lnTo>
                    <a:pt x="7347838" y="94856"/>
                  </a:lnTo>
                  <a:lnTo>
                    <a:pt x="7308958" y="61670"/>
                  </a:lnTo>
                  <a:lnTo>
                    <a:pt x="7265748" y="35230"/>
                  </a:lnTo>
                  <a:lnTo>
                    <a:pt x="7219080" y="15898"/>
                  </a:lnTo>
                  <a:lnTo>
                    <a:pt x="7169825" y="4034"/>
                  </a:lnTo>
                  <a:lnTo>
                    <a:pt x="7118857" y="0"/>
                  </a:lnTo>
                  <a:close/>
                </a:path>
              </a:pathLst>
            </a:custGeom>
            <a:solidFill>
              <a:srgbClr val="2F5E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52781" y="5462892"/>
              <a:ext cx="95250" cy="952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52781" y="5929617"/>
              <a:ext cx="95250" cy="9525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52781" y="6396342"/>
              <a:ext cx="95250" cy="9525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930531" y="4703432"/>
            <a:ext cx="6026785" cy="1892300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sz="1250" spc="254" dirty="0">
                <a:solidFill>
                  <a:srgbClr val="F5F9FF"/>
                </a:solidFill>
                <a:latin typeface="Times New Roman"/>
                <a:cs typeface="Times New Roman"/>
              </a:rPr>
              <a:t> </a:t>
            </a:r>
            <a:r>
              <a:rPr sz="2100" spc="-114" dirty="0">
                <a:solidFill>
                  <a:srgbClr val="F5F9FF"/>
                </a:solidFill>
                <a:latin typeface="Arial Black"/>
                <a:cs typeface="Arial Black"/>
              </a:rPr>
              <a:t>Shipping</a:t>
            </a:r>
            <a:r>
              <a:rPr sz="2100" spc="-130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100" spc="-300" dirty="0">
                <a:solidFill>
                  <a:srgbClr val="F5F9FF"/>
                </a:solidFill>
                <a:latin typeface="Arial Black"/>
                <a:cs typeface="Arial Black"/>
              </a:rPr>
              <a:t>&amp;</a:t>
            </a:r>
            <a:r>
              <a:rPr sz="2100" spc="-130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100" spc="-95" dirty="0">
                <a:solidFill>
                  <a:srgbClr val="F5F9FF"/>
                </a:solidFill>
                <a:latin typeface="Arial Black"/>
                <a:cs typeface="Arial Black"/>
              </a:rPr>
              <a:t>Transportation</a:t>
            </a:r>
            <a:r>
              <a:rPr sz="2100" spc="-130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100" spc="-20" dirty="0">
                <a:solidFill>
                  <a:srgbClr val="F5F9FF"/>
                </a:solidFill>
                <a:latin typeface="Arial Black"/>
                <a:cs typeface="Arial Black"/>
              </a:rPr>
              <a:t>Analysis</a:t>
            </a:r>
            <a:endParaRPr sz="2100" dirty="0">
              <a:latin typeface="Arial Black"/>
              <a:cs typeface="Arial Black"/>
            </a:endParaRPr>
          </a:p>
          <a:p>
            <a:pPr marL="465455" marR="201295">
              <a:lnSpc>
                <a:spcPct val="145800"/>
              </a:lnSpc>
            </a:pPr>
            <a:r>
              <a:rPr sz="2100" spc="55" dirty="0">
                <a:solidFill>
                  <a:srgbClr val="F5F9FF"/>
                </a:solidFill>
                <a:latin typeface="Trebuchet MS"/>
                <a:cs typeface="Trebuchet MS"/>
              </a:rPr>
              <a:t>What</a:t>
            </a:r>
            <a:r>
              <a:rPr sz="2100" spc="1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are</a:t>
            </a:r>
            <a:r>
              <a:rPr sz="2100" spc="1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the</a:t>
            </a:r>
            <a:r>
              <a:rPr sz="2100" spc="1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average</a:t>
            </a:r>
            <a:r>
              <a:rPr sz="2100" spc="1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65" dirty="0">
                <a:solidFill>
                  <a:srgbClr val="F5F9FF"/>
                </a:solidFill>
                <a:latin typeface="Trebuchet MS"/>
                <a:cs typeface="Trebuchet MS"/>
              </a:rPr>
              <a:t>shipping</a:t>
            </a:r>
            <a:r>
              <a:rPr sz="2100" spc="1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45" dirty="0">
                <a:solidFill>
                  <a:srgbClr val="F5F9FF"/>
                </a:solidFill>
                <a:latin typeface="Trebuchet MS"/>
                <a:cs typeface="Trebuchet MS"/>
              </a:rPr>
              <a:t>times? </a:t>
            </a:r>
            <a:r>
              <a:rPr sz="2100" spc="50" dirty="0">
                <a:solidFill>
                  <a:srgbClr val="F5F9FF"/>
                </a:solidFill>
                <a:latin typeface="Trebuchet MS"/>
                <a:cs typeface="Trebuchet MS"/>
              </a:rPr>
              <a:t>Which</a:t>
            </a:r>
            <a:r>
              <a:rPr sz="2100" spc="-1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65" dirty="0">
                <a:solidFill>
                  <a:srgbClr val="F5F9FF"/>
                </a:solidFill>
                <a:latin typeface="Trebuchet MS"/>
                <a:cs typeface="Trebuchet MS"/>
              </a:rPr>
              <a:t>regions</a:t>
            </a:r>
            <a:r>
              <a:rPr sz="2100" spc="-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experience</a:t>
            </a:r>
            <a:r>
              <a:rPr sz="2100" spc="-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the</a:t>
            </a:r>
            <a:r>
              <a:rPr sz="2100" spc="-1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85" dirty="0">
                <a:solidFill>
                  <a:srgbClr val="F5F9FF"/>
                </a:solidFill>
                <a:latin typeface="Trebuchet MS"/>
                <a:cs typeface="Trebuchet MS"/>
              </a:rPr>
              <a:t>most</a:t>
            </a:r>
            <a:r>
              <a:rPr sz="2100" spc="-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45" dirty="0">
                <a:solidFill>
                  <a:srgbClr val="F5F9FF"/>
                </a:solidFill>
                <a:latin typeface="Trebuchet MS"/>
                <a:cs typeface="Trebuchet MS"/>
              </a:rPr>
              <a:t>delays?</a:t>
            </a:r>
            <a:endParaRPr sz="2100" dirty="0">
              <a:latin typeface="Trebuchet MS"/>
              <a:cs typeface="Trebuchet MS"/>
            </a:endParaRPr>
          </a:p>
          <a:p>
            <a:pPr marL="465455">
              <a:lnSpc>
                <a:spcPct val="100000"/>
              </a:lnSpc>
              <a:spcBef>
                <a:spcPts val="1155"/>
              </a:spcBef>
            </a:pPr>
            <a:r>
              <a:rPr sz="2100" spc="120" dirty="0">
                <a:solidFill>
                  <a:srgbClr val="F5F9FF"/>
                </a:solidFill>
                <a:latin typeface="Trebuchet MS"/>
                <a:cs typeface="Trebuchet MS"/>
              </a:rPr>
              <a:t>How</a:t>
            </a:r>
            <a:r>
              <a:rPr sz="21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114" dirty="0">
                <a:solidFill>
                  <a:srgbClr val="F5F9FF"/>
                </a:solidFill>
                <a:latin typeface="Trebuchet MS"/>
                <a:cs typeface="Trebuchet MS"/>
              </a:rPr>
              <a:t>do</a:t>
            </a:r>
            <a:r>
              <a:rPr sz="2100" spc="-6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65" dirty="0">
                <a:solidFill>
                  <a:srgbClr val="F5F9FF"/>
                </a:solidFill>
                <a:latin typeface="Trebuchet MS"/>
                <a:cs typeface="Trebuchet MS"/>
              </a:rPr>
              <a:t>shipping</a:t>
            </a:r>
            <a:r>
              <a:rPr sz="2100" spc="-6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55" dirty="0">
                <a:solidFill>
                  <a:srgbClr val="F5F9FF"/>
                </a:solidFill>
                <a:latin typeface="Trebuchet MS"/>
                <a:cs typeface="Trebuchet MS"/>
              </a:rPr>
              <a:t>costs</a:t>
            </a:r>
            <a:r>
              <a:rPr sz="2100" spc="-6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vary</a:t>
            </a:r>
            <a:r>
              <a:rPr sz="2100" spc="-6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85" dirty="0">
                <a:solidFill>
                  <a:srgbClr val="F5F9FF"/>
                </a:solidFill>
                <a:latin typeface="Trebuchet MS"/>
                <a:cs typeface="Trebuchet MS"/>
              </a:rPr>
              <a:t>across</a:t>
            </a:r>
            <a:r>
              <a:rPr sz="2100" spc="-6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85" dirty="0">
                <a:solidFill>
                  <a:srgbClr val="F5F9FF"/>
                </a:solidFill>
                <a:latin typeface="Trebuchet MS"/>
                <a:cs typeface="Trebuchet MS"/>
              </a:rPr>
              <a:t>methods?</a:t>
            </a:r>
            <a:endParaRPr sz="2100" dirty="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232589" y="7308573"/>
            <a:ext cx="7589520" cy="2355215"/>
            <a:chOff x="1232589" y="7308573"/>
            <a:chExt cx="7589520" cy="2355215"/>
          </a:xfrm>
        </p:grpSpPr>
        <p:sp>
          <p:nvSpPr>
            <p:cNvPr id="24" name="object 24"/>
            <p:cNvSpPr/>
            <p:nvPr/>
          </p:nvSpPr>
          <p:spPr>
            <a:xfrm>
              <a:off x="1232589" y="7308573"/>
              <a:ext cx="7589520" cy="2355215"/>
            </a:xfrm>
            <a:custGeom>
              <a:avLst/>
              <a:gdLst/>
              <a:ahLst/>
              <a:cxnLst/>
              <a:rect l="l" t="t" r="r" b="b"/>
              <a:pathLst>
                <a:path w="7589520" h="2355215">
                  <a:moveTo>
                    <a:pt x="7269259" y="0"/>
                  </a:moveTo>
                  <a:lnTo>
                    <a:pt x="323846" y="0"/>
                  </a:lnTo>
                  <a:lnTo>
                    <a:pt x="272879" y="4030"/>
                  </a:lnTo>
                  <a:lnTo>
                    <a:pt x="223626" y="15891"/>
                  </a:lnTo>
                  <a:lnTo>
                    <a:pt x="176957" y="35220"/>
                  </a:lnTo>
                  <a:lnTo>
                    <a:pt x="133743" y="61656"/>
                  </a:lnTo>
                  <a:lnTo>
                    <a:pt x="94852" y="94841"/>
                  </a:lnTo>
                  <a:lnTo>
                    <a:pt x="61665" y="133738"/>
                  </a:lnTo>
                  <a:lnTo>
                    <a:pt x="35226" y="176956"/>
                  </a:lnTo>
                  <a:lnTo>
                    <a:pt x="15895" y="223626"/>
                  </a:lnTo>
                  <a:lnTo>
                    <a:pt x="4033" y="272880"/>
                  </a:lnTo>
                  <a:lnTo>
                    <a:pt x="0" y="323847"/>
                  </a:lnTo>
                  <a:lnTo>
                    <a:pt x="0" y="2031110"/>
                  </a:lnTo>
                  <a:lnTo>
                    <a:pt x="4033" y="2082079"/>
                  </a:lnTo>
                  <a:lnTo>
                    <a:pt x="15895" y="2131333"/>
                  </a:lnTo>
                  <a:lnTo>
                    <a:pt x="35226" y="2178002"/>
                  </a:lnTo>
                  <a:lnTo>
                    <a:pt x="61665" y="2221217"/>
                  </a:lnTo>
                  <a:lnTo>
                    <a:pt x="94852" y="2260108"/>
                  </a:lnTo>
                  <a:lnTo>
                    <a:pt x="133743" y="2293295"/>
                  </a:lnTo>
                  <a:lnTo>
                    <a:pt x="176957" y="2319734"/>
                  </a:lnTo>
                  <a:lnTo>
                    <a:pt x="223626" y="2339064"/>
                  </a:lnTo>
                  <a:lnTo>
                    <a:pt x="272879" y="2350926"/>
                  </a:lnTo>
                  <a:lnTo>
                    <a:pt x="323846" y="2354960"/>
                  </a:lnTo>
                  <a:lnTo>
                    <a:pt x="7269259" y="2354960"/>
                  </a:lnTo>
                  <a:lnTo>
                    <a:pt x="7320226" y="2350926"/>
                  </a:lnTo>
                  <a:lnTo>
                    <a:pt x="7369479" y="2339064"/>
                  </a:lnTo>
                  <a:lnTo>
                    <a:pt x="7416148" y="2319734"/>
                  </a:lnTo>
                  <a:lnTo>
                    <a:pt x="7459362" y="2293295"/>
                  </a:lnTo>
                  <a:lnTo>
                    <a:pt x="7498253" y="2260108"/>
                  </a:lnTo>
                  <a:lnTo>
                    <a:pt x="7531439" y="2221217"/>
                  </a:lnTo>
                  <a:lnTo>
                    <a:pt x="7557878" y="2178002"/>
                  </a:lnTo>
                  <a:lnTo>
                    <a:pt x="7577211" y="2131333"/>
                  </a:lnTo>
                  <a:lnTo>
                    <a:pt x="7589075" y="2082079"/>
                  </a:lnTo>
                  <a:lnTo>
                    <a:pt x="7589252" y="2079832"/>
                  </a:lnTo>
                  <a:lnTo>
                    <a:pt x="7589252" y="275126"/>
                  </a:lnTo>
                  <a:lnTo>
                    <a:pt x="7577211" y="223626"/>
                  </a:lnTo>
                  <a:lnTo>
                    <a:pt x="7557878" y="176956"/>
                  </a:lnTo>
                  <a:lnTo>
                    <a:pt x="7531439" y="133738"/>
                  </a:lnTo>
                  <a:lnTo>
                    <a:pt x="7498253" y="94841"/>
                  </a:lnTo>
                  <a:lnTo>
                    <a:pt x="7459362" y="61656"/>
                  </a:lnTo>
                  <a:lnTo>
                    <a:pt x="7416148" y="35220"/>
                  </a:lnTo>
                  <a:lnTo>
                    <a:pt x="7369479" y="15891"/>
                  </a:lnTo>
                  <a:lnTo>
                    <a:pt x="7320226" y="4030"/>
                  </a:lnTo>
                  <a:lnTo>
                    <a:pt x="7269259" y="0"/>
                  </a:lnTo>
                  <a:close/>
                </a:path>
              </a:pathLst>
            </a:custGeom>
            <a:solidFill>
              <a:srgbClr val="2F5E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74088" y="8219528"/>
              <a:ext cx="97180" cy="9718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74088" y="8695689"/>
              <a:ext cx="97180" cy="9718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74088" y="9171845"/>
              <a:ext cx="97180" cy="97174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647609" y="7444979"/>
            <a:ext cx="5408930" cy="1930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4980" marR="5080" indent="-462915">
              <a:lnSpc>
                <a:spcPct val="145300"/>
              </a:lnSpc>
              <a:spcBef>
                <a:spcPts val="100"/>
              </a:spcBef>
            </a:pPr>
            <a:r>
              <a:rPr sz="1250" spc="260" dirty="0">
                <a:solidFill>
                  <a:srgbClr val="F5F9FF"/>
                </a:solidFill>
                <a:latin typeface="Times New Roman"/>
                <a:cs typeface="Times New Roman"/>
              </a:rPr>
              <a:t> </a:t>
            </a:r>
            <a:r>
              <a:rPr sz="2150" spc="-80" dirty="0">
                <a:solidFill>
                  <a:srgbClr val="F5F9FF"/>
                </a:solidFill>
                <a:latin typeface="Arial Black"/>
                <a:cs typeface="Arial Black"/>
              </a:rPr>
              <a:t>Inventory</a:t>
            </a:r>
            <a:r>
              <a:rPr sz="2150" spc="-140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150" spc="-310" dirty="0">
                <a:solidFill>
                  <a:srgbClr val="F5F9FF"/>
                </a:solidFill>
                <a:latin typeface="Arial Black"/>
                <a:cs typeface="Arial Black"/>
              </a:rPr>
              <a:t>&amp;</a:t>
            </a:r>
            <a:r>
              <a:rPr sz="2150" spc="-135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150" spc="-200" dirty="0">
                <a:solidFill>
                  <a:srgbClr val="F5F9FF"/>
                </a:solidFill>
                <a:latin typeface="Arial Black"/>
                <a:cs typeface="Arial Black"/>
              </a:rPr>
              <a:t>Stock</a:t>
            </a:r>
            <a:r>
              <a:rPr sz="2150" spc="-150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150" spc="-10" dirty="0">
                <a:solidFill>
                  <a:srgbClr val="F5F9FF"/>
                </a:solidFill>
                <a:latin typeface="Arial Black"/>
                <a:cs typeface="Arial Black"/>
              </a:rPr>
              <a:t>Management </a:t>
            </a:r>
            <a:r>
              <a:rPr sz="2150" spc="50" dirty="0">
                <a:solidFill>
                  <a:srgbClr val="F5F9FF"/>
                </a:solidFill>
                <a:latin typeface="Trebuchet MS"/>
                <a:cs typeface="Trebuchet MS"/>
              </a:rPr>
              <a:t>Which</a:t>
            </a:r>
            <a:r>
              <a:rPr sz="2150" spc="-5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spc="60" dirty="0">
                <a:solidFill>
                  <a:srgbClr val="F5F9FF"/>
                </a:solidFill>
                <a:latin typeface="Trebuchet MS"/>
                <a:cs typeface="Trebuchet MS"/>
              </a:rPr>
              <a:t>products</a:t>
            </a:r>
            <a:r>
              <a:rPr sz="2150" spc="-3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are</a:t>
            </a:r>
            <a:r>
              <a:rPr sz="2150" spc="-4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at</a:t>
            </a:r>
            <a:r>
              <a:rPr sz="2150" spc="-4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risk</a:t>
            </a:r>
            <a:r>
              <a:rPr sz="2150" spc="-4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of</a:t>
            </a:r>
            <a:r>
              <a:rPr sz="2150" spc="-4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spc="-10" dirty="0">
                <a:solidFill>
                  <a:srgbClr val="F5F9FF"/>
                </a:solidFill>
                <a:latin typeface="Trebuchet MS"/>
                <a:cs typeface="Trebuchet MS"/>
              </a:rPr>
              <a:t>stockout? </a:t>
            </a:r>
            <a:r>
              <a:rPr sz="2150" spc="50" dirty="0">
                <a:solidFill>
                  <a:srgbClr val="F5F9FF"/>
                </a:solidFill>
                <a:latin typeface="Trebuchet MS"/>
                <a:cs typeface="Trebuchet MS"/>
              </a:rPr>
              <a:t>Which</a:t>
            </a:r>
            <a:r>
              <a:rPr sz="2150" spc="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items</a:t>
            </a:r>
            <a:r>
              <a:rPr sz="2150" spc="1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are</a:t>
            </a:r>
            <a:r>
              <a:rPr sz="2150" spc="1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spc="40" dirty="0">
                <a:solidFill>
                  <a:srgbClr val="F5F9FF"/>
                </a:solidFill>
                <a:latin typeface="Trebuchet MS"/>
                <a:cs typeface="Trebuchet MS"/>
              </a:rPr>
              <a:t>overstocked?</a:t>
            </a:r>
            <a:endParaRPr sz="2150" dirty="0">
              <a:latin typeface="Trebuchet MS"/>
              <a:cs typeface="Trebuchet MS"/>
            </a:endParaRPr>
          </a:p>
          <a:p>
            <a:pPr marL="474980">
              <a:lnSpc>
                <a:spcPct val="100000"/>
              </a:lnSpc>
              <a:spcBef>
                <a:spcPts val="1170"/>
              </a:spcBef>
            </a:pPr>
            <a:r>
              <a:rPr sz="2150" spc="110" dirty="0">
                <a:solidFill>
                  <a:srgbClr val="F5F9FF"/>
                </a:solidFill>
                <a:latin typeface="Trebuchet MS"/>
                <a:cs typeface="Trebuchet MS"/>
              </a:rPr>
              <a:t>How</a:t>
            </a:r>
            <a:r>
              <a:rPr sz="2150" spc="-2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spc="-30" dirty="0">
                <a:solidFill>
                  <a:srgbClr val="F5F9FF"/>
                </a:solidFill>
                <a:latin typeface="Trebuchet MS"/>
                <a:cs typeface="Trebuchet MS"/>
              </a:rPr>
              <a:t>efficient</a:t>
            </a:r>
            <a:r>
              <a:rPr sz="2150" spc="-1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is</a:t>
            </a:r>
            <a:r>
              <a:rPr sz="2150" spc="-1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inventory</a:t>
            </a:r>
            <a:r>
              <a:rPr sz="2150" spc="-1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spc="50" dirty="0">
                <a:solidFill>
                  <a:srgbClr val="F5F9FF"/>
                </a:solidFill>
                <a:latin typeface="Trebuchet MS"/>
                <a:cs typeface="Trebuchet MS"/>
              </a:rPr>
              <a:t>turnover?</a:t>
            </a:r>
            <a:endParaRPr sz="2150" dirty="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816579" y="7158039"/>
            <a:ext cx="7438390" cy="2505710"/>
            <a:chOff x="9816579" y="7158039"/>
            <a:chExt cx="7438390" cy="2505710"/>
          </a:xfrm>
        </p:grpSpPr>
        <p:sp>
          <p:nvSpPr>
            <p:cNvPr id="30" name="object 30"/>
            <p:cNvSpPr/>
            <p:nvPr/>
          </p:nvSpPr>
          <p:spPr>
            <a:xfrm>
              <a:off x="9816579" y="7158039"/>
              <a:ext cx="7438390" cy="2505710"/>
            </a:xfrm>
            <a:custGeom>
              <a:avLst/>
              <a:gdLst/>
              <a:ahLst/>
              <a:cxnLst/>
              <a:rect l="l" t="t" r="r" b="b"/>
              <a:pathLst>
                <a:path w="7438390" h="2505709">
                  <a:moveTo>
                    <a:pt x="7118870" y="0"/>
                  </a:moveTo>
                  <a:lnTo>
                    <a:pt x="323849" y="0"/>
                  </a:lnTo>
                  <a:lnTo>
                    <a:pt x="272884" y="4032"/>
                  </a:lnTo>
                  <a:lnTo>
                    <a:pt x="223633" y="15896"/>
                  </a:lnTo>
                  <a:lnTo>
                    <a:pt x="176967" y="35228"/>
                  </a:lnTo>
                  <a:lnTo>
                    <a:pt x="133751" y="61667"/>
                  </a:lnTo>
                  <a:lnTo>
                    <a:pt x="94856" y="94853"/>
                  </a:lnTo>
                  <a:lnTo>
                    <a:pt x="61670" y="133744"/>
                  </a:lnTo>
                  <a:lnTo>
                    <a:pt x="35230" y="176959"/>
                  </a:lnTo>
                  <a:lnTo>
                    <a:pt x="15898" y="223627"/>
                  </a:lnTo>
                  <a:lnTo>
                    <a:pt x="4034" y="272880"/>
                  </a:lnTo>
                  <a:lnTo>
                    <a:pt x="0" y="323847"/>
                  </a:lnTo>
                  <a:lnTo>
                    <a:pt x="0" y="2181643"/>
                  </a:lnTo>
                  <a:lnTo>
                    <a:pt x="4034" y="2232612"/>
                  </a:lnTo>
                  <a:lnTo>
                    <a:pt x="15898" y="2281866"/>
                  </a:lnTo>
                  <a:lnTo>
                    <a:pt x="35230" y="2328535"/>
                  </a:lnTo>
                  <a:lnTo>
                    <a:pt x="61670" y="2371750"/>
                  </a:lnTo>
                  <a:lnTo>
                    <a:pt x="94856" y="2410641"/>
                  </a:lnTo>
                  <a:lnTo>
                    <a:pt x="133751" y="2443828"/>
                  </a:lnTo>
                  <a:lnTo>
                    <a:pt x="176967" y="2470267"/>
                  </a:lnTo>
                  <a:lnTo>
                    <a:pt x="223633" y="2489598"/>
                  </a:lnTo>
                  <a:lnTo>
                    <a:pt x="272884" y="2501460"/>
                  </a:lnTo>
                  <a:lnTo>
                    <a:pt x="323849" y="2505493"/>
                  </a:lnTo>
                  <a:lnTo>
                    <a:pt x="7118870" y="2505493"/>
                  </a:lnTo>
                  <a:lnTo>
                    <a:pt x="7169823" y="2501460"/>
                  </a:lnTo>
                  <a:lnTo>
                    <a:pt x="7219076" y="2489598"/>
                  </a:lnTo>
                  <a:lnTo>
                    <a:pt x="7265750" y="2470267"/>
                  </a:lnTo>
                  <a:lnTo>
                    <a:pt x="7308967" y="2443828"/>
                  </a:lnTo>
                  <a:lnTo>
                    <a:pt x="7347851" y="2410641"/>
                  </a:lnTo>
                  <a:lnTo>
                    <a:pt x="7381028" y="2371750"/>
                  </a:lnTo>
                  <a:lnTo>
                    <a:pt x="7407470" y="2328535"/>
                  </a:lnTo>
                  <a:lnTo>
                    <a:pt x="7426809" y="2281866"/>
                  </a:lnTo>
                  <a:lnTo>
                    <a:pt x="7438186" y="2234667"/>
                  </a:lnTo>
                  <a:lnTo>
                    <a:pt x="7438186" y="270825"/>
                  </a:lnTo>
                  <a:lnTo>
                    <a:pt x="7426809" y="223627"/>
                  </a:lnTo>
                  <a:lnTo>
                    <a:pt x="7407470" y="176959"/>
                  </a:lnTo>
                  <a:lnTo>
                    <a:pt x="7381028" y="133744"/>
                  </a:lnTo>
                  <a:lnTo>
                    <a:pt x="7347851" y="94853"/>
                  </a:lnTo>
                  <a:lnTo>
                    <a:pt x="7308967" y="61667"/>
                  </a:lnTo>
                  <a:lnTo>
                    <a:pt x="7265750" y="35228"/>
                  </a:lnTo>
                  <a:lnTo>
                    <a:pt x="7219076" y="15896"/>
                  </a:lnTo>
                  <a:lnTo>
                    <a:pt x="7169823" y="4032"/>
                  </a:lnTo>
                  <a:lnTo>
                    <a:pt x="7118870" y="0"/>
                  </a:lnTo>
                  <a:close/>
                </a:path>
              </a:pathLst>
            </a:custGeom>
            <a:solidFill>
              <a:srgbClr val="2F5E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48048" y="8125040"/>
              <a:ext cx="95250" cy="9525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48048" y="8610815"/>
              <a:ext cx="95250" cy="9525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548048" y="9096587"/>
              <a:ext cx="95250" cy="9525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10316273" y="7339539"/>
            <a:ext cx="6563995" cy="196850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300" spc="260" dirty="0">
                <a:solidFill>
                  <a:srgbClr val="F5F9FF"/>
                </a:solidFill>
                <a:latin typeface="Times New Roman"/>
                <a:cs typeface="Times New Roman"/>
              </a:rPr>
              <a:t> </a:t>
            </a:r>
            <a:r>
              <a:rPr sz="2200" spc="-125" dirty="0">
                <a:solidFill>
                  <a:srgbClr val="F5F9FF"/>
                </a:solidFill>
                <a:latin typeface="Arial Black"/>
                <a:cs typeface="Arial Black"/>
              </a:rPr>
              <a:t>Customer</a:t>
            </a:r>
            <a:r>
              <a:rPr sz="2200" spc="-150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200" spc="-135" dirty="0">
                <a:solidFill>
                  <a:srgbClr val="F5F9FF"/>
                </a:solidFill>
                <a:latin typeface="Arial Black"/>
                <a:cs typeface="Arial Black"/>
              </a:rPr>
              <a:t>Demographics</a:t>
            </a:r>
            <a:r>
              <a:rPr sz="2200" spc="-150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200" spc="-315" dirty="0">
                <a:solidFill>
                  <a:srgbClr val="F5F9FF"/>
                </a:solidFill>
                <a:latin typeface="Arial Black"/>
                <a:cs typeface="Arial Black"/>
              </a:rPr>
              <a:t>&amp;</a:t>
            </a:r>
            <a:r>
              <a:rPr sz="2200" spc="-145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200" spc="-210" dirty="0">
                <a:solidFill>
                  <a:srgbClr val="F5F9FF"/>
                </a:solidFill>
                <a:latin typeface="Arial Black"/>
                <a:cs typeface="Arial Black"/>
              </a:rPr>
              <a:t>Sales</a:t>
            </a:r>
            <a:r>
              <a:rPr sz="2200" spc="-150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F5F9FF"/>
                </a:solidFill>
                <a:latin typeface="Arial Black"/>
                <a:cs typeface="Arial Black"/>
              </a:rPr>
              <a:t>Trends</a:t>
            </a:r>
            <a:endParaRPr sz="2200" dirty="0">
              <a:latin typeface="Arial Black"/>
              <a:cs typeface="Arial Black"/>
            </a:endParaRPr>
          </a:p>
          <a:p>
            <a:pPr marL="487045" marR="915669">
              <a:lnSpc>
                <a:spcPct val="144900"/>
              </a:lnSpc>
            </a:pPr>
            <a:r>
              <a:rPr sz="2200" spc="140" dirty="0">
                <a:solidFill>
                  <a:srgbClr val="F5F9FF"/>
                </a:solidFill>
                <a:latin typeface="Trebuchet MS"/>
                <a:cs typeface="Trebuchet MS"/>
              </a:rPr>
              <a:t>Who</a:t>
            </a:r>
            <a:r>
              <a:rPr sz="22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5F9FF"/>
                </a:solidFill>
                <a:latin typeface="Trebuchet MS"/>
                <a:cs typeface="Trebuchet MS"/>
              </a:rPr>
              <a:t>are</a:t>
            </a:r>
            <a:r>
              <a:rPr sz="22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105" dirty="0">
                <a:solidFill>
                  <a:srgbClr val="F5F9FF"/>
                </a:solidFill>
                <a:latin typeface="Trebuchet MS"/>
                <a:cs typeface="Trebuchet MS"/>
              </a:rPr>
              <a:t>our</a:t>
            </a:r>
            <a:r>
              <a:rPr sz="22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80" dirty="0">
                <a:solidFill>
                  <a:srgbClr val="F5F9FF"/>
                </a:solidFill>
                <a:latin typeface="Trebuchet MS"/>
                <a:cs typeface="Trebuchet MS"/>
              </a:rPr>
              <a:t>main</a:t>
            </a:r>
            <a:r>
              <a:rPr sz="22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65" dirty="0">
                <a:solidFill>
                  <a:srgbClr val="F5F9FF"/>
                </a:solidFill>
                <a:latin typeface="Trebuchet MS"/>
                <a:cs typeface="Trebuchet MS"/>
              </a:rPr>
              <a:t>customer</a:t>
            </a:r>
            <a:r>
              <a:rPr sz="22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75" dirty="0">
                <a:solidFill>
                  <a:srgbClr val="F5F9FF"/>
                </a:solidFill>
                <a:latin typeface="Trebuchet MS"/>
                <a:cs typeface="Trebuchet MS"/>
              </a:rPr>
              <a:t>segments? </a:t>
            </a:r>
            <a:r>
              <a:rPr sz="2200" spc="60" dirty="0">
                <a:solidFill>
                  <a:srgbClr val="F5F9FF"/>
                </a:solidFill>
                <a:latin typeface="Trebuchet MS"/>
                <a:cs typeface="Trebuchet MS"/>
              </a:rPr>
              <a:t>Which</a:t>
            </a:r>
            <a:r>
              <a:rPr sz="2200" spc="-2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70" dirty="0">
                <a:solidFill>
                  <a:srgbClr val="F5F9FF"/>
                </a:solidFill>
                <a:latin typeface="Trebuchet MS"/>
                <a:cs typeface="Trebuchet MS"/>
              </a:rPr>
              <a:t>regions</a:t>
            </a:r>
            <a:r>
              <a:rPr sz="2200" spc="-2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5F9FF"/>
                </a:solidFill>
                <a:latin typeface="Trebuchet MS"/>
                <a:cs typeface="Trebuchet MS"/>
              </a:rPr>
              <a:t>generate</a:t>
            </a:r>
            <a:r>
              <a:rPr sz="2200" spc="-2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5F9FF"/>
                </a:solidFill>
                <a:latin typeface="Trebuchet MS"/>
                <a:cs typeface="Trebuchet MS"/>
              </a:rPr>
              <a:t>the</a:t>
            </a:r>
            <a:r>
              <a:rPr sz="2200" spc="-2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95" dirty="0">
                <a:solidFill>
                  <a:srgbClr val="F5F9FF"/>
                </a:solidFill>
                <a:latin typeface="Trebuchet MS"/>
                <a:cs typeface="Trebuchet MS"/>
              </a:rPr>
              <a:t>most</a:t>
            </a:r>
            <a:r>
              <a:rPr sz="2200" spc="-2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60" dirty="0">
                <a:solidFill>
                  <a:srgbClr val="F5F9FF"/>
                </a:solidFill>
                <a:latin typeface="Trebuchet MS"/>
                <a:cs typeface="Trebuchet MS"/>
              </a:rPr>
              <a:t>sales?</a:t>
            </a:r>
            <a:endParaRPr sz="2200" dirty="0">
              <a:latin typeface="Trebuchet MS"/>
              <a:cs typeface="Trebuchet MS"/>
            </a:endParaRPr>
          </a:p>
          <a:p>
            <a:pPr marL="487045">
              <a:lnSpc>
                <a:spcPct val="100000"/>
              </a:lnSpc>
              <a:spcBef>
                <a:spcPts val="1185"/>
              </a:spcBef>
            </a:pPr>
            <a:r>
              <a:rPr sz="2200" spc="60" dirty="0">
                <a:solidFill>
                  <a:srgbClr val="F5F9FF"/>
                </a:solidFill>
                <a:latin typeface="Trebuchet MS"/>
                <a:cs typeface="Trebuchet MS"/>
              </a:rPr>
              <a:t>What</a:t>
            </a:r>
            <a:r>
              <a:rPr sz="2200" spc="-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5F9FF"/>
                </a:solidFill>
                <a:latin typeface="Trebuchet MS"/>
                <a:cs typeface="Trebuchet MS"/>
              </a:rPr>
              <a:t>are</a:t>
            </a:r>
            <a:r>
              <a:rPr sz="2200" spc="-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5F9FF"/>
                </a:solidFill>
                <a:latin typeface="Trebuchet MS"/>
                <a:cs typeface="Trebuchet MS"/>
              </a:rPr>
              <a:t>the</a:t>
            </a:r>
            <a:r>
              <a:rPr sz="2200" spc="-5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5F9FF"/>
                </a:solidFill>
                <a:latin typeface="Trebuchet MS"/>
                <a:cs typeface="Trebuchet MS"/>
              </a:rPr>
              <a:t>key</a:t>
            </a:r>
            <a:r>
              <a:rPr sz="2200" spc="-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75" dirty="0">
                <a:solidFill>
                  <a:srgbClr val="F5F9FF"/>
                </a:solidFill>
                <a:latin typeface="Trebuchet MS"/>
                <a:cs typeface="Trebuchet MS"/>
              </a:rPr>
              <a:t>purchasing</a:t>
            </a:r>
            <a:r>
              <a:rPr sz="2200" spc="-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60" dirty="0">
                <a:solidFill>
                  <a:srgbClr val="F5F9FF"/>
                </a:solidFill>
                <a:latin typeface="Trebuchet MS"/>
                <a:cs typeface="Trebuchet MS"/>
              </a:rPr>
              <a:t>trends</a:t>
            </a:r>
            <a:r>
              <a:rPr sz="2200" spc="-5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50" dirty="0">
                <a:solidFill>
                  <a:srgbClr val="F5F9FF"/>
                </a:solidFill>
                <a:latin typeface="Trebuchet MS"/>
                <a:cs typeface="Trebuchet MS"/>
              </a:rPr>
              <a:t>over</a:t>
            </a:r>
            <a:r>
              <a:rPr sz="2200" spc="-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F5F9FF"/>
                </a:solidFill>
                <a:latin typeface="Trebuchet MS"/>
                <a:cs typeface="Trebuchet MS"/>
              </a:rPr>
              <a:t>time?</a:t>
            </a:r>
            <a:endParaRPr sz="2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18283555" cy="10287000"/>
          </a:xfrm>
          <a:custGeom>
            <a:avLst/>
            <a:gdLst/>
            <a:ahLst/>
            <a:cxnLst/>
            <a:rect l="l" t="t" r="r" b="b"/>
            <a:pathLst>
              <a:path w="18283555" h="10287000">
                <a:moveTo>
                  <a:pt x="17335499" y="0"/>
                </a:moveTo>
                <a:lnTo>
                  <a:pt x="952499" y="0"/>
                </a:lnTo>
                <a:lnTo>
                  <a:pt x="904960" y="1165"/>
                </a:lnTo>
                <a:lnTo>
                  <a:pt x="858024" y="4626"/>
                </a:lnTo>
                <a:lnTo>
                  <a:pt x="811746" y="10327"/>
                </a:lnTo>
                <a:lnTo>
                  <a:pt x="766180" y="18214"/>
                </a:lnTo>
                <a:lnTo>
                  <a:pt x="721381" y="28233"/>
                </a:lnTo>
                <a:lnTo>
                  <a:pt x="677404" y="40328"/>
                </a:lnTo>
                <a:lnTo>
                  <a:pt x="634303" y="54445"/>
                </a:lnTo>
                <a:lnTo>
                  <a:pt x="592133" y="70530"/>
                </a:lnTo>
                <a:lnTo>
                  <a:pt x="550949" y="88528"/>
                </a:lnTo>
                <a:lnTo>
                  <a:pt x="510804" y="108384"/>
                </a:lnTo>
                <a:lnTo>
                  <a:pt x="471754" y="130045"/>
                </a:lnTo>
                <a:lnTo>
                  <a:pt x="433852" y="153454"/>
                </a:lnTo>
                <a:lnTo>
                  <a:pt x="397155" y="178559"/>
                </a:lnTo>
                <a:lnTo>
                  <a:pt x="361715" y="205303"/>
                </a:lnTo>
                <a:lnTo>
                  <a:pt x="327589" y="233633"/>
                </a:lnTo>
                <a:lnTo>
                  <a:pt x="294829" y="263494"/>
                </a:lnTo>
                <a:lnTo>
                  <a:pt x="263492" y="294832"/>
                </a:lnTo>
                <a:lnTo>
                  <a:pt x="233631" y="327591"/>
                </a:lnTo>
                <a:lnTo>
                  <a:pt x="205301" y="361718"/>
                </a:lnTo>
                <a:lnTo>
                  <a:pt x="178557" y="397158"/>
                </a:lnTo>
                <a:lnTo>
                  <a:pt x="153453" y="433855"/>
                </a:lnTo>
                <a:lnTo>
                  <a:pt x="130043" y="471756"/>
                </a:lnTo>
                <a:lnTo>
                  <a:pt x="108383" y="510807"/>
                </a:lnTo>
                <a:lnTo>
                  <a:pt x="88527" y="550951"/>
                </a:lnTo>
                <a:lnTo>
                  <a:pt x="70529" y="592136"/>
                </a:lnTo>
                <a:lnTo>
                  <a:pt x="54444" y="634306"/>
                </a:lnTo>
                <a:lnTo>
                  <a:pt x="40327" y="677407"/>
                </a:lnTo>
                <a:lnTo>
                  <a:pt x="28232" y="721383"/>
                </a:lnTo>
                <a:lnTo>
                  <a:pt x="18214" y="766182"/>
                </a:lnTo>
                <a:lnTo>
                  <a:pt x="10327" y="811747"/>
                </a:lnTo>
                <a:lnTo>
                  <a:pt x="4626" y="858025"/>
                </a:lnTo>
                <a:lnTo>
                  <a:pt x="1165" y="904960"/>
                </a:lnTo>
                <a:lnTo>
                  <a:pt x="0" y="952499"/>
                </a:lnTo>
                <a:lnTo>
                  <a:pt x="0" y="9334499"/>
                </a:lnTo>
                <a:lnTo>
                  <a:pt x="1165" y="9382039"/>
                </a:lnTo>
                <a:lnTo>
                  <a:pt x="4626" y="9428975"/>
                </a:lnTo>
                <a:lnTo>
                  <a:pt x="10327" y="9475253"/>
                </a:lnTo>
                <a:lnTo>
                  <a:pt x="18214" y="9520819"/>
                </a:lnTo>
                <a:lnTo>
                  <a:pt x="28232" y="9565617"/>
                </a:lnTo>
                <a:lnTo>
                  <a:pt x="40327" y="9609594"/>
                </a:lnTo>
                <a:lnTo>
                  <a:pt x="54444" y="9652695"/>
                </a:lnTo>
                <a:lnTo>
                  <a:pt x="70529" y="9694865"/>
                </a:lnTo>
                <a:lnTo>
                  <a:pt x="88527" y="9736050"/>
                </a:lnTo>
                <a:lnTo>
                  <a:pt x="108383" y="9776195"/>
                </a:lnTo>
                <a:lnTo>
                  <a:pt x="130043" y="9815245"/>
                </a:lnTo>
                <a:lnTo>
                  <a:pt x="153453" y="9853146"/>
                </a:lnTo>
                <a:lnTo>
                  <a:pt x="178557" y="9889844"/>
                </a:lnTo>
                <a:lnTo>
                  <a:pt x="205301" y="9925283"/>
                </a:lnTo>
                <a:lnTo>
                  <a:pt x="233631" y="9959410"/>
                </a:lnTo>
                <a:lnTo>
                  <a:pt x="263492" y="9992169"/>
                </a:lnTo>
                <a:lnTo>
                  <a:pt x="294829" y="10023506"/>
                </a:lnTo>
                <a:lnTo>
                  <a:pt x="327589" y="10053367"/>
                </a:lnTo>
                <a:lnTo>
                  <a:pt x="361715" y="10081697"/>
                </a:lnTo>
                <a:lnTo>
                  <a:pt x="397155" y="10108442"/>
                </a:lnTo>
                <a:lnTo>
                  <a:pt x="433852" y="10133546"/>
                </a:lnTo>
                <a:lnTo>
                  <a:pt x="471754" y="10156955"/>
                </a:lnTo>
                <a:lnTo>
                  <a:pt x="510804" y="10178615"/>
                </a:lnTo>
                <a:lnTo>
                  <a:pt x="550949" y="10198472"/>
                </a:lnTo>
                <a:lnTo>
                  <a:pt x="592133" y="10216469"/>
                </a:lnTo>
                <a:lnTo>
                  <a:pt x="634303" y="10232554"/>
                </a:lnTo>
                <a:lnTo>
                  <a:pt x="677404" y="10246671"/>
                </a:lnTo>
                <a:lnTo>
                  <a:pt x="721381" y="10258766"/>
                </a:lnTo>
                <a:lnTo>
                  <a:pt x="766180" y="10268784"/>
                </a:lnTo>
                <a:lnTo>
                  <a:pt x="811746" y="10276671"/>
                </a:lnTo>
                <a:lnTo>
                  <a:pt x="858024" y="10282373"/>
                </a:lnTo>
                <a:lnTo>
                  <a:pt x="904960" y="10285833"/>
                </a:lnTo>
                <a:lnTo>
                  <a:pt x="952499" y="10286999"/>
                </a:lnTo>
                <a:lnTo>
                  <a:pt x="17335499" y="10286999"/>
                </a:lnTo>
                <a:lnTo>
                  <a:pt x="17383037" y="10285833"/>
                </a:lnTo>
                <a:lnTo>
                  <a:pt x="17429971" y="10282373"/>
                </a:lnTo>
                <a:lnTo>
                  <a:pt x="17476248" y="10276671"/>
                </a:lnTo>
                <a:lnTo>
                  <a:pt x="17521813" y="10268784"/>
                </a:lnTo>
                <a:lnTo>
                  <a:pt x="17566611" y="10258766"/>
                </a:lnTo>
                <a:lnTo>
                  <a:pt x="17610587" y="10246671"/>
                </a:lnTo>
                <a:lnTo>
                  <a:pt x="17653687" y="10232554"/>
                </a:lnTo>
                <a:lnTo>
                  <a:pt x="17695857" y="10216469"/>
                </a:lnTo>
                <a:lnTo>
                  <a:pt x="17737041" y="10198472"/>
                </a:lnTo>
                <a:lnTo>
                  <a:pt x="17777186" y="10178615"/>
                </a:lnTo>
                <a:lnTo>
                  <a:pt x="17816236" y="10156955"/>
                </a:lnTo>
                <a:lnTo>
                  <a:pt x="17854137" y="10133546"/>
                </a:lnTo>
                <a:lnTo>
                  <a:pt x="17890835" y="10108442"/>
                </a:lnTo>
                <a:lnTo>
                  <a:pt x="17926275" y="10081697"/>
                </a:lnTo>
                <a:lnTo>
                  <a:pt x="17960402" y="10053367"/>
                </a:lnTo>
                <a:lnTo>
                  <a:pt x="17993161" y="10023506"/>
                </a:lnTo>
                <a:lnTo>
                  <a:pt x="18024499" y="9992169"/>
                </a:lnTo>
                <a:lnTo>
                  <a:pt x="18054361" y="9959410"/>
                </a:lnTo>
                <a:lnTo>
                  <a:pt x="18082691" y="9925283"/>
                </a:lnTo>
                <a:lnTo>
                  <a:pt x="18109436" y="9889844"/>
                </a:lnTo>
                <a:lnTo>
                  <a:pt x="18134541" y="9853146"/>
                </a:lnTo>
                <a:lnTo>
                  <a:pt x="18157951" y="9815245"/>
                </a:lnTo>
                <a:lnTo>
                  <a:pt x="18179611" y="9776195"/>
                </a:lnTo>
                <a:lnTo>
                  <a:pt x="18199468" y="9736050"/>
                </a:lnTo>
                <a:lnTo>
                  <a:pt x="18217466" y="9694865"/>
                </a:lnTo>
                <a:lnTo>
                  <a:pt x="18233552" y="9652695"/>
                </a:lnTo>
                <a:lnTo>
                  <a:pt x="18247669" y="9609594"/>
                </a:lnTo>
                <a:lnTo>
                  <a:pt x="18259765" y="9565617"/>
                </a:lnTo>
                <a:lnTo>
                  <a:pt x="18269783" y="9520819"/>
                </a:lnTo>
                <a:lnTo>
                  <a:pt x="18277671" y="9475253"/>
                </a:lnTo>
                <a:lnTo>
                  <a:pt x="18283372" y="9428975"/>
                </a:lnTo>
                <a:lnTo>
                  <a:pt x="18283554" y="9426512"/>
                </a:lnTo>
                <a:lnTo>
                  <a:pt x="18283554" y="860487"/>
                </a:lnTo>
                <a:lnTo>
                  <a:pt x="18277671" y="811747"/>
                </a:lnTo>
                <a:lnTo>
                  <a:pt x="18269783" y="766182"/>
                </a:lnTo>
                <a:lnTo>
                  <a:pt x="18259765" y="721383"/>
                </a:lnTo>
                <a:lnTo>
                  <a:pt x="18247669" y="677407"/>
                </a:lnTo>
                <a:lnTo>
                  <a:pt x="18233552" y="634306"/>
                </a:lnTo>
                <a:lnTo>
                  <a:pt x="18217466" y="592136"/>
                </a:lnTo>
                <a:lnTo>
                  <a:pt x="18199468" y="550951"/>
                </a:lnTo>
                <a:lnTo>
                  <a:pt x="18179611" y="510807"/>
                </a:lnTo>
                <a:lnTo>
                  <a:pt x="18157951" y="471756"/>
                </a:lnTo>
                <a:lnTo>
                  <a:pt x="18134541" y="433855"/>
                </a:lnTo>
                <a:lnTo>
                  <a:pt x="18109436" y="397158"/>
                </a:lnTo>
                <a:lnTo>
                  <a:pt x="18082691" y="361718"/>
                </a:lnTo>
                <a:lnTo>
                  <a:pt x="18054361" y="327591"/>
                </a:lnTo>
                <a:lnTo>
                  <a:pt x="18024499" y="294832"/>
                </a:lnTo>
                <a:lnTo>
                  <a:pt x="17993161" y="263494"/>
                </a:lnTo>
                <a:lnTo>
                  <a:pt x="17960402" y="233633"/>
                </a:lnTo>
                <a:lnTo>
                  <a:pt x="17926275" y="205303"/>
                </a:lnTo>
                <a:lnTo>
                  <a:pt x="17890835" y="178559"/>
                </a:lnTo>
                <a:lnTo>
                  <a:pt x="17854137" y="153454"/>
                </a:lnTo>
                <a:lnTo>
                  <a:pt x="17816236" y="130045"/>
                </a:lnTo>
                <a:lnTo>
                  <a:pt x="17777186" y="108384"/>
                </a:lnTo>
                <a:lnTo>
                  <a:pt x="17737041" y="88528"/>
                </a:lnTo>
                <a:lnTo>
                  <a:pt x="17695857" y="70530"/>
                </a:lnTo>
                <a:lnTo>
                  <a:pt x="17653687" y="54445"/>
                </a:lnTo>
                <a:lnTo>
                  <a:pt x="17610587" y="40328"/>
                </a:lnTo>
                <a:lnTo>
                  <a:pt x="17566611" y="28233"/>
                </a:lnTo>
                <a:lnTo>
                  <a:pt x="17521813" y="18214"/>
                </a:lnTo>
                <a:lnTo>
                  <a:pt x="17476248" y="10327"/>
                </a:lnTo>
                <a:lnTo>
                  <a:pt x="17429971" y="4626"/>
                </a:lnTo>
                <a:lnTo>
                  <a:pt x="17383037" y="1165"/>
                </a:lnTo>
                <a:lnTo>
                  <a:pt x="17335499" y="0"/>
                </a:lnTo>
                <a:close/>
              </a:path>
            </a:pathLst>
          </a:custGeom>
          <a:solidFill>
            <a:srgbClr val="2B3D6C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9925" rIns="0" bIns="0" rtlCol="0">
            <a:spAutoFit/>
          </a:bodyPr>
          <a:lstStyle/>
          <a:p>
            <a:pPr marL="1192530">
              <a:lnSpc>
                <a:spcPct val="100000"/>
              </a:lnSpc>
              <a:spcBef>
                <a:spcPts val="125"/>
              </a:spcBef>
            </a:pPr>
            <a:r>
              <a:rPr sz="8500" spc="-595" dirty="0">
                <a:solidFill>
                  <a:srgbClr val="FFFFFF"/>
                </a:solidFill>
              </a:rPr>
              <a:t>Analysis</a:t>
            </a:r>
            <a:r>
              <a:rPr sz="8500" spc="-1810" dirty="0">
                <a:solidFill>
                  <a:srgbClr val="FFFFFF"/>
                </a:solidFill>
              </a:rPr>
              <a:t> </a:t>
            </a:r>
            <a:r>
              <a:rPr sz="8500" spc="-10" dirty="0">
                <a:solidFill>
                  <a:srgbClr val="FFFFFF"/>
                </a:solidFill>
                <a:latin typeface="Sitka Small"/>
                <a:cs typeface="Sitka Small"/>
              </a:rPr>
              <a:t>Steps</a:t>
            </a:r>
            <a:endParaRPr sz="8500">
              <a:latin typeface="Sitka Small"/>
              <a:cs typeface="Sitka Smal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48039" y="5201425"/>
            <a:ext cx="13470255" cy="2581275"/>
            <a:chOff x="2348039" y="5201425"/>
            <a:chExt cx="13470255" cy="2581275"/>
          </a:xfrm>
        </p:grpSpPr>
        <p:sp>
          <p:nvSpPr>
            <p:cNvPr id="6" name="object 6"/>
            <p:cNvSpPr/>
            <p:nvPr/>
          </p:nvSpPr>
          <p:spPr>
            <a:xfrm>
              <a:off x="2497455" y="5500306"/>
              <a:ext cx="0" cy="985519"/>
            </a:xfrm>
            <a:custGeom>
              <a:avLst/>
              <a:gdLst/>
              <a:ahLst/>
              <a:cxnLst/>
              <a:rect l="l" t="t" r="r" b="b"/>
              <a:pathLst>
                <a:path h="985520">
                  <a:moveTo>
                    <a:pt x="0" y="985481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48026" y="5201437"/>
              <a:ext cx="299085" cy="1434465"/>
            </a:xfrm>
            <a:custGeom>
              <a:avLst/>
              <a:gdLst/>
              <a:ahLst/>
              <a:cxnLst/>
              <a:rect l="l" t="t" r="r" b="b"/>
              <a:pathLst>
                <a:path w="299085" h="1434465">
                  <a:moveTo>
                    <a:pt x="298919" y="1284414"/>
                  </a:moveTo>
                  <a:lnTo>
                    <a:pt x="291312" y="1237170"/>
                  </a:lnTo>
                  <a:lnTo>
                    <a:pt x="270090" y="1196136"/>
                  </a:lnTo>
                  <a:lnTo>
                    <a:pt x="237731" y="1163777"/>
                  </a:lnTo>
                  <a:lnTo>
                    <a:pt x="196710" y="1142568"/>
                  </a:lnTo>
                  <a:lnTo>
                    <a:pt x="149466" y="1134948"/>
                  </a:lnTo>
                  <a:lnTo>
                    <a:pt x="102235" y="1142568"/>
                  </a:lnTo>
                  <a:lnTo>
                    <a:pt x="61201" y="1163777"/>
                  </a:lnTo>
                  <a:lnTo>
                    <a:pt x="28841" y="1196136"/>
                  </a:lnTo>
                  <a:lnTo>
                    <a:pt x="7620" y="1237170"/>
                  </a:lnTo>
                  <a:lnTo>
                    <a:pt x="0" y="1284414"/>
                  </a:lnTo>
                  <a:lnTo>
                    <a:pt x="7620" y="1331645"/>
                  </a:lnTo>
                  <a:lnTo>
                    <a:pt x="28841" y="1372666"/>
                  </a:lnTo>
                  <a:lnTo>
                    <a:pt x="61201" y="1405026"/>
                  </a:lnTo>
                  <a:lnTo>
                    <a:pt x="102235" y="1426248"/>
                  </a:lnTo>
                  <a:lnTo>
                    <a:pt x="149466" y="1433868"/>
                  </a:lnTo>
                  <a:lnTo>
                    <a:pt x="196710" y="1426248"/>
                  </a:lnTo>
                  <a:lnTo>
                    <a:pt x="237731" y="1405026"/>
                  </a:lnTo>
                  <a:lnTo>
                    <a:pt x="270090" y="1372666"/>
                  </a:lnTo>
                  <a:lnTo>
                    <a:pt x="291312" y="1331645"/>
                  </a:lnTo>
                  <a:lnTo>
                    <a:pt x="298919" y="1284414"/>
                  </a:lnTo>
                  <a:close/>
                </a:path>
                <a:path w="299085" h="1434465">
                  <a:moveTo>
                    <a:pt x="298919" y="149453"/>
                  </a:moveTo>
                  <a:lnTo>
                    <a:pt x="291312" y="102209"/>
                  </a:lnTo>
                  <a:lnTo>
                    <a:pt x="270090" y="61188"/>
                  </a:lnTo>
                  <a:lnTo>
                    <a:pt x="237731" y="28829"/>
                  </a:lnTo>
                  <a:lnTo>
                    <a:pt x="196710" y="7620"/>
                  </a:lnTo>
                  <a:lnTo>
                    <a:pt x="149466" y="0"/>
                  </a:lnTo>
                  <a:lnTo>
                    <a:pt x="102235" y="7620"/>
                  </a:lnTo>
                  <a:lnTo>
                    <a:pt x="61201" y="28829"/>
                  </a:lnTo>
                  <a:lnTo>
                    <a:pt x="28841" y="61188"/>
                  </a:lnTo>
                  <a:lnTo>
                    <a:pt x="7620" y="102209"/>
                  </a:lnTo>
                  <a:lnTo>
                    <a:pt x="0" y="149453"/>
                  </a:lnTo>
                  <a:lnTo>
                    <a:pt x="7620" y="196697"/>
                  </a:lnTo>
                  <a:lnTo>
                    <a:pt x="28841" y="237718"/>
                  </a:lnTo>
                  <a:lnTo>
                    <a:pt x="61201" y="270078"/>
                  </a:lnTo>
                  <a:lnTo>
                    <a:pt x="102235" y="291299"/>
                  </a:lnTo>
                  <a:lnTo>
                    <a:pt x="149466" y="298919"/>
                  </a:lnTo>
                  <a:lnTo>
                    <a:pt x="196710" y="291299"/>
                  </a:lnTo>
                  <a:lnTo>
                    <a:pt x="237731" y="270078"/>
                  </a:lnTo>
                  <a:lnTo>
                    <a:pt x="270090" y="237718"/>
                  </a:lnTo>
                  <a:lnTo>
                    <a:pt x="291312" y="196697"/>
                  </a:lnTo>
                  <a:lnTo>
                    <a:pt x="298919" y="1494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85168" y="5500306"/>
              <a:ext cx="10384155" cy="1983739"/>
            </a:xfrm>
            <a:custGeom>
              <a:avLst/>
              <a:gdLst/>
              <a:ahLst/>
              <a:cxnLst/>
              <a:rect l="l" t="t" r="r" b="b"/>
              <a:pathLst>
                <a:path w="10384155" h="1983740">
                  <a:moveTo>
                    <a:pt x="0" y="1983193"/>
                  </a:moveTo>
                  <a:lnTo>
                    <a:pt x="0" y="997712"/>
                  </a:lnTo>
                </a:path>
                <a:path w="10384155" h="1983740">
                  <a:moveTo>
                    <a:pt x="2577693" y="985481"/>
                  </a:moveTo>
                  <a:lnTo>
                    <a:pt x="2577693" y="0"/>
                  </a:lnTo>
                </a:path>
                <a:path w="10384155" h="1983740">
                  <a:moveTo>
                    <a:pt x="7809293" y="985481"/>
                  </a:moveTo>
                  <a:lnTo>
                    <a:pt x="7809293" y="0"/>
                  </a:lnTo>
                </a:path>
                <a:path w="10384155" h="1983740">
                  <a:moveTo>
                    <a:pt x="5237721" y="1936038"/>
                  </a:moveTo>
                  <a:lnTo>
                    <a:pt x="5237721" y="950556"/>
                  </a:lnTo>
                </a:path>
                <a:path w="10384155" h="1983740">
                  <a:moveTo>
                    <a:pt x="10383583" y="1936038"/>
                  </a:moveTo>
                  <a:lnTo>
                    <a:pt x="10383583" y="950556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76017" y="6485826"/>
              <a:ext cx="13085444" cy="0"/>
            </a:xfrm>
            <a:custGeom>
              <a:avLst/>
              <a:gdLst/>
              <a:ahLst/>
              <a:cxnLst/>
              <a:rect l="l" t="t" r="r" b="b"/>
              <a:pathLst>
                <a:path w="13085444">
                  <a:moveTo>
                    <a:pt x="0" y="0"/>
                  </a:moveTo>
                  <a:lnTo>
                    <a:pt x="13085114" y="0"/>
                  </a:lnTo>
                </a:path>
              </a:pathLst>
            </a:custGeom>
            <a:ln w="571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1704" y="6371526"/>
              <a:ext cx="228600" cy="2286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46781" y="6371526"/>
              <a:ext cx="171450" cy="2286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135727" y="5201437"/>
              <a:ext cx="10682605" cy="2581275"/>
            </a:xfrm>
            <a:custGeom>
              <a:avLst/>
              <a:gdLst/>
              <a:ahLst/>
              <a:cxnLst/>
              <a:rect l="l" t="t" r="r" b="b"/>
              <a:pathLst>
                <a:path w="10682605" h="2581275">
                  <a:moveTo>
                    <a:pt x="298932" y="2431592"/>
                  </a:moveTo>
                  <a:lnTo>
                    <a:pt x="291312" y="2384348"/>
                  </a:lnTo>
                  <a:lnTo>
                    <a:pt x="270103" y="2343315"/>
                  </a:lnTo>
                  <a:lnTo>
                    <a:pt x="237744" y="2310955"/>
                  </a:lnTo>
                  <a:lnTo>
                    <a:pt x="196723" y="2289733"/>
                  </a:lnTo>
                  <a:lnTo>
                    <a:pt x="149479" y="2282126"/>
                  </a:lnTo>
                  <a:lnTo>
                    <a:pt x="102235" y="2289733"/>
                  </a:lnTo>
                  <a:lnTo>
                    <a:pt x="61201" y="2310955"/>
                  </a:lnTo>
                  <a:lnTo>
                    <a:pt x="28854" y="2343315"/>
                  </a:lnTo>
                  <a:lnTo>
                    <a:pt x="7632" y="2384348"/>
                  </a:lnTo>
                  <a:lnTo>
                    <a:pt x="0" y="2431592"/>
                  </a:lnTo>
                  <a:lnTo>
                    <a:pt x="7632" y="2478824"/>
                  </a:lnTo>
                  <a:lnTo>
                    <a:pt x="28854" y="2519857"/>
                  </a:lnTo>
                  <a:lnTo>
                    <a:pt x="61201" y="2552217"/>
                  </a:lnTo>
                  <a:lnTo>
                    <a:pt x="102235" y="2573439"/>
                  </a:lnTo>
                  <a:lnTo>
                    <a:pt x="149479" y="2581059"/>
                  </a:lnTo>
                  <a:lnTo>
                    <a:pt x="196723" y="2573439"/>
                  </a:lnTo>
                  <a:lnTo>
                    <a:pt x="237744" y="2552217"/>
                  </a:lnTo>
                  <a:lnTo>
                    <a:pt x="270103" y="2519857"/>
                  </a:lnTo>
                  <a:lnTo>
                    <a:pt x="291312" y="2478824"/>
                  </a:lnTo>
                  <a:lnTo>
                    <a:pt x="298932" y="2431592"/>
                  </a:lnTo>
                  <a:close/>
                </a:path>
                <a:path w="10682605" h="2581275">
                  <a:moveTo>
                    <a:pt x="298932" y="1331569"/>
                  </a:moveTo>
                  <a:lnTo>
                    <a:pt x="291312" y="1284325"/>
                  </a:lnTo>
                  <a:lnTo>
                    <a:pt x="270103" y="1243291"/>
                  </a:lnTo>
                  <a:lnTo>
                    <a:pt x="237744" y="1210932"/>
                  </a:lnTo>
                  <a:lnTo>
                    <a:pt x="196723" y="1189723"/>
                  </a:lnTo>
                  <a:lnTo>
                    <a:pt x="149479" y="1182103"/>
                  </a:lnTo>
                  <a:lnTo>
                    <a:pt x="102235" y="1189723"/>
                  </a:lnTo>
                  <a:lnTo>
                    <a:pt x="61201" y="1210932"/>
                  </a:lnTo>
                  <a:lnTo>
                    <a:pt x="28854" y="1243291"/>
                  </a:lnTo>
                  <a:lnTo>
                    <a:pt x="7632" y="1284325"/>
                  </a:lnTo>
                  <a:lnTo>
                    <a:pt x="0" y="1331569"/>
                  </a:lnTo>
                  <a:lnTo>
                    <a:pt x="7632" y="1378800"/>
                  </a:lnTo>
                  <a:lnTo>
                    <a:pt x="28854" y="1419821"/>
                  </a:lnTo>
                  <a:lnTo>
                    <a:pt x="61201" y="1452181"/>
                  </a:lnTo>
                  <a:lnTo>
                    <a:pt x="102235" y="1473403"/>
                  </a:lnTo>
                  <a:lnTo>
                    <a:pt x="149479" y="1481023"/>
                  </a:lnTo>
                  <a:lnTo>
                    <a:pt x="196723" y="1473403"/>
                  </a:lnTo>
                  <a:lnTo>
                    <a:pt x="237744" y="1452181"/>
                  </a:lnTo>
                  <a:lnTo>
                    <a:pt x="270103" y="1419821"/>
                  </a:lnTo>
                  <a:lnTo>
                    <a:pt x="291312" y="1378800"/>
                  </a:lnTo>
                  <a:lnTo>
                    <a:pt x="298932" y="1331569"/>
                  </a:lnTo>
                  <a:close/>
                </a:path>
                <a:path w="10682605" h="2581275">
                  <a:moveTo>
                    <a:pt x="2876626" y="1284414"/>
                  </a:moveTo>
                  <a:lnTo>
                    <a:pt x="2869006" y="1237170"/>
                  </a:lnTo>
                  <a:lnTo>
                    <a:pt x="2847797" y="1196136"/>
                  </a:lnTo>
                  <a:lnTo>
                    <a:pt x="2815437" y="1163777"/>
                  </a:lnTo>
                  <a:lnTo>
                    <a:pt x="2774416" y="1142568"/>
                  </a:lnTo>
                  <a:lnTo>
                    <a:pt x="2727172" y="1134948"/>
                  </a:lnTo>
                  <a:lnTo>
                    <a:pt x="2679928" y="1142568"/>
                  </a:lnTo>
                  <a:lnTo>
                    <a:pt x="2638895" y="1163777"/>
                  </a:lnTo>
                  <a:lnTo>
                    <a:pt x="2606535" y="1196136"/>
                  </a:lnTo>
                  <a:lnTo>
                    <a:pt x="2585326" y="1237170"/>
                  </a:lnTo>
                  <a:lnTo>
                    <a:pt x="2577693" y="1284414"/>
                  </a:lnTo>
                  <a:lnTo>
                    <a:pt x="2585326" y="1331645"/>
                  </a:lnTo>
                  <a:lnTo>
                    <a:pt x="2606535" y="1372666"/>
                  </a:lnTo>
                  <a:lnTo>
                    <a:pt x="2638895" y="1405026"/>
                  </a:lnTo>
                  <a:lnTo>
                    <a:pt x="2679928" y="1426248"/>
                  </a:lnTo>
                  <a:lnTo>
                    <a:pt x="2727172" y="1433868"/>
                  </a:lnTo>
                  <a:lnTo>
                    <a:pt x="2774416" y="1426248"/>
                  </a:lnTo>
                  <a:lnTo>
                    <a:pt x="2815437" y="1405026"/>
                  </a:lnTo>
                  <a:lnTo>
                    <a:pt x="2847797" y="1372666"/>
                  </a:lnTo>
                  <a:lnTo>
                    <a:pt x="2869006" y="1331645"/>
                  </a:lnTo>
                  <a:lnTo>
                    <a:pt x="2876626" y="1284414"/>
                  </a:lnTo>
                  <a:close/>
                </a:path>
                <a:path w="10682605" h="2581275">
                  <a:moveTo>
                    <a:pt x="2876626" y="149453"/>
                  </a:moveTo>
                  <a:lnTo>
                    <a:pt x="2869006" y="102209"/>
                  </a:lnTo>
                  <a:lnTo>
                    <a:pt x="2847797" y="61188"/>
                  </a:lnTo>
                  <a:lnTo>
                    <a:pt x="2815437" y="28829"/>
                  </a:lnTo>
                  <a:lnTo>
                    <a:pt x="2774416" y="7620"/>
                  </a:lnTo>
                  <a:lnTo>
                    <a:pt x="2727172" y="0"/>
                  </a:lnTo>
                  <a:lnTo>
                    <a:pt x="2679928" y="7620"/>
                  </a:lnTo>
                  <a:lnTo>
                    <a:pt x="2638895" y="28829"/>
                  </a:lnTo>
                  <a:lnTo>
                    <a:pt x="2606535" y="61188"/>
                  </a:lnTo>
                  <a:lnTo>
                    <a:pt x="2585326" y="102209"/>
                  </a:lnTo>
                  <a:lnTo>
                    <a:pt x="2577693" y="149453"/>
                  </a:lnTo>
                  <a:lnTo>
                    <a:pt x="2585326" y="196697"/>
                  </a:lnTo>
                  <a:lnTo>
                    <a:pt x="2606535" y="237718"/>
                  </a:lnTo>
                  <a:lnTo>
                    <a:pt x="2638895" y="270078"/>
                  </a:lnTo>
                  <a:lnTo>
                    <a:pt x="2679928" y="291299"/>
                  </a:lnTo>
                  <a:lnTo>
                    <a:pt x="2727172" y="298919"/>
                  </a:lnTo>
                  <a:lnTo>
                    <a:pt x="2774416" y="291299"/>
                  </a:lnTo>
                  <a:lnTo>
                    <a:pt x="2815437" y="270078"/>
                  </a:lnTo>
                  <a:lnTo>
                    <a:pt x="2847797" y="237718"/>
                  </a:lnTo>
                  <a:lnTo>
                    <a:pt x="2869006" y="196697"/>
                  </a:lnTo>
                  <a:lnTo>
                    <a:pt x="2876626" y="149453"/>
                  </a:lnTo>
                  <a:close/>
                </a:path>
                <a:path w="10682605" h="2581275">
                  <a:moveTo>
                    <a:pt x="5536666" y="2384437"/>
                  </a:moveTo>
                  <a:lnTo>
                    <a:pt x="5529046" y="2337193"/>
                  </a:lnTo>
                  <a:lnTo>
                    <a:pt x="5507837" y="2296160"/>
                  </a:lnTo>
                  <a:lnTo>
                    <a:pt x="5475478" y="2263800"/>
                  </a:lnTo>
                  <a:lnTo>
                    <a:pt x="5434444" y="2242578"/>
                  </a:lnTo>
                  <a:lnTo>
                    <a:pt x="5387200" y="2234971"/>
                  </a:lnTo>
                  <a:lnTo>
                    <a:pt x="5339956" y="2242578"/>
                  </a:lnTo>
                  <a:lnTo>
                    <a:pt x="5298935" y="2263800"/>
                  </a:lnTo>
                  <a:lnTo>
                    <a:pt x="5266575" y="2296160"/>
                  </a:lnTo>
                  <a:lnTo>
                    <a:pt x="5245354" y="2337193"/>
                  </a:lnTo>
                  <a:lnTo>
                    <a:pt x="5237734" y="2384437"/>
                  </a:lnTo>
                  <a:lnTo>
                    <a:pt x="5245354" y="2431669"/>
                  </a:lnTo>
                  <a:lnTo>
                    <a:pt x="5266575" y="2472690"/>
                  </a:lnTo>
                  <a:lnTo>
                    <a:pt x="5298935" y="2505049"/>
                  </a:lnTo>
                  <a:lnTo>
                    <a:pt x="5339956" y="2526271"/>
                  </a:lnTo>
                  <a:lnTo>
                    <a:pt x="5387200" y="2533891"/>
                  </a:lnTo>
                  <a:lnTo>
                    <a:pt x="5434444" y="2526271"/>
                  </a:lnTo>
                  <a:lnTo>
                    <a:pt x="5475478" y="2505049"/>
                  </a:lnTo>
                  <a:lnTo>
                    <a:pt x="5507837" y="2472690"/>
                  </a:lnTo>
                  <a:lnTo>
                    <a:pt x="5529046" y="2431669"/>
                  </a:lnTo>
                  <a:lnTo>
                    <a:pt x="5536666" y="2384437"/>
                  </a:lnTo>
                  <a:close/>
                </a:path>
                <a:path w="10682605" h="2581275">
                  <a:moveTo>
                    <a:pt x="5536666" y="1284414"/>
                  </a:moveTo>
                  <a:lnTo>
                    <a:pt x="5529046" y="1237170"/>
                  </a:lnTo>
                  <a:lnTo>
                    <a:pt x="5507837" y="1196136"/>
                  </a:lnTo>
                  <a:lnTo>
                    <a:pt x="5475478" y="1163777"/>
                  </a:lnTo>
                  <a:lnTo>
                    <a:pt x="5434444" y="1142568"/>
                  </a:lnTo>
                  <a:lnTo>
                    <a:pt x="5387200" y="1134948"/>
                  </a:lnTo>
                  <a:lnTo>
                    <a:pt x="5339956" y="1142568"/>
                  </a:lnTo>
                  <a:lnTo>
                    <a:pt x="5298935" y="1163777"/>
                  </a:lnTo>
                  <a:lnTo>
                    <a:pt x="5266575" y="1196136"/>
                  </a:lnTo>
                  <a:lnTo>
                    <a:pt x="5245354" y="1237170"/>
                  </a:lnTo>
                  <a:lnTo>
                    <a:pt x="5237734" y="1284414"/>
                  </a:lnTo>
                  <a:lnTo>
                    <a:pt x="5245354" y="1331645"/>
                  </a:lnTo>
                  <a:lnTo>
                    <a:pt x="5266575" y="1372666"/>
                  </a:lnTo>
                  <a:lnTo>
                    <a:pt x="5298935" y="1405026"/>
                  </a:lnTo>
                  <a:lnTo>
                    <a:pt x="5339956" y="1426248"/>
                  </a:lnTo>
                  <a:lnTo>
                    <a:pt x="5387200" y="1433868"/>
                  </a:lnTo>
                  <a:lnTo>
                    <a:pt x="5434444" y="1426248"/>
                  </a:lnTo>
                  <a:lnTo>
                    <a:pt x="5475478" y="1405026"/>
                  </a:lnTo>
                  <a:lnTo>
                    <a:pt x="5507837" y="1372666"/>
                  </a:lnTo>
                  <a:lnTo>
                    <a:pt x="5529046" y="1331645"/>
                  </a:lnTo>
                  <a:lnTo>
                    <a:pt x="5536666" y="1284414"/>
                  </a:lnTo>
                  <a:close/>
                </a:path>
                <a:path w="10682605" h="2581275">
                  <a:moveTo>
                    <a:pt x="8108201" y="1284414"/>
                  </a:moveTo>
                  <a:lnTo>
                    <a:pt x="8100581" y="1237170"/>
                  </a:lnTo>
                  <a:lnTo>
                    <a:pt x="8079359" y="1196136"/>
                  </a:lnTo>
                  <a:lnTo>
                    <a:pt x="8046999" y="1163777"/>
                  </a:lnTo>
                  <a:lnTo>
                    <a:pt x="8005966" y="1142568"/>
                  </a:lnTo>
                  <a:lnTo>
                    <a:pt x="7958722" y="1134948"/>
                  </a:lnTo>
                  <a:lnTo>
                    <a:pt x="7911478" y="1142568"/>
                  </a:lnTo>
                  <a:lnTo>
                    <a:pt x="7870444" y="1163777"/>
                  </a:lnTo>
                  <a:lnTo>
                    <a:pt x="7838084" y="1196136"/>
                  </a:lnTo>
                  <a:lnTo>
                    <a:pt x="7816863" y="1237170"/>
                  </a:lnTo>
                  <a:lnTo>
                    <a:pt x="7809243" y="1284414"/>
                  </a:lnTo>
                  <a:lnTo>
                    <a:pt x="7816863" y="1331645"/>
                  </a:lnTo>
                  <a:lnTo>
                    <a:pt x="7838084" y="1372666"/>
                  </a:lnTo>
                  <a:lnTo>
                    <a:pt x="7870444" y="1405026"/>
                  </a:lnTo>
                  <a:lnTo>
                    <a:pt x="7911478" y="1426248"/>
                  </a:lnTo>
                  <a:lnTo>
                    <a:pt x="7958722" y="1433868"/>
                  </a:lnTo>
                  <a:lnTo>
                    <a:pt x="8005966" y="1426248"/>
                  </a:lnTo>
                  <a:lnTo>
                    <a:pt x="8046999" y="1405026"/>
                  </a:lnTo>
                  <a:lnTo>
                    <a:pt x="8079359" y="1372666"/>
                  </a:lnTo>
                  <a:lnTo>
                    <a:pt x="8100581" y="1331645"/>
                  </a:lnTo>
                  <a:lnTo>
                    <a:pt x="8108201" y="1284414"/>
                  </a:lnTo>
                  <a:close/>
                </a:path>
                <a:path w="10682605" h="2581275">
                  <a:moveTo>
                    <a:pt x="8108201" y="149453"/>
                  </a:moveTo>
                  <a:lnTo>
                    <a:pt x="8100581" y="102209"/>
                  </a:lnTo>
                  <a:lnTo>
                    <a:pt x="8079359" y="61188"/>
                  </a:lnTo>
                  <a:lnTo>
                    <a:pt x="8046999" y="28829"/>
                  </a:lnTo>
                  <a:lnTo>
                    <a:pt x="8005966" y="7620"/>
                  </a:lnTo>
                  <a:lnTo>
                    <a:pt x="7958722" y="0"/>
                  </a:lnTo>
                  <a:lnTo>
                    <a:pt x="7911478" y="7620"/>
                  </a:lnTo>
                  <a:lnTo>
                    <a:pt x="7870444" y="28829"/>
                  </a:lnTo>
                  <a:lnTo>
                    <a:pt x="7838084" y="61188"/>
                  </a:lnTo>
                  <a:lnTo>
                    <a:pt x="7816863" y="102209"/>
                  </a:lnTo>
                  <a:lnTo>
                    <a:pt x="7809243" y="149453"/>
                  </a:lnTo>
                  <a:lnTo>
                    <a:pt x="7816863" y="196697"/>
                  </a:lnTo>
                  <a:lnTo>
                    <a:pt x="7838084" y="237718"/>
                  </a:lnTo>
                  <a:lnTo>
                    <a:pt x="7870444" y="270078"/>
                  </a:lnTo>
                  <a:lnTo>
                    <a:pt x="7911478" y="291299"/>
                  </a:lnTo>
                  <a:lnTo>
                    <a:pt x="7958722" y="298919"/>
                  </a:lnTo>
                  <a:lnTo>
                    <a:pt x="8005966" y="291299"/>
                  </a:lnTo>
                  <a:lnTo>
                    <a:pt x="8046999" y="270078"/>
                  </a:lnTo>
                  <a:lnTo>
                    <a:pt x="8079359" y="237718"/>
                  </a:lnTo>
                  <a:lnTo>
                    <a:pt x="8100581" y="196697"/>
                  </a:lnTo>
                  <a:lnTo>
                    <a:pt x="8108201" y="149453"/>
                  </a:lnTo>
                  <a:close/>
                </a:path>
                <a:path w="10682605" h="2581275">
                  <a:moveTo>
                    <a:pt x="10682491" y="2384437"/>
                  </a:moveTo>
                  <a:lnTo>
                    <a:pt x="10674871" y="2337193"/>
                  </a:lnTo>
                  <a:lnTo>
                    <a:pt x="10653649" y="2296160"/>
                  </a:lnTo>
                  <a:lnTo>
                    <a:pt x="10621289" y="2263800"/>
                  </a:lnTo>
                  <a:lnTo>
                    <a:pt x="10580256" y="2242578"/>
                  </a:lnTo>
                  <a:lnTo>
                    <a:pt x="10533012" y="2234971"/>
                  </a:lnTo>
                  <a:lnTo>
                    <a:pt x="10485768" y="2242578"/>
                  </a:lnTo>
                  <a:lnTo>
                    <a:pt x="10444734" y="2263800"/>
                  </a:lnTo>
                  <a:lnTo>
                    <a:pt x="10412374" y="2296160"/>
                  </a:lnTo>
                  <a:lnTo>
                    <a:pt x="10391153" y="2337193"/>
                  </a:lnTo>
                  <a:lnTo>
                    <a:pt x="10383533" y="2384437"/>
                  </a:lnTo>
                  <a:lnTo>
                    <a:pt x="10391153" y="2431669"/>
                  </a:lnTo>
                  <a:lnTo>
                    <a:pt x="10412374" y="2472690"/>
                  </a:lnTo>
                  <a:lnTo>
                    <a:pt x="10444734" y="2505049"/>
                  </a:lnTo>
                  <a:lnTo>
                    <a:pt x="10485768" y="2526271"/>
                  </a:lnTo>
                  <a:lnTo>
                    <a:pt x="10533012" y="2533891"/>
                  </a:lnTo>
                  <a:lnTo>
                    <a:pt x="10580256" y="2526271"/>
                  </a:lnTo>
                  <a:lnTo>
                    <a:pt x="10621289" y="2505049"/>
                  </a:lnTo>
                  <a:lnTo>
                    <a:pt x="10653649" y="2472690"/>
                  </a:lnTo>
                  <a:lnTo>
                    <a:pt x="10674871" y="2431669"/>
                  </a:lnTo>
                  <a:lnTo>
                    <a:pt x="10682491" y="2384437"/>
                  </a:lnTo>
                  <a:close/>
                </a:path>
                <a:path w="10682605" h="2581275">
                  <a:moveTo>
                    <a:pt x="10682491" y="1284414"/>
                  </a:moveTo>
                  <a:lnTo>
                    <a:pt x="10674871" y="1237170"/>
                  </a:lnTo>
                  <a:lnTo>
                    <a:pt x="10653649" y="1196136"/>
                  </a:lnTo>
                  <a:lnTo>
                    <a:pt x="10621289" y="1163777"/>
                  </a:lnTo>
                  <a:lnTo>
                    <a:pt x="10580256" y="1142568"/>
                  </a:lnTo>
                  <a:lnTo>
                    <a:pt x="10533012" y="1134948"/>
                  </a:lnTo>
                  <a:lnTo>
                    <a:pt x="10485768" y="1142568"/>
                  </a:lnTo>
                  <a:lnTo>
                    <a:pt x="10444734" y="1163777"/>
                  </a:lnTo>
                  <a:lnTo>
                    <a:pt x="10412374" y="1196136"/>
                  </a:lnTo>
                  <a:lnTo>
                    <a:pt x="10391153" y="1237170"/>
                  </a:lnTo>
                  <a:lnTo>
                    <a:pt x="10383533" y="1284414"/>
                  </a:lnTo>
                  <a:lnTo>
                    <a:pt x="10391153" y="1331645"/>
                  </a:lnTo>
                  <a:lnTo>
                    <a:pt x="10412374" y="1372666"/>
                  </a:lnTo>
                  <a:lnTo>
                    <a:pt x="10444734" y="1405026"/>
                  </a:lnTo>
                  <a:lnTo>
                    <a:pt x="10485768" y="1426248"/>
                  </a:lnTo>
                  <a:lnTo>
                    <a:pt x="10533012" y="1433868"/>
                  </a:lnTo>
                  <a:lnTo>
                    <a:pt x="10580256" y="1426248"/>
                  </a:lnTo>
                  <a:lnTo>
                    <a:pt x="10621289" y="1405026"/>
                  </a:lnTo>
                  <a:lnTo>
                    <a:pt x="10653649" y="1372666"/>
                  </a:lnTo>
                  <a:lnTo>
                    <a:pt x="10674871" y="1331645"/>
                  </a:lnTo>
                  <a:lnTo>
                    <a:pt x="10682491" y="12844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79836" y="4126726"/>
            <a:ext cx="37204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434" dirty="0">
                <a:solidFill>
                  <a:srgbClr val="FFFFFF"/>
                </a:solidFill>
                <a:latin typeface="Tahoma"/>
                <a:cs typeface="Tahoma"/>
              </a:rPr>
              <a:t>1)</a:t>
            </a:r>
            <a:r>
              <a:rPr sz="3600" b="1" spc="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b="1" spc="-229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3600" b="1" spc="-170" dirty="0">
                <a:solidFill>
                  <a:srgbClr val="FFFFFF"/>
                </a:solidFill>
                <a:latin typeface="Tahoma"/>
                <a:cs typeface="Tahoma"/>
              </a:rPr>
              <a:t> Collection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23228" y="4126726"/>
            <a:ext cx="35909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434" dirty="0">
                <a:solidFill>
                  <a:srgbClr val="FFFFFF"/>
                </a:solidFill>
                <a:latin typeface="Tahoma"/>
                <a:cs typeface="Tahoma"/>
              </a:rPr>
              <a:t>3)</a:t>
            </a:r>
            <a:r>
              <a:rPr sz="3600" b="1" spc="2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b="1" spc="-229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3600" b="1" spc="-170" dirty="0">
                <a:solidFill>
                  <a:srgbClr val="FFFFFF"/>
                </a:solidFill>
                <a:latin typeface="Tahoma"/>
                <a:cs typeface="Tahoma"/>
              </a:rPr>
              <a:t> Modeling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73851" y="4126726"/>
            <a:ext cx="19272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434" dirty="0">
                <a:solidFill>
                  <a:srgbClr val="FFFFFF"/>
                </a:solidFill>
                <a:latin typeface="Tahoma"/>
                <a:cs typeface="Tahoma"/>
              </a:rPr>
              <a:t>5)</a:t>
            </a:r>
            <a:r>
              <a:rPr sz="360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b="1" spc="-225" dirty="0">
                <a:solidFill>
                  <a:srgbClr val="FFFFFF"/>
                </a:solidFill>
                <a:latin typeface="Tahoma"/>
                <a:cs typeface="Tahoma"/>
              </a:rPr>
              <a:t>Report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04222" y="8225105"/>
            <a:ext cx="15132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434" dirty="0">
                <a:solidFill>
                  <a:srgbClr val="FFFFFF"/>
                </a:solidFill>
                <a:latin typeface="Tahoma"/>
                <a:cs typeface="Tahoma"/>
              </a:rPr>
              <a:t>4)</a:t>
            </a:r>
            <a:r>
              <a:rPr sz="360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b="1" spc="-25" dirty="0">
                <a:solidFill>
                  <a:srgbClr val="FFFFFF"/>
                </a:solidFill>
                <a:latin typeface="Tahoma"/>
                <a:cs typeface="Tahoma"/>
              </a:rPr>
              <a:t>DAX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019530" y="8225105"/>
            <a:ext cx="27686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434" dirty="0">
                <a:solidFill>
                  <a:srgbClr val="FFFFFF"/>
                </a:solidFill>
                <a:latin typeface="Tahoma"/>
                <a:cs typeface="Tahoma"/>
              </a:rPr>
              <a:t>6)</a:t>
            </a:r>
            <a:r>
              <a:rPr sz="3600" b="1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b="1" spc="-229" dirty="0">
                <a:solidFill>
                  <a:srgbClr val="FFFFFF"/>
                </a:solidFill>
                <a:latin typeface="Tahoma"/>
                <a:cs typeface="Tahoma"/>
              </a:rPr>
              <a:t>Dashboard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43934" y="8225105"/>
            <a:ext cx="35121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31645" algn="l"/>
              </a:tabLst>
            </a:pPr>
            <a:r>
              <a:rPr sz="3600" b="1" spc="-434" dirty="0">
                <a:solidFill>
                  <a:srgbClr val="FFFFFF"/>
                </a:solidFill>
                <a:latin typeface="Tahoma"/>
                <a:cs typeface="Tahoma"/>
              </a:rPr>
              <a:t>2)</a:t>
            </a:r>
            <a:r>
              <a:rPr sz="36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b="1" spc="-20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3600" b="1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3600" b="1" spc="-225" dirty="0">
                <a:solidFill>
                  <a:srgbClr val="FFFFFF"/>
                </a:solidFill>
                <a:latin typeface="Tahoma"/>
                <a:cs typeface="Tahoma"/>
              </a:rPr>
              <a:t>Cleaning</a:t>
            </a:r>
            <a:endParaRPr sz="3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7890" y="2893924"/>
            <a:ext cx="17512665" cy="6673215"/>
            <a:chOff x="387890" y="2893924"/>
            <a:chExt cx="17512665" cy="66732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4996" y="2951073"/>
              <a:ext cx="17396457" cy="655889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45040" y="2951074"/>
              <a:ext cx="17398365" cy="6558915"/>
            </a:xfrm>
            <a:custGeom>
              <a:avLst/>
              <a:gdLst/>
              <a:ahLst/>
              <a:cxnLst/>
              <a:rect l="l" t="t" r="r" b="b"/>
              <a:pathLst>
                <a:path w="17398365" h="6558915">
                  <a:moveTo>
                    <a:pt x="219074" y="0"/>
                  </a:moveTo>
                  <a:lnTo>
                    <a:pt x="17178874" y="0"/>
                  </a:lnTo>
                  <a:lnTo>
                    <a:pt x="17221781" y="4249"/>
                  </a:lnTo>
                  <a:lnTo>
                    <a:pt x="17262663" y="16679"/>
                  </a:lnTo>
                  <a:lnTo>
                    <a:pt x="17300354" y="36813"/>
                  </a:lnTo>
                  <a:lnTo>
                    <a:pt x="17333687" y="64173"/>
                  </a:lnTo>
                  <a:lnTo>
                    <a:pt x="17361088" y="97533"/>
                  </a:lnTo>
                  <a:lnTo>
                    <a:pt x="17381249" y="135237"/>
                  </a:lnTo>
                  <a:lnTo>
                    <a:pt x="17393695" y="176135"/>
                  </a:lnTo>
                  <a:lnTo>
                    <a:pt x="17397949" y="219074"/>
                  </a:lnTo>
                  <a:lnTo>
                    <a:pt x="17397949" y="6339784"/>
                  </a:lnTo>
                  <a:lnTo>
                    <a:pt x="17393695" y="6382723"/>
                  </a:lnTo>
                  <a:lnTo>
                    <a:pt x="17381249" y="6423620"/>
                  </a:lnTo>
                  <a:lnTo>
                    <a:pt x="17361088" y="6461325"/>
                  </a:lnTo>
                  <a:lnTo>
                    <a:pt x="17333687" y="6494689"/>
                  </a:lnTo>
                  <a:lnTo>
                    <a:pt x="17300354" y="6522048"/>
                  </a:lnTo>
                  <a:lnTo>
                    <a:pt x="17262663" y="6542179"/>
                  </a:lnTo>
                  <a:lnTo>
                    <a:pt x="17221781" y="6554606"/>
                  </a:lnTo>
                  <a:lnTo>
                    <a:pt x="17178874" y="6558854"/>
                  </a:lnTo>
                  <a:lnTo>
                    <a:pt x="219074" y="6558854"/>
                  </a:lnTo>
                  <a:lnTo>
                    <a:pt x="176136" y="6554606"/>
                  </a:lnTo>
                  <a:lnTo>
                    <a:pt x="135238" y="6542179"/>
                  </a:lnTo>
                  <a:lnTo>
                    <a:pt x="97531" y="6522048"/>
                  </a:lnTo>
                  <a:lnTo>
                    <a:pt x="64164" y="6494689"/>
                  </a:lnTo>
                  <a:lnTo>
                    <a:pt x="36807" y="6461325"/>
                  </a:lnTo>
                  <a:lnTo>
                    <a:pt x="16676" y="6423620"/>
                  </a:lnTo>
                  <a:lnTo>
                    <a:pt x="4248" y="6382723"/>
                  </a:lnTo>
                  <a:lnTo>
                    <a:pt x="0" y="6339784"/>
                  </a:lnTo>
                  <a:lnTo>
                    <a:pt x="0" y="219074"/>
                  </a:lnTo>
                  <a:lnTo>
                    <a:pt x="4248" y="176135"/>
                  </a:lnTo>
                  <a:lnTo>
                    <a:pt x="16676" y="135237"/>
                  </a:lnTo>
                  <a:lnTo>
                    <a:pt x="36807" y="97533"/>
                  </a:lnTo>
                  <a:lnTo>
                    <a:pt x="64164" y="64173"/>
                  </a:lnTo>
                  <a:lnTo>
                    <a:pt x="97531" y="36813"/>
                  </a:lnTo>
                  <a:lnTo>
                    <a:pt x="135238" y="16679"/>
                  </a:lnTo>
                  <a:lnTo>
                    <a:pt x="176136" y="4249"/>
                  </a:lnTo>
                  <a:lnTo>
                    <a:pt x="219074" y="0"/>
                  </a:lnTo>
                </a:path>
              </a:pathLst>
            </a:custGeom>
            <a:ln w="1143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461668" y="1647431"/>
            <a:ext cx="3015615" cy="857250"/>
            <a:chOff x="1461668" y="1647431"/>
            <a:chExt cx="3015615" cy="857250"/>
          </a:xfrm>
        </p:grpSpPr>
        <p:sp>
          <p:nvSpPr>
            <p:cNvPr id="6" name="object 6"/>
            <p:cNvSpPr/>
            <p:nvPr/>
          </p:nvSpPr>
          <p:spPr>
            <a:xfrm>
              <a:off x="1490014" y="1676006"/>
              <a:ext cx="2959100" cy="804545"/>
            </a:xfrm>
            <a:custGeom>
              <a:avLst/>
              <a:gdLst/>
              <a:ahLst/>
              <a:cxnLst/>
              <a:rect l="l" t="t" r="r" b="b"/>
              <a:pathLst>
                <a:path w="2959100" h="804544">
                  <a:moveTo>
                    <a:pt x="2758592" y="0"/>
                  </a:moveTo>
                  <a:lnTo>
                    <a:pt x="200024" y="0"/>
                  </a:lnTo>
                  <a:lnTo>
                    <a:pt x="154159" y="5283"/>
                  </a:lnTo>
                  <a:lnTo>
                    <a:pt x="112056" y="20331"/>
                  </a:lnTo>
                  <a:lnTo>
                    <a:pt x="74916" y="43945"/>
                  </a:lnTo>
                  <a:lnTo>
                    <a:pt x="43941" y="74922"/>
                  </a:lnTo>
                  <a:lnTo>
                    <a:pt x="20329" y="112061"/>
                  </a:lnTo>
                  <a:lnTo>
                    <a:pt x="5282" y="154163"/>
                  </a:lnTo>
                  <a:lnTo>
                    <a:pt x="0" y="200024"/>
                  </a:lnTo>
                  <a:lnTo>
                    <a:pt x="0" y="604392"/>
                  </a:lnTo>
                  <a:lnTo>
                    <a:pt x="5282" y="650254"/>
                  </a:lnTo>
                  <a:lnTo>
                    <a:pt x="20329" y="692356"/>
                  </a:lnTo>
                  <a:lnTo>
                    <a:pt x="43941" y="729495"/>
                  </a:lnTo>
                  <a:lnTo>
                    <a:pt x="74916" y="760472"/>
                  </a:lnTo>
                  <a:lnTo>
                    <a:pt x="112056" y="784086"/>
                  </a:lnTo>
                  <a:lnTo>
                    <a:pt x="154159" y="799134"/>
                  </a:lnTo>
                  <a:lnTo>
                    <a:pt x="200024" y="804417"/>
                  </a:lnTo>
                  <a:lnTo>
                    <a:pt x="2758592" y="804417"/>
                  </a:lnTo>
                  <a:lnTo>
                    <a:pt x="2804454" y="799134"/>
                  </a:lnTo>
                  <a:lnTo>
                    <a:pt x="2846555" y="784086"/>
                  </a:lnTo>
                  <a:lnTo>
                    <a:pt x="2883695" y="760472"/>
                  </a:lnTo>
                  <a:lnTo>
                    <a:pt x="2914672" y="729495"/>
                  </a:lnTo>
                  <a:lnTo>
                    <a:pt x="2938285" y="692356"/>
                  </a:lnTo>
                  <a:lnTo>
                    <a:pt x="2953334" y="650254"/>
                  </a:lnTo>
                  <a:lnTo>
                    <a:pt x="2958617" y="604392"/>
                  </a:lnTo>
                  <a:lnTo>
                    <a:pt x="2958617" y="200024"/>
                  </a:lnTo>
                  <a:lnTo>
                    <a:pt x="2953334" y="154163"/>
                  </a:lnTo>
                  <a:lnTo>
                    <a:pt x="2938285" y="112061"/>
                  </a:lnTo>
                  <a:lnTo>
                    <a:pt x="2914672" y="74922"/>
                  </a:lnTo>
                  <a:lnTo>
                    <a:pt x="2883695" y="43945"/>
                  </a:lnTo>
                  <a:lnTo>
                    <a:pt x="2846555" y="20331"/>
                  </a:lnTo>
                  <a:lnTo>
                    <a:pt x="2804454" y="5283"/>
                  </a:lnTo>
                  <a:lnTo>
                    <a:pt x="2758592" y="0"/>
                  </a:lnTo>
                  <a:close/>
                </a:path>
              </a:pathLst>
            </a:custGeom>
            <a:solidFill>
              <a:srgbClr val="2B3D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90243" y="1676006"/>
              <a:ext cx="2958465" cy="800100"/>
            </a:xfrm>
            <a:custGeom>
              <a:avLst/>
              <a:gdLst/>
              <a:ahLst/>
              <a:cxnLst/>
              <a:rect l="l" t="t" r="r" b="b"/>
              <a:pathLst>
                <a:path w="2958465" h="800100">
                  <a:moveTo>
                    <a:pt x="163824" y="800099"/>
                  </a:moveTo>
                  <a:lnTo>
                    <a:pt x="112042" y="783939"/>
                  </a:lnTo>
                  <a:lnTo>
                    <a:pt x="74909" y="760331"/>
                  </a:lnTo>
                  <a:lnTo>
                    <a:pt x="43938" y="729361"/>
                  </a:lnTo>
                  <a:lnTo>
                    <a:pt x="20328" y="692228"/>
                  </a:lnTo>
                  <a:lnTo>
                    <a:pt x="5282" y="650134"/>
                  </a:lnTo>
                  <a:lnTo>
                    <a:pt x="0" y="604278"/>
                  </a:lnTo>
                  <a:lnTo>
                    <a:pt x="0" y="199986"/>
                  </a:lnTo>
                  <a:lnTo>
                    <a:pt x="5282" y="154135"/>
                  </a:lnTo>
                  <a:lnTo>
                    <a:pt x="20328" y="112042"/>
                  </a:lnTo>
                  <a:lnTo>
                    <a:pt x="43938" y="74909"/>
                  </a:lnTo>
                  <a:lnTo>
                    <a:pt x="74909" y="43938"/>
                  </a:lnTo>
                  <a:lnTo>
                    <a:pt x="112042" y="20328"/>
                  </a:lnTo>
                  <a:lnTo>
                    <a:pt x="154135" y="5282"/>
                  </a:lnTo>
                  <a:lnTo>
                    <a:pt x="199986" y="0"/>
                  </a:lnTo>
                  <a:lnTo>
                    <a:pt x="2758096" y="0"/>
                  </a:lnTo>
                  <a:lnTo>
                    <a:pt x="2803953" y="5282"/>
                  </a:lnTo>
                  <a:lnTo>
                    <a:pt x="2846049" y="20328"/>
                  </a:lnTo>
                  <a:lnTo>
                    <a:pt x="2883184" y="43938"/>
                  </a:lnTo>
                  <a:lnTo>
                    <a:pt x="2914157" y="74909"/>
                  </a:lnTo>
                  <a:lnTo>
                    <a:pt x="2937767" y="112042"/>
                  </a:lnTo>
                  <a:lnTo>
                    <a:pt x="2952814" y="154135"/>
                  </a:lnTo>
                  <a:lnTo>
                    <a:pt x="2958096" y="199986"/>
                  </a:lnTo>
                  <a:lnTo>
                    <a:pt x="2958096" y="604278"/>
                  </a:lnTo>
                  <a:lnTo>
                    <a:pt x="2952814" y="650134"/>
                  </a:lnTo>
                  <a:lnTo>
                    <a:pt x="2937767" y="692228"/>
                  </a:lnTo>
                  <a:lnTo>
                    <a:pt x="2914157" y="729361"/>
                  </a:lnTo>
                  <a:lnTo>
                    <a:pt x="2883184" y="760331"/>
                  </a:lnTo>
                  <a:lnTo>
                    <a:pt x="2846049" y="783939"/>
                  </a:lnTo>
                  <a:lnTo>
                    <a:pt x="2803953" y="798983"/>
                  </a:lnTo>
                  <a:lnTo>
                    <a:pt x="2794263" y="800099"/>
                  </a:lnTo>
                </a:path>
              </a:pathLst>
            </a:custGeom>
            <a:ln w="571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292197" y="1809959"/>
            <a:ext cx="133032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150" dirty="0">
                <a:solidFill>
                  <a:srgbClr val="FFFFFF"/>
                </a:solidFill>
                <a:latin typeface="Arial Black"/>
                <a:cs typeface="Arial Black"/>
              </a:rPr>
              <a:t>Before</a:t>
            </a:r>
            <a:endParaRPr sz="31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0" spc="-185" dirty="0">
                <a:latin typeface="Lucida Sans Unicode"/>
                <a:cs typeface="Lucida Sans Unicode"/>
              </a:rPr>
              <a:t>Data</a:t>
            </a:r>
            <a:r>
              <a:rPr sz="8500" spc="-1745" dirty="0">
                <a:latin typeface="Lucida Sans Unicode"/>
                <a:cs typeface="Lucida Sans Unicode"/>
              </a:rPr>
              <a:t> </a:t>
            </a:r>
            <a:r>
              <a:rPr sz="8500" spc="-655" dirty="0"/>
              <a:t>Cleaning</a:t>
            </a:r>
            <a:endParaRPr sz="85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4286228" y="4686541"/>
            <a:ext cx="3552825" cy="3370579"/>
          </a:xfrm>
          <a:custGeom>
            <a:avLst/>
            <a:gdLst/>
            <a:ahLst/>
            <a:cxnLst/>
            <a:rect l="l" t="t" r="r" b="b"/>
            <a:pathLst>
              <a:path w="3552825" h="3370579">
                <a:moveTo>
                  <a:pt x="3552824" y="3203281"/>
                </a:moveTo>
                <a:lnTo>
                  <a:pt x="3536307" y="3258159"/>
                </a:lnTo>
                <a:lnTo>
                  <a:pt x="3512697" y="3295297"/>
                </a:lnTo>
                <a:lnTo>
                  <a:pt x="3481723" y="3326271"/>
                </a:lnTo>
                <a:lnTo>
                  <a:pt x="3444584" y="3349882"/>
                </a:lnTo>
                <a:lnTo>
                  <a:pt x="3402479" y="3364929"/>
                </a:lnTo>
                <a:lnTo>
                  <a:pt x="3356609" y="3370211"/>
                </a:lnTo>
                <a:lnTo>
                  <a:pt x="200024" y="3370211"/>
                </a:lnTo>
                <a:lnTo>
                  <a:pt x="154155" y="3364929"/>
                </a:lnTo>
                <a:lnTo>
                  <a:pt x="112050" y="3349882"/>
                </a:lnTo>
                <a:lnTo>
                  <a:pt x="74911" y="3326271"/>
                </a:lnTo>
                <a:lnTo>
                  <a:pt x="43937" y="3295297"/>
                </a:lnTo>
                <a:lnTo>
                  <a:pt x="20327" y="3258159"/>
                </a:lnTo>
                <a:lnTo>
                  <a:pt x="5281" y="3216060"/>
                </a:lnTo>
                <a:lnTo>
                  <a:pt x="0" y="3170199"/>
                </a:lnTo>
                <a:lnTo>
                  <a:pt x="0" y="200024"/>
                </a:lnTo>
                <a:lnTo>
                  <a:pt x="5281" y="154159"/>
                </a:lnTo>
                <a:lnTo>
                  <a:pt x="20327" y="112056"/>
                </a:lnTo>
                <a:lnTo>
                  <a:pt x="43937" y="74916"/>
                </a:lnTo>
                <a:lnTo>
                  <a:pt x="74911" y="43941"/>
                </a:lnTo>
                <a:lnTo>
                  <a:pt x="112050" y="20329"/>
                </a:lnTo>
                <a:lnTo>
                  <a:pt x="154155" y="5282"/>
                </a:lnTo>
                <a:lnTo>
                  <a:pt x="200024" y="0"/>
                </a:lnTo>
                <a:lnTo>
                  <a:pt x="3356609" y="0"/>
                </a:lnTo>
                <a:lnTo>
                  <a:pt x="3402479" y="5282"/>
                </a:lnTo>
                <a:lnTo>
                  <a:pt x="3444584" y="20329"/>
                </a:lnTo>
                <a:lnTo>
                  <a:pt x="3481723" y="43941"/>
                </a:lnTo>
                <a:lnTo>
                  <a:pt x="3512697" y="74916"/>
                </a:lnTo>
                <a:lnTo>
                  <a:pt x="3536307" y="112056"/>
                </a:lnTo>
                <a:lnTo>
                  <a:pt x="3551352" y="154159"/>
                </a:lnTo>
                <a:lnTo>
                  <a:pt x="3552824" y="166939"/>
                </a:lnTo>
              </a:path>
            </a:pathLst>
          </a:custGeom>
          <a:ln w="228600">
            <a:solidFill>
              <a:srgbClr val="DA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22945" y="1647431"/>
            <a:ext cx="3015615" cy="923925"/>
            <a:chOff x="1622945" y="1647431"/>
            <a:chExt cx="3015615" cy="923925"/>
          </a:xfrm>
        </p:grpSpPr>
        <p:sp>
          <p:nvSpPr>
            <p:cNvPr id="3" name="object 3"/>
            <p:cNvSpPr/>
            <p:nvPr/>
          </p:nvSpPr>
          <p:spPr>
            <a:xfrm>
              <a:off x="1651342" y="1676011"/>
              <a:ext cx="2957830" cy="871219"/>
            </a:xfrm>
            <a:custGeom>
              <a:avLst/>
              <a:gdLst/>
              <a:ahLst/>
              <a:cxnLst/>
              <a:rect l="l" t="t" r="r" b="b"/>
              <a:pathLst>
                <a:path w="2957829" h="871219">
                  <a:moveTo>
                    <a:pt x="2758592" y="0"/>
                  </a:moveTo>
                  <a:lnTo>
                    <a:pt x="200024" y="0"/>
                  </a:lnTo>
                  <a:lnTo>
                    <a:pt x="154163" y="5278"/>
                  </a:lnTo>
                  <a:lnTo>
                    <a:pt x="112061" y="20326"/>
                  </a:lnTo>
                  <a:lnTo>
                    <a:pt x="74922" y="43940"/>
                  </a:lnTo>
                  <a:lnTo>
                    <a:pt x="43945" y="74917"/>
                  </a:lnTo>
                  <a:lnTo>
                    <a:pt x="20331" y="112056"/>
                  </a:lnTo>
                  <a:lnTo>
                    <a:pt x="5283" y="154157"/>
                  </a:lnTo>
                  <a:lnTo>
                    <a:pt x="0" y="200019"/>
                  </a:lnTo>
                  <a:lnTo>
                    <a:pt x="0" y="671177"/>
                  </a:lnTo>
                  <a:lnTo>
                    <a:pt x="5283" y="717043"/>
                  </a:lnTo>
                  <a:lnTo>
                    <a:pt x="20331" y="759145"/>
                  </a:lnTo>
                  <a:lnTo>
                    <a:pt x="43945" y="796285"/>
                  </a:lnTo>
                  <a:lnTo>
                    <a:pt x="74922" y="827260"/>
                  </a:lnTo>
                  <a:lnTo>
                    <a:pt x="112061" y="850872"/>
                  </a:lnTo>
                  <a:lnTo>
                    <a:pt x="154163" y="865919"/>
                  </a:lnTo>
                  <a:lnTo>
                    <a:pt x="200024" y="871214"/>
                  </a:lnTo>
                  <a:lnTo>
                    <a:pt x="2758592" y="871214"/>
                  </a:lnTo>
                  <a:lnTo>
                    <a:pt x="2804458" y="865919"/>
                  </a:lnTo>
                  <a:lnTo>
                    <a:pt x="2846561" y="850872"/>
                  </a:lnTo>
                  <a:lnTo>
                    <a:pt x="2883700" y="827260"/>
                  </a:lnTo>
                  <a:lnTo>
                    <a:pt x="2914676" y="796285"/>
                  </a:lnTo>
                  <a:lnTo>
                    <a:pt x="2938287" y="759145"/>
                  </a:lnTo>
                  <a:lnTo>
                    <a:pt x="2953334" y="717043"/>
                  </a:lnTo>
                  <a:lnTo>
                    <a:pt x="2957359" y="682093"/>
                  </a:lnTo>
                  <a:lnTo>
                    <a:pt x="2957359" y="189104"/>
                  </a:lnTo>
                  <a:lnTo>
                    <a:pt x="2938287" y="112056"/>
                  </a:lnTo>
                  <a:lnTo>
                    <a:pt x="2914676" y="74917"/>
                  </a:lnTo>
                  <a:lnTo>
                    <a:pt x="2883700" y="43940"/>
                  </a:lnTo>
                  <a:lnTo>
                    <a:pt x="2846561" y="20326"/>
                  </a:lnTo>
                  <a:lnTo>
                    <a:pt x="2804458" y="5278"/>
                  </a:lnTo>
                  <a:lnTo>
                    <a:pt x="2758592" y="0"/>
                  </a:lnTo>
                  <a:close/>
                </a:path>
              </a:pathLst>
            </a:custGeom>
            <a:solidFill>
              <a:srgbClr val="2B3D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51520" y="1676006"/>
              <a:ext cx="2958465" cy="866775"/>
            </a:xfrm>
            <a:custGeom>
              <a:avLst/>
              <a:gdLst/>
              <a:ahLst/>
              <a:cxnLst/>
              <a:rect l="l" t="t" r="r" b="b"/>
              <a:pathLst>
                <a:path w="2958465" h="866775">
                  <a:moveTo>
                    <a:pt x="162510" y="866774"/>
                  </a:moveTo>
                  <a:lnTo>
                    <a:pt x="112046" y="850766"/>
                  </a:lnTo>
                  <a:lnTo>
                    <a:pt x="74912" y="827157"/>
                  </a:lnTo>
                  <a:lnTo>
                    <a:pt x="43939" y="796186"/>
                  </a:lnTo>
                  <a:lnTo>
                    <a:pt x="20329" y="759051"/>
                  </a:lnTo>
                  <a:lnTo>
                    <a:pt x="5282" y="716953"/>
                  </a:lnTo>
                  <a:lnTo>
                    <a:pt x="0" y="671093"/>
                  </a:lnTo>
                  <a:lnTo>
                    <a:pt x="0" y="199999"/>
                  </a:lnTo>
                  <a:lnTo>
                    <a:pt x="5282" y="154143"/>
                  </a:lnTo>
                  <a:lnTo>
                    <a:pt x="20329" y="112046"/>
                  </a:lnTo>
                  <a:lnTo>
                    <a:pt x="43939" y="74912"/>
                  </a:lnTo>
                  <a:lnTo>
                    <a:pt x="74912" y="43939"/>
                  </a:lnTo>
                  <a:lnTo>
                    <a:pt x="112046" y="20329"/>
                  </a:lnTo>
                  <a:lnTo>
                    <a:pt x="154143" y="5282"/>
                  </a:lnTo>
                  <a:lnTo>
                    <a:pt x="199999" y="0"/>
                  </a:lnTo>
                  <a:lnTo>
                    <a:pt x="2758211" y="0"/>
                  </a:lnTo>
                  <a:lnTo>
                    <a:pt x="2804067" y="5282"/>
                  </a:lnTo>
                  <a:lnTo>
                    <a:pt x="2846161" y="20329"/>
                  </a:lnTo>
                  <a:lnTo>
                    <a:pt x="2883293" y="43939"/>
                  </a:lnTo>
                  <a:lnTo>
                    <a:pt x="2914263" y="74912"/>
                  </a:lnTo>
                  <a:lnTo>
                    <a:pt x="2937871" y="112046"/>
                  </a:lnTo>
                  <a:lnTo>
                    <a:pt x="2952916" y="154143"/>
                  </a:lnTo>
                  <a:lnTo>
                    <a:pt x="2958198" y="199999"/>
                  </a:lnTo>
                  <a:lnTo>
                    <a:pt x="2958198" y="671093"/>
                  </a:lnTo>
                  <a:lnTo>
                    <a:pt x="2952916" y="716953"/>
                  </a:lnTo>
                  <a:lnTo>
                    <a:pt x="2937871" y="759051"/>
                  </a:lnTo>
                  <a:lnTo>
                    <a:pt x="2914263" y="796186"/>
                  </a:lnTo>
                  <a:lnTo>
                    <a:pt x="2883293" y="827157"/>
                  </a:lnTo>
                  <a:lnTo>
                    <a:pt x="2846161" y="850766"/>
                  </a:lnTo>
                  <a:lnTo>
                    <a:pt x="2804067" y="865811"/>
                  </a:lnTo>
                  <a:lnTo>
                    <a:pt x="2795700" y="866774"/>
                  </a:lnTo>
                </a:path>
              </a:pathLst>
            </a:custGeom>
            <a:ln w="571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453538" y="1821167"/>
            <a:ext cx="116141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114" dirty="0">
                <a:solidFill>
                  <a:srgbClr val="FFFFFF"/>
                </a:solidFill>
                <a:latin typeface="Arial Black"/>
                <a:cs typeface="Arial Black"/>
              </a:rPr>
              <a:t>After</a:t>
            </a:r>
            <a:endParaRPr sz="35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0" spc="-185" dirty="0">
                <a:latin typeface="Lucida Sans Unicode"/>
                <a:cs typeface="Lucida Sans Unicode"/>
              </a:rPr>
              <a:t>Data</a:t>
            </a:r>
            <a:r>
              <a:rPr sz="8500" spc="-1745" dirty="0">
                <a:latin typeface="Lucida Sans Unicode"/>
                <a:cs typeface="Lucida Sans Unicode"/>
              </a:rPr>
              <a:t> </a:t>
            </a:r>
            <a:r>
              <a:rPr sz="8500" spc="-655" dirty="0"/>
              <a:t>Cleaning</a:t>
            </a:r>
            <a:endParaRPr sz="85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87890" y="2893924"/>
            <a:ext cx="17566005" cy="6727190"/>
            <a:chOff x="387890" y="2893924"/>
            <a:chExt cx="17566005" cy="672719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4996" y="2951073"/>
              <a:ext cx="17396457" cy="655889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45040" y="2951074"/>
              <a:ext cx="17398365" cy="6558915"/>
            </a:xfrm>
            <a:custGeom>
              <a:avLst/>
              <a:gdLst/>
              <a:ahLst/>
              <a:cxnLst/>
              <a:rect l="l" t="t" r="r" b="b"/>
              <a:pathLst>
                <a:path w="17398365" h="6558915">
                  <a:moveTo>
                    <a:pt x="219074" y="0"/>
                  </a:moveTo>
                  <a:lnTo>
                    <a:pt x="17178874" y="0"/>
                  </a:lnTo>
                  <a:lnTo>
                    <a:pt x="17221781" y="4249"/>
                  </a:lnTo>
                  <a:lnTo>
                    <a:pt x="17262663" y="16679"/>
                  </a:lnTo>
                  <a:lnTo>
                    <a:pt x="17300354" y="36813"/>
                  </a:lnTo>
                  <a:lnTo>
                    <a:pt x="17333687" y="64173"/>
                  </a:lnTo>
                  <a:lnTo>
                    <a:pt x="17361088" y="97533"/>
                  </a:lnTo>
                  <a:lnTo>
                    <a:pt x="17381249" y="135237"/>
                  </a:lnTo>
                  <a:lnTo>
                    <a:pt x="17393695" y="176135"/>
                  </a:lnTo>
                  <a:lnTo>
                    <a:pt x="17397949" y="219074"/>
                  </a:lnTo>
                  <a:lnTo>
                    <a:pt x="17397949" y="6339784"/>
                  </a:lnTo>
                  <a:lnTo>
                    <a:pt x="17393695" y="6382723"/>
                  </a:lnTo>
                  <a:lnTo>
                    <a:pt x="17381249" y="6423620"/>
                  </a:lnTo>
                  <a:lnTo>
                    <a:pt x="17361088" y="6461325"/>
                  </a:lnTo>
                  <a:lnTo>
                    <a:pt x="17333687" y="6494689"/>
                  </a:lnTo>
                  <a:lnTo>
                    <a:pt x="17300354" y="6522048"/>
                  </a:lnTo>
                  <a:lnTo>
                    <a:pt x="17262663" y="6542179"/>
                  </a:lnTo>
                  <a:lnTo>
                    <a:pt x="17221781" y="6554606"/>
                  </a:lnTo>
                  <a:lnTo>
                    <a:pt x="17178874" y="6558854"/>
                  </a:lnTo>
                  <a:lnTo>
                    <a:pt x="219074" y="6558854"/>
                  </a:lnTo>
                  <a:lnTo>
                    <a:pt x="176136" y="6554606"/>
                  </a:lnTo>
                  <a:lnTo>
                    <a:pt x="135238" y="6542179"/>
                  </a:lnTo>
                  <a:lnTo>
                    <a:pt x="97531" y="6522048"/>
                  </a:lnTo>
                  <a:lnTo>
                    <a:pt x="64164" y="6494689"/>
                  </a:lnTo>
                  <a:lnTo>
                    <a:pt x="36807" y="6461325"/>
                  </a:lnTo>
                  <a:lnTo>
                    <a:pt x="16676" y="6423620"/>
                  </a:lnTo>
                  <a:lnTo>
                    <a:pt x="4248" y="6382723"/>
                  </a:lnTo>
                  <a:lnTo>
                    <a:pt x="0" y="6339784"/>
                  </a:lnTo>
                  <a:lnTo>
                    <a:pt x="0" y="219074"/>
                  </a:lnTo>
                  <a:lnTo>
                    <a:pt x="4248" y="176135"/>
                  </a:lnTo>
                  <a:lnTo>
                    <a:pt x="16676" y="135237"/>
                  </a:lnTo>
                  <a:lnTo>
                    <a:pt x="36807" y="97533"/>
                  </a:lnTo>
                  <a:lnTo>
                    <a:pt x="64164" y="64173"/>
                  </a:lnTo>
                  <a:lnTo>
                    <a:pt x="97531" y="36813"/>
                  </a:lnTo>
                  <a:lnTo>
                    <a:pt x="135238" y="16679"/>
                  </a:lnTo>
                  <a:lnTo>
                    <a:pt x="176136" y="4249"/>
                  </a:lnTo>
                  <a:lnTo>
                    <a:pt x="219074" y="0"/>
                  </a:lnTo>
                </a:path>
              </a:pathLst>
            </a:custGeom>
            <a:ln w="1143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286228" y="4686543"/>
              <a:ext cx="3552825" cy="4819650"/>
            </a:xfrm>
            <a:custGeom>
              <a:avLst/>
              <a:gdLst/>
              <a:ahLst/>
              <a:cxnLst/>
              <a:rect l="l" t="t" r="r" b="b"/>
              <a:pathLst>
                <a:path w="3552825" h="4819650">
                  <a:moveTo>
                    <a:pt x="3552824" y="4656389"/>
                  </a:moveTo>
                  <a:lnTo>
                    <a:pt x="3536307" y="4711270"/>
                  </a:lnTo>
                  <a:lnTo>
                    <a:pt x="3512697" y="4748409"/>
                  </a:lnTo>
                  <a:lnTo>
                    <a:pt x="3481723" y="4779384"/>
                  </a:lnTo>
                  <a:lnTo>
                    <a:pt x="3444584" y="4802996"/>
                  </a:lnTo>
                  <a:lnTo>
                    <a:pt x="3402479" y="4818043"/>
                  </a:lnTo>
                  <a:lnTo>
                    <a:pt x="3388535" y="4819649"/>
                  </a:lnTo>
                </a:path>
                <a:path w="3552825" h="4819650">
                  <a:moveTo>
                    <a:pt x="168099" y="4819649"/>
                  </a:moveTo>
                  <a:lnTo>
                    <a:pt x="112050" y="4802996"/>
                  </a:lnTo>
                  <a:lnTo>
                    <a:pt x="74911" y="4779384"/>
                  </a:lnTo>
                  <a:lnTo>
                    <a:pt x="43937" y="4748409"/>
                  </a:lnTo>
                  <a:lnTo>
                    <a:pt x="20327" y="4711270"/>
                  </a:lnTo>
                  <a:lnTo>
                    <a:pt x="5281" y="4669169"/>
                  </a:lnTo>
                  <a:lnTo>
                    <a:pt x="0" y="4623306"/>
                  </a:lnTo>
                  <a:lnTo>
                    <a:pt x="0" y="200061"/>
                  </a:lnTo>
                  <a:lnTo>
                    <a:pt x="5281" y="154200"/>
                  </a:lnTo>
                  <a:lnTo>
                    <a:pt x="20327" y="112101"/>
                  </a:lnTo>
                  <a:lnTo>
                    <a:pt x="43937" y="74963"/>
                  </a:lnTo>
                  <a:lnTo>
                    <a:pt x="74911" y="43989"/>
                  </a:lnTo>
                  <a:lnTo>
                    <a:pt x="112050" y="20378"/>
                  </a:lnTo>
                  <a:lnTo>
                    <a:pt x="154155" y="5331"/>
                  </a:lnTo>
                  <a:lnTo>
                    <a:pt x="200024" y="0"/>
                  </a:lnTo>
                  <a:lnTo>
                    <a:pt x="3356615" y="0"/>
                  </a:lnTo>
                  <a:lnTo>
                    <a:pt x="3402479" y="5331"/>
                  </a:lnTo>
                  <a:lnTo>
                    <a:pt x="3444584" y="20378"/>
                  </a:lnTo>
                  <a:lnTo>
                    <a:pt x="3481723" y="43989"/>
                  </a:lnTo>
                  <a:lnTo>
                    <a:pt x="3512697" y="74963"/>
                  </a:lnTo>
                  <a:lnTo>
                    <a:pt x="3536307" y="112101"/>
                  </a:lnTo>
                  <a:lnTo>
                    <a:pt x="3551352" y="154200"/>
                  </a:lnTo>
                  <a:lnTo>
                    <a:pt x="3552824" y="166979"/>
                  </a:lnTo>
                </a:path>
              </a:pathLst>
            </a:custGeom>
            <a:ln w="228600">
              <a:solidFill>
                <a:srgbClr val="DA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00560" y="0"/>
            <a:ext cx="6887845" cy="4279265"/>
          </a:xfrm>
          <a:custGeom>
            <a:avLst/>
            <a:gdLst/>
            <a:ahLst/>
            <a:cxnLst/>
            <a:rect l="l" t="t" r="r" b="b"/>
            <a:pathLst>
              <a:path w="6887844" h="4279265">
                <a:moveTo>
                  <a:pt x="6887438" y="0"/>
                </a:moveTo>
                <a:lnTo>
                  <a:pt x="0" y="0"/>
                </a:lnTo>
                <a:lnTo>
                  <a:pt x="0" y="3326231"/>
                </a:lnTo>
                <a:lnTo>
                  <a:pt x="1165" y="3373771"/>
                </a:lnTo>
                <a:lnTo>
                  <a:pt x="4626" y="3420708"/>
                </a:lnTo>
                <a:lnTo>
                  <a:pt x="10327" y="3466986"/>
                </a:lnTo>
                <a:lnTo>
                  <a:pt x="18214" y="3512552"/>
                </a:lnTo>
                <a:lnTo>
                  <a:pt x="28233" y="3557351"/>
                </a:lnTo>
                <a:lnTo>
                  <a:pt x="40328" y="3601328"/>
                </a:lnTo>
                <a:lnTo>
                  <a:pt x="54445" y="3644429"/>
                </a:lnTo>
                <a:lnTo>
                  <a:pt x="70530" y="3686600"/>
                </a:lnTo>
                <a:lnTo>
                  <a:pt x="88528" y="3727784"/>
                </a:lnTo>
                <a:lnTo>
                  <a:pt x="108384" y="3767929"/>
                </a:lnTo>
                <a:lnTo>
                  <a:pt x="130045" y="3806979"/>
                </a:lnTo>
                <a:lnTo>
                  <a:pt x="153454" y="3844881"/>
                </a:lnTo>
                <a:lnTo>
                  <a:pt x="178559" y="3881578"/>
                </a:lnTo>
                <a:lnTo>
                  <a:pt x="205303" y="3917018"/>
                </a:lnTo>
                <a:lnTo>
                  <a:pt x="233633" y="3951144"/>
                </a:lnTo>
                <a:lnTo>
                  <a:pt x="263494" y="3983903"/>
                </a:lnTo>
                <a:lnTo>
                  <a:pt x="294832" y="4015241"/>
                </a:lnTo>
                <a:lnTo>
                  <a:pt x="327591" y="4045101"/>
                </a:lnTo>
                <a:lnTo>
                  <a:pt x="361718" y="4073431"/>
                </a:lnTo>
                <a:lnTo>
                  <a:pt x="397158" y="4100175"/>
                </a:lnTo>
                <a:lnTo>
                  <a:pt x="433855" y="4125279"/>
                </a:lnTo>
                <a:lnTo>
                  <a:pt x="471756" y="4148688"/>
                </a:lnTo>
                <a:lnTo>
                  <a:pt x="510807" y="4170348"/>
                </a:lnTo>
                <a:lnTo>
                  <a:pt x="550951" y="4190204"/>
                </a:lnTo>
                <a:lnTo>
                  <a:pt x="592136" y="4208202"/>
                </a:lnTo>
                <a:lnTo>
                  <a:pt x="634306" y="4224287"/>
                </a:lnTo>
                <a:lnTo>
                  <a:pt x="677407" y="4238404"/>
                </a:lnTo>
                <a:lnTo>
                  <a:pt x="721383" y="4250498"/>
                </a:lnTo>
                <a:lnTo>
                  <a:pt x="766182" y="4260517"/>
                </a:lnTo>
                <a:lnTo>
                  <a:pt x="811747" y="4268403"/>
                </a:lnTo>
                <a:lnTo>
                  <a:pt x="858025" y="4274105"/>
                </a:lnTo>
                <a:lnTo>
                  <a:pt x="904960" y="4277565"/>
                </a:lnTo>
                <a:lnTo>
                  <a:pt x="952499" y="4278731"/>
                </a:lnTo>
                <a:lnTo>
                  <a:pt x="6887438" y="4278731"/>
                </a:lnTo>
                <a:lnTo>
                  <a:pt x="6887438" y="0"/>
                </a:lnTo>
                <a:close/>
              </a:path>
            </a:pathLst>
          </a:custGeom>
          <a:solidFill>
            <a:srgbClr val="D1D1D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38189" y="358457"/>
            <a:ext cx="10999470" cy="9521825"/>
            <a:chOff x="238189" y="358457"/>
            <a:chExt cx="10999470" cy="95218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5341" y="415607"/>
              <a:ext cx="10876850" cy="94070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5339" y="415607"/>
              <a:ext cx="10885170" cy="9407525"/>
            </a:xfrm>
            <a:custGeom>
              <a:avLst/>
              <a:gdLst/>
              <a:ahLst/>
              <a:cxnLst/>
              <a:rect l="l" t="t" r="r" b="b"/>
              <a:pathLst>
                <a:path w="10885170" h="9407525">
                  <a:moveTo>
                    <a:pt x="219080" y="0"/>
                  </a:moveTo>
                  <a:lnTo>
                    <a:pt x="10665915" y="0"/>
                  </a:lnTo>
                  <a:lnTo>
                    <a:pt x="10716150" y="5778"/>
                  </a:lnTo>
                  <a:lnTo>
                    <a:pt x="10762266" y="22255"/>
                  </a:lnTo>
                  <a:lnTo>
                    <a:pt x="10802948" y="48115"/>
                  </a:lnTo>
                  <a:lnTo>
                    <a:pt x="10836880" y="82043"/>
                  </a:lnTo>
                  <a:lnTo>
                    <a:pt x="10862745" y="122723"/>
                  </a:lnTo>
                  <a:lnTo>
                    <a:pt x="10879229" y="168840"/>
                  </a:lnTo>
                  <a:lnTo>
                    <a:pt x="10885015" y="219075"/>
                  </a:lnTo>
                  <a:lnTo>
                    <a:pt x="10885018" y="9187907"/>
                  </a:lnTo>
                  <a:lnTo>
                    <a:pt x="10879235" y="9238145"/>
                  </a:lnTo>
                  <a:lnTo>
                    <a:pt x="10862754" y="9284264"/>
                  </a:lnTo>
                  <a:lnTo>
                    <a:pt x="10836889" y="9324947"/>
                  </a:lnTo>
                  <a:lnTo>
                    <a:pt x="10802956" y="9358878"/>
                  </a:lnTo>
                  <a:lnTo>
                    <a:pt x="10762271" y="9384741"/>
                  </a:lnTo>
                  <a:lnTo>
                    <a:pt x="10716151" y="9401220"/>
                  </a:lnTo>
                  <a:lnTo>
                    <a:pt x="10665915" y="9407004"/>
                  </a:lnTo>
                  <a:lnTo>
                    <a:pt x="219076" y="9407004"/>
                  </a:lnTo>
                  <a:lnTo>
                    <a:pt x="168837" y="9401215"/>
                  </a:lnTo>
                  <a:lnTo>
                    <a:pt x="122721" y="9384729"/>
                  </a:lnTo>
                  <a:lnTo>
                    <a:pt x="82043" y="9358862"/>
                  </a:lnTo>
                  <a:lnTo>
                    <a:pt x="48117" y="9324930"/>
                  </a:lnTo>
                  <a:lnTo>
                    <a:pt x="22259" y="9284249"/>
                  </a:lnTo>
                  <a:lnTo>
                    <a:pt x="5783" y="9238135"/>
                  </a:lnTo>
                  <a:lnTo>
                    <a:pt x="0" y="9187903"/>
                  </a:lnTo>
                  <a:lnTo>
                    <a:pt x="0" y="219074"/>
                  </a:lnTo>
                  <a:lnTo>
                    <a:pt x="5786" y="168841"/>
                  </a:lnTo>
                  <a:lnTo>
                    <a:pt x="22268" y="122729"/>
                  </a:lnTo>
                  <a:lnTo>
                    <a:pt x="48131" y="82053"/>
                  </a:lnTo>
                  <a:lnTo>
                    <a:pt x="82058" y="48127"/>
                  </a:lnTo>
                  <a:lnTo>
                    <a:pt x="122735" y="22266"/>
                  </a:lnTo>
                  <a:lnTo>
                    <a:pt x="168847" y="5786"/>
                  </a:lnTo>
                  <a:lnTo>
                    <a:pt x="219080" y="0"/>
                  </a:lnTo>
                </a:path>
              </a:pathLst>
            </a:custGeom>
            <a:ln w="1143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038863" y="550381"/>
            <a:ext cx="5534025" cy="26193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0195"/>
              </a:lnSpc>
              <a:spcBef>
                <a:spcPts val="125"/>
              </a:spcBef>
            </a:pPr>
            <a:r>
              <a:rPr sz="8500" spc="-20" dirty="0">
                <a:latin typeface="Lucida Sans Unicode"/>
                <a:cs typeface="Lucida Sans Unicode"/>
              </a:rPr>
              <a:t>Data</a:t>
            </a:r>
            <a:endParaRPr sz="8500">
              <a:latin typeface="Lucida Sans Unicode"/>
              <a:cs typeface="Lucida Sans Unicode"/>
            </a:endParaRPr>
          </a:p>
          <a:p>
            <a:pPr marL="709295">
              <a:lnSpc>
                <a:spcPts val="10195"/>
              </a:lnSpc>
            </a:pPr>
            <a:r>
              <a:rPr sz="8500" spc="-565" dirty="0"/>
              <a:t>Modeling</a:t>
            </a:r>
            <a:endParaRPr sz="8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844427" y="971550"/>
            <a:ext cx="6467475" cy="8343900"/>
            <a:chOff x="10844427" y="971550"/>
            <a:chExt cx="6467475" cy="8343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01578" y="1028696"/>
              <a:ext cx="6357721" cy="822034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901577" y="1028700"/>
              <a:ext cx="6353175" cy="8229600"/>
            </a:xfrm>
            <a:custGeom>
              <a:avLst/>
              <a:gdLst/>
              <a:ahLst/>
              <a:cxnLst/>
              <a:rect l="l" t="t" r="r" b="b"/>
              <a:pathLst>
                <a:path w="6353175" h="8229600">
                  <a:moveTo>
                    <a:pt x="6353174" y="8054018"/>
                  </a:moveTo>
                  <a:lnTo>
                    <a:pt x="6340957" y="8094305"/>
                  </a:lnTo>
                  <a:lnTo>
                    <a:pt x="6320840" y="8132011"/>
                  </a:lnTo>
                  <a:lnTo>
                    <a:pt x="6293461" y="8165378"/>
                  </a:lnTo>
                  <a:lnTo>
                    <a:pt x="6260124" y="8192736"/>
                  </a:lnTo>
                  <a:lnTo>
                    <a:pt x="6222418" y="8212867"/>
                  </a:lnTo>
                  <a:lnTo>
                    <a:pt x="6181498" y="8225296"/>
                  </a:lnTo>
                  <a:lnTo>
                    <a:pt x="6138519" y="8229599"/>
                  </a:lnTo>
                  <a:lnTo>
                    <a:pt x="219056" y="8229598"/>
                  </a:lnTo>
                  <a:lnTo>
                    <a:pt x="176124" y="8225296"/>
                  </a:lnTo>
                  <a:lnTo>
                    <a:pt x="135229" y="8212867"/>
                  </a:lnTo>
                  <a:lnTo>
                    <a:pt x="97524" y="8192736"/>
                  </a:lnTo>
                  <a:lnTo>
                    <a:pt x="64157" y="8165377"/>
                  </a:lnTo>
                  <a:lnTo>
                    <a:pt x="36801" y="8132011"/>
                  </a:lnTo>
                  <a:lnTo>
                    <a:pt x="16673" y="8094305"/>
                  </a:lnTo>
                  <a:lnTo>
                    <a:pt x="4247" y="8053408"/>
                  </a:lnTo>
                  <a:lnTo>
                    <a:pt x="0" y="8010469"/>
                  </a:lnTo>
                  <a:lnTo>
                    <a:pt x="0" y="219125"/>
                  </a:lnTo>
                  <a:lnTo>
                    <a:pt x="4247" y="176187"/>
                  </a:lnTo>
                  <a:lnTo>
                    <a:pt x="16673" y="135293"/>
                  </a:lnTo>
                  <a:lnTo>
                    <a:pt x="36802" y="97589"/>
                  </a:lnTo>
                  <a:lnTo>
                    <a:pt x="64160" y="64223"/>
                  </a:lnTo>
                  <a:lnTo>
                    <a:pt x="97525" y="36864"/>
                  </a:lnTo>
                  <a:lnTo>
                    <a:pt x="135229" y="16730"/>
                  </a:lnTo>
                  <a:lnTo>
                    <a:pt x="176124" y="4300"/>
                  </a:lnTo>
                  <a:lnTo>
                    <a:pt x="219062" y="0"/>
                  </a:lnTo>
                  <a:lnTo>
                    <a:pt x="6138524" y="0"/>
                  </a:lnTo>
                  <a:lnTo>
                    <a:pt x="6181498" y="4300"/>
                  </a:lnTo>
                  <a:lnTo>
                    <a:pt x="6222418" y="16730"/>
                  </a:lnTo>
                  <a:lnTo>
                    <a:pt x="6260123" y="36864"/>
                  </a:lnTo>
                  <a:lnTo>
                    <a:pt x="6293459" y="64223"/>
                  </a:lnTo>
                  <a:lnTo>
                    <a:pt x="6320839" y="97589"/>
                  </a:lnTo>
                  <a:lnTo>
                    <a:pt x="6340957" y="135293"/>
                  </a:lnTo>
                  <a:lnTo>
                    <a:pt x="6353174" y="175578"/>
                  </a:lnTo>
                </a:path>
              </a:pathLst>
            </a:custGeom>
            <a:ln w="1143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232271" y="2926829"/>
            <a:ext cx="10392410" cy="2362200"/>
            <a:chOff x="232271" y="2926829"/>
            <a:chExt cx="10392410" cy="23622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9421" y="2983979"/>
              <a:ext cx="10275354" cy="225019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9421" y="2983979"/>
              <a:ext cx="10278110" cy="2247900"/>
            </a:xfrm>
            <a:custGeom>
              <a:avLst/>
              <a:gdLst/>
              <a:ahLst/>
              <a:cxnLst/>
              <a:rect l="l" t="t" r="r" b="b"/>
              <a:pathLst>
                <a:path w="10278110" h="2247900">
                  <a:moveTo>
                    <a:pt x="10277486" y="2041961"/>
                  </a:moveTo>
                  <a:lnTo>
                    <a:pt x="10261880" y="2114894"/>
                  </a:lnTo>
                  <a:lnTo>
                    <a:pt x="10241750" y="2152601"/>
                  </a:lnTo>
                  <a:lnTo>
                    <a:pt x="10214392" y="2185961"/>
                  </a:lnTo>
                  <a:lnTo>
                    <a:pt x="10181026" y="2213321"/>
                  </a:lnTo>
                  <a:lnTo>
                    <a:pt x="10143322" y="2233455"/>
                  </a:lnTo>
                  <a:lnTo>
                    <a:pt x="10102428" y="2245885"/>
                  </a:lnTo>
                  <a:lnTo>
                    <a:pt x="10082075" y="2247899"/>
                  </a:lnTo>
                </a:path>
                <a:path w="10278110" h="2247900">
                  <a:moveTo>
                    <a:pt x="196588" y="2247899"/>
                  </a:moveTo>
                  <a:lnTo>
                    <a:pt x="135338" y="2233455"/>
                  </a:lnTo>
                  <a:lnTo>
                    <a:pt x="97633" y="2213321"/>
                  </a:lnTo>
                  <a:lnTo>
                    <a:pt x="64268" y="2185961"/>
                  </a:lnTo>
                  <a:lnTo>
                    <a:pt x="36911" y="2152602"/>
                  </a:lnTo>
                  <a:lnTo>
                    <a:pt x="16780" y="2114897"/>
                  </a:lnTo>
                  <a:lnTo>
                    <a:pt x="4352" y="2073999"/>
                  </a:lnTo>
                  <a:lnTo>
                    <a:pt x="0" y="2031060"/>
                  </a:lnTo>
                  <a:lnTo>
                    <a:pt x="1" y="219051"/>
                  </a:lnTo>
                  <a:lnTo>
                    <a:pt x="4352" y="176129"/>
                  </a:lnTo>
                  <a:lnTo>
                    <a:pt x="16780" y="135234"/>
                  </a:lnTo>
                  <a:lnTo>
                    <a:pt x="36911" y="97527"/>
                  </a:lnTo>
                  <a:lnTo>
                    <a:pt x="64268" y="64160"/>
                  </a:lnTo>
                  <a:lnTo>
                    <a:pt x="97633" y="36802"/>
                  </a:lnTo>
                  <a:lnTo>
                    <a:pt x="135338" y="16673"/>
                  </a:lnTo>
                  <a:lnTo>
                    <a:pt x="176235" y="4247"/>
                  </a:lnTo>
                  <a:lnTo>
                    <a:pt x="219174" y="0"/>
                  </a:lnTo>
                  <a:lnTo>
                    <a:pt x="10059490" y="0"/>
                  </a:lnTo>
                  <a:lnTo>
                    <a:pt x="10102428" y="4247"/>
                  </a:lnTo>
                  <a:lnTo>
                    <a:pt x="10143322" y="16673"/>
                  </a:lnTo>
                  <a:lnTo>
                    <a:pt x="10181026" y="36802"/>
                  </a:lnTo>
                  <a:lnTo>
                    <a:pt x="10214392" y="64160"/>
                  </a:lnTo>
                  <a:lnTo>
                    <a:pt x="10241750" y="97528"/>
                  </a:lnTo>
                  <a:lnTo>
                    <a:pt x="10261879" y="135236"/>
                  </a:lnTo>
                  <a:lnTo>
                    <a:pt x="10274305" y="176130"/>
                  </a:lnTo>
                  <a:lnTo>
                    <a:pt x="10277483" y="208163"/>
                  </a:lnTo>
                </a:path>
              </a:pathLst>
            </a:custGeom>
            <a:ln w="1143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814257" y="5753214"/>
            <a:ext cx="9229090" cy="2362200"/>
            <a:chOff x="814257" y="5753214"/>
            <a:chExt cx="9229090" cy="236220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1407" y="5810364"/>
              <a:ext cx="9114818" cy="225021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1407" y="5810364"/>
              <a:ext cx="9114790" cy="2247900"/>
            </a:xfrm>
            <a:custGeom>
              <a:avLst/>
              <a:gdLst/>
              <a:ahLst/>
              <a:cxnLst/>
              <a:rect l="l" t="t" r="r" b="b"/>
              <a:pathLst>
                <a:path w="9114790" h="2247900">
                  <a:moveTo>
                    <a:pt x="196550" y="2247899"/>
                  </a:moveTo>
                  <a:lnTo>
                    <a:pt x="135313" y="2233461"/>
                  </a:lnTo>
                  <a:lnTo>
                    <a:pt x="97608" y="2213332"/>
                  </a:lnTo>
                  <a:lnTo>
                    <a:pt x="64244" y="2185974"/>
                  </a:lnTo>
                  <a:lnTo>
                    <a:pt x="36885" y="2152609"/>
                  </a:lnTo>
                  <a:lnTo>
                    <a:pt x="16754" y="2114905"/>
                  </a:lnTo>
                  <a:lnTo>
                    <a:pt x="4327" y="2074010"/>
                  </a:lnTo>
                  <a:lnTo>
                    <a:pt x="0" y="2031072"/>
                  </a:lnTo>
                  <a:lnTo>
                    <a:pt x="0" y="219067"/>
                  </a:lnTo>
                  <a:lnTo>
                    <a:pt x="4327" y="176135"/>
                  </a:lnTo>
                  <a:lnTo>
                    <a:pt x="16754" y="135237"/>
                  </a:lnTo>
                  <a:lnTo>
                    <a:pt x="36885" y="97533"/>
                  </a:lnTo>
                  <a:lnTo>
                    <a:pt x="64244" y="64173"/>
                  </a:lnTo>
                  <a:lnTo>
                    <a:pt x="97608" y="36813"/>
                  </a:lnTo>
                  <a:lnTo>
                    <a:pt x="135313" y="16679"/>
                  </a:lnTo>
                  <a:lnTo>
                    <a:pt x="176208" y="4249"/>
                  </a:lnTo>
                  <a:lnTo>
                    <a:pt x="219144" y="0"/>
                  </a:lnTo>
                  <a:lnTo>
                    <a:pt x="8895526" y="0"/>
                  </a:lnTo>
                  <a:lnTo>
                    <a:pt x="8938466" y="4249"/>
                  </a:lnTo>
                  <a:lnTo>
                    <a:pt x="8979365" y="16679"/>
                  </a:lnTo>
                  <a:lnTo>
                    <a:pt x="9017073" y="36813"/>
                  </a:lnTo>
                  <a:lnTo>
                    <a:pt x="9050441" y="64173"/>
                  </a:lnTo>
                  <a:lnTo>
                    <a:pt x="9077793" y="97533"/>
                  </a:lnTo>
                  <a:lnTo>
                    <a:pt x="9097923" y="135237"/>
                  </a:lnTo>
                  <a:lnTo>
                    <a:pt x="9110352" y="176135"/>
                  </a:lnTo>
                  <a:lnTo>
                    <a:pt x="9114601" y="219074"/>
                  </a:lnTo>
                  <a:lnTo>
                    <a:pt x="9114601" y="2031072"/>
                  </a:lnTo>
                  <a:lnTo>
                    <a:pt x="9110352" y="2074010"/>
                  </a:lnTo>
                  <a:lnTo>
                    <a:pt x="9097923" y="2114905"/>
                  </a:lnTo>
                  <a:lnTo>
                    <a:pt x="9077793" y="2152609"/>
                  </a:lnTo>
                  <a:lnTo>
                    <a:pt x="9050441" y="2185974"/>
                  </a:lnTo>
                  <a:lnTo>
                    <a:pt x="9017073" y="2213332"/>
                  </a:lnTo>
                  <a:lnTo>
                    <a:pt x="8979365" y="2233461"/>
                  </a:lnTo>
                  <a:lnTo>
                    <a:pt x="8938466" y="2245887"/>
                  </a:lnTo>
                  <a:lnTo>
                    <a:pt x="8918122" y="2247899"/>
                  </a:lnTo>
                </a:path>
              </a:pathLst>
            </a:custGeom>
            <a:ln w="1143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4180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114"/>
              </a:spcBef>
            </a:pPr>
            <a:r>
              <a:rPr sz="6550" spc="-550" dirty="0"/>
              <a:t>DAX</a:t>
            </a:r>
            <a:r>
              <a:rPr sz="6550" spc="-475" dirty="0"/>
              <a:t> </a:t>
            </a:r>
            <a:r>
              <a:rPr sz="6550" spc="-409" dirty="0"/>
              <a:t>Calculations</a:t>
            </a:r>
            <a:endParaRPr sz="65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290" y="1912366"/>
            <a:ext cx="5701028" cy="36152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93843" y="5558851"/>
            <a:ext cx="6305549" cy="41976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022631" y="504888"/>
            <a:ext cx="5756910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0" dirty="0"/>
              <a:t>Sample</a:t>
            </a:r>
            <a:r>
              <a:rPr spc="-475" dirty="0"/>
              <a:t> </a:t>
            </a:r>
            <a:r>
              <a:rPr spc="-434" dirty="0"/>
              <a:t>Visual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34200" y="2763078"/>
            <a:ext cx="8465237" cy="1913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1800"/>
              <a:buFontTx/>
              <a:buNone/>
              <a:tabLst/>
              <a:defRPr/>
            </a:pPr>
            <a:r>
              <a:rPr kumimoji="0" lang="en-US" sz="3200" b="0" i="0" u="none" strike="noStrike" kern="0" cap="none" spc="-160" normalizeH="0" baseline="0" noProof="0" dirty="0">
                <a:ln>
                  <a:noFill/>
                </a:ln>
                <a:solidFill>
                  <a:srgbClr val="2B3D6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 classic Bar Chart uses horizontal or vertical bars.</a:t>
            </a:r>
          </a:p>
          <a:p>
            <a:pPr marL="1143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1800"/>
              <a:buFontTx/>
              <a:buNone/>
              <a:tabLst/>
              <a:defRPr/>
            </a:pPr>
            <a:r>
              <a:rPr kumimoji="0" lang="en-US" sz="3200" b="0" i="0" u="none" strike="noStrike" kern="0" cap="none" spc="-160" normalizeH="0" baseline="0" noProof="0" dirty="0">
                <a:ln>
                  <a:noFill/>
                </a:ln>
                <a:solidFill>
                  <a:srgbClr val="2B3D6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Columns to show discrete, numerical comparisons across categories.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43000" y="6700735"/>
            <a:ext cx="9503410" cy="1913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marR="508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1800"/>
              <a:buFontTx/>
              <a:buNone/>
              <a:tabLst/>
              <a:defRPr/>
            </a:pPr>
            <a:r>
              <a:rPr kumimoji="0" lang="en-US" sz="3200" b="0" i="0" u="none" strike="noStrike" kern="0" cap="none" spc="-160" normalizeH="0" baseline="0" noProof="0" dirty="0">
                <a:ln>
                  <a:noFill/>
                </a:ln>
                <a:solidFill>
                  <a:srgbClr val="2B3D6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Pie chart are ideal for giving the reader a quick idea of the proportional distribution of the data. </a:t>
            </a:r>
          </a:p>
          <a:p>
            <a:pPr marL="114300" marR="508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1800"/>
              <a:buFontTx/>
              <a:buNone/>
              <a:tabLst/>
              <a:defRPr/>
            </a:pPr>
            <a:r>
              <a:rPr kumimoji="0" lang="en-US" sz="3200" b="0" i="0" u="none" strike="noStrike" kern="0" cap="none" spc="-160" normalizeH="0" baseline="0" noProof="0" dirty="0">
                <a:ln>
                  <a:noFill/>
                </a:ln>
                <a:solidFill>
                  <a:srgbClr val="2B3D6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It clearly display percentage values and show the share of each segment in relation to the whole.</a:t>
            </a:r>
            <a:endParaRPr kumimoji="0" sz="3200" b="0" i="0" u="none" strike="noStrike" kern="0" cap="none" spc="-160" normalizeH="0" baseline="0" noProof="0" dirty="0">
              <a:ln>
                <a:noFill/>
              </a:ln>
              <a:solidFill>
                <a:srgbClr val="2B3D6C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997176"/>
            <a:ext cx="5867399" cy="31432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92000" y="4457700"/>
            <a:ext cx="4524375" cy="562729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7298663" y="2171700"/>
            <a:ext cx="8961755" cy="17856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3200" spc="-160" dirty="0">
                <a:latin typeface="Arial" panose="020B0604020202020204" pitchFamily="34" charset="0"/>
                <a:cs typeface="Arial" panose="020B0604020202020204" pitchFamily="34" charset="0"/>
              </a:rPr>
              <a:t>Tree maps are used to visualize hierarchical structure while also displaying quantities for each category via area size, Each category is assigned a rectangle area with their subcategory rectangles nested inside of it.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65447" y="6202558"/>
            <a:ext cx="9703207" cy="21375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82949"/>
              <a:buFontTx/>
              <a:buNone/>
              <a:tabLst/>
              <a:defRPr/>
            </a:pPr>
            <a:r>
              <a:rPr kumimoji="0" lang="en-US" sz="3200" b="0" i="0" u="none" strike="noStrike" kern="0" cap="none" spc="-160" normalizeH="0" baseline="0" noProof="0" dirty="0">
                <a:ln>
                  <a:noFill/>
                </a:ln>
                <a:solidFill>
                  <a:srgbClr val="2B3D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 multi-series bar chart is a graphical representation that displays multiple sets of data (series) using bars. Each series is represented by bars grouped together for comparison across different categories. 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022631" y="504888"/>
            <a:ext cx="5756910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0" dirty="0"/>
              <a:t>Sample</a:t>
            </a:r>
            <a:r>
              <a:rPr spc="-475" dirty="0"/>
              <a:t> </a:t>
            </a:r>
            <a:r>
              <a:rPr spc="-434" dirty="0"/>
              <a:t>Visual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83F9894-57CE-E60A-1EBE-8A73D12A31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7051" y="1586183"/>
            <a:ext cx="14760549" cy="836938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28322" y="504888"/>
            <a:ext cx="5556885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2195" algn="l"/>
              </a:tabLst>
            </a:pPr>
            <a:r>
              <a:rPr sz="3850" dirty="0">
                <a:latin typeface="Times New Roman"/>
                <a:cs typeface="Times New Roman"/>
              </a:rPr>
              <a:t>	</a:t>
            </a:r>
            <a:r>
              <a:rPr spc="-325" dirty="0"/>
              <a:t>Dashboard</a:t>
            </a:r>
            <a:endParaRPr sz="38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2DEFFF6-44C9-2888-92ED-D123FABAC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079" y="1520824"/>
            <a:ext cx="14778684" cy="837247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68233" y="284683"/>
            <a:ext cx="13240385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2195" algn="l"/>
              </a:tabLst>
            </a:pPr>
            <a:r>
              <a:rPr sz="3850" dirty="0">
                <a:latin typeface="Times New Roman"/>
                <a:cs typeface="Times New Roman"/>
              </a:rPr>
              <a:t>	</a:t>
            </a:r>
            <a:r>
              <a:rPr spc="-330" dirty="0"/>
              <a:t>Supplier</a:t>
            </a:r>
            <a:r>
              <a:rPr spc="-475" dirty="0"/>
              <a:t> </a:t>
            </a:r>
            <a:r>
              <a:rPr spc="-925" dirty="0"/>
              <a:t>&amp;</a:t>
            </a:r>
            <a:r>
              <a:rPr spc="-470" dirty="0"/>
              <a:t> </a:t>
            </a:r>
            <a:r>
              <a:rPr spc="-530" dirty="0"/>
              <a:t>Logistics</a:t>
            </a:r>
            <a:r>
              <a:rPr spc="-470" dirty="0"/>
              <a:t> </a:t>
            </a:r>
            <a:r>
              <a:rPr spc="-455" dirty="0"/>
              <a:t>Efficiency</a:t>
            </a:r>
            <a:endParaRPr sz="38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520825"/>
            <a:ext cx="16480072" cy="8766175"/>
            <a:chOff x="0" y="1520825"/>
            <a:chExt cx="16480072" cy="8766175"/>
          </a:xfrm>
        </p:grpSpPr>
        <p:sp>
          <p:nvSpPr>
            <p:cNvPr id="3" name="object 3"/>
            <p:cNvSpPr/>
            <p:nvPr/>
          </p:nvSpPr>
          <p:spPr>
            <a:xfrm>
              <a:off x="0" y="2781300"/>
              <a:ext cx="8428990" cy="7505700"/>
            </a:xfrm>
            <a:custGeom>
              <a:avLst/>
              <a:gdLst/>
              <a:ahLst/>
              <a:cxnLst/>
              <a:rect l="l" t="t" r="r" b="b"/>
              <a:pathLst>
                <a:path w="8428990" h="7505700">
                  <a:moveTo>
                    <a:pt x="7476311" y="0"/>
                  </a:moveTo>
                  <a:lnTo>
                    <a:pt x="0" y="0"/>
                  </a:lnTo>
                  <a:lnTo>
                    <a:pt x="0" y="7505699"/>
                  </a:lnTo>
                  <a:lnTo>
                    <a:pt x="8401142" y="7505699"/>
                  </a:lnTo>
                  <a:lnTo>
                    <a:pt x="8410597" y="7463417"/>
                  </a:lnTo>
                  <a:lnTo>
                    <a:pt x="8418484" y="7417852"/>
                  </a:lnTo>
                  <a:lnTo>
                    <a:pt x="8424185" y="7371574"/>
                  </a:lnTo>
                  <a:lnTo>
                    <a:pt x="8427645" y="7324638"/>
                  </a:lnTo>
                  <a:lnTo>
                    <a:pt x="8428811" y="7277099"/>
                  </a:lnTo>
                  <a:lnTo>
                    <a:pt x="8428811" y="952499"/>
                  </a:lnTo>
                  <a:lnTo>
                    <a:pt x="8427645" y="904960"/>
                  </a:lnTo>
                  <a:lnTo>
                    <a:pt x="8424185" y="858025"/>
                  </a:lnTo>
                  <a:lnTo>
                    <a:pt x="8418484" y="811747"/>
                  </a:lnTo>
                  <a:lnTo>
                    <a:pt x="8410597" y="766182"/>
                  </a:lnTo>
                  <a:lnTo>
                    <a:pt x="8400579" y="721383"/>
                  </a:lnTo>
                  <a:lnTo>
                    <a:pt x="8388484" y="677407"/>
                  </a:lnTo>
                  <a:lnTo>
                    <a:pt x="8374367" y="634306"/>
                  </a:lnTo>
                  <a:lnTo>
                    <a:pt x="8358282" y="592136"/>
                  </a:lnTo>
                  <a:lnTo>
                    <a:pt x="8340285" y="550951"/>
                  </a:lnTo>
                  <a:lnTo>
                    <a:pt x="8320429" y="510807"/>
                  </a:lnTo>
                  <a:lnTo>
                    <a:pt x="8298769" y="471756"/>
                  </a:lnTo>
                  <a:lnTo>
                    <a:pt x="8275360" y="433855"/>
                  </a:lnTo>
                  <a:lnTo>
                    <a:pt x="8250256" y="397158"/>
                  </a:lnTo>
                  <a:lnTo>
                    <a:pt x="8223511" y="361718"/>
                  </a:lnTo>
                  <a:lnTo>
                    <a:pt x="8195182" y="327591"/>
                  </a:lnTo>
                  <a:lnTo>
                    <a:pt x="8165321" y="294832"/>
                  </a:lnTo>
                  <a:lnTo>
                    <a:pt x="8133984" y="263494"/>
                  </a:lnTo>
                  <a:lnTo>
                    <a:pt x="8101224" y="233633"/>
                  </a:lnTo>
                  <a:lnTo>
                    <a:pt x="8067098" y="205303"/>
                  </a:lnTo>
                  <a:lnTo>
                    <a:pt x="8031659" y="178559"/>
                  </a:lnTo>
                  <a:lnTo>
                    <a:pt x="7994961" y="153454"/>
                  </a:lnTo>
                  <a:lnTo>
                    <a:pt x="7957060" y="130045"/>
                  </a:lnTo>
                  <a:lnTo>
                    <a:pt x="7918010" y="108384"/>
                  </a:lnTo>
                  <a:lnTo>
                    <a:pt x="7877865" y="88528"/>
                  </a:lnTo>
                  <a:lnTo>
                    <a:pt x="7836680" y="70530"/>
                  </a:lnTo>
                  <a:lnTo>
                    <a:pt x="7794510" y="54445"/>
                  </a:lnTo>
                  <a:lnTo>
                    <a:pt x="7751409" y="40328"/>
                  </a:lnTo>
                  <a:lnTo>
                    <a:pt x="7707432" y="28233"/>
                  </a:lnTo>
                  <a:lnTo>
                    <a:pt x="7662633" y="18214"/>
                  </a:lnTo>
                  <a:lnTo>
                    <a:pt x="7617067" y="10327"/>
                  </a:lnTo>
                  <a:lnTo>
                    <a:pt x="7570788" y="4626"/>
                  </a:lnTo>
                  <a:lnTo>
                    <a:pt x="7523851" y="1165"/>
                  </a:lnTo>
                  <a:lnTo>
                    <a:pt x="7476311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743003" y="1520825"/>
              <a:ext cx="14737069" cy="837247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6000" y="295897"/>
            <a:ext cx="11212195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2195" algn="l"/>
              </a:tabLst>
            </a:pPr>
            <a:r>
              <a:rPr lang="en-US" sz="3850" dirty="0">
                <a:latin typeface="Times New Roman"/>
                <a:cs typeface="Times New Roman"/>
              </a:rPr>
              <a:t>	</a:t>
            </a:r>
            <a:r>
              <a:rPr spc="-355" dirty="0"/>
              <a:t>Customer</a:t>
            </a:r>
            <a:r>
              <a:rPr spc="-455" dirty="0"/>
              <a:t> </a:t>
            </a:r>
            <a:r>
              <a:rPr spc="-400" dirty="0"/>
              <a:t>Demographics</a:t>
            </a:r>
            <a:endParaRPr sz="38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133B119-5DA9-8562-5FE7-5C14A06D1B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146" y="1520824"/>
            <a:ext cx="14823602" cy="837247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68233" y="284683"/>
            <a:ext cx="15867380" cy="10130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2195" algn="l"/>
              </a:tabLst>
            </a:pPr>
            <a:r>
              <a:rPr sz="3850" dirty="0">
                <a:latin typeface="Times New Roman"/>
                <a:cs typeface="Times New Roman"/>
              </a:rPr>
              <a:t>	</a:t>
            </a:r>
            <a:r>
              <a:rPr spc="-345" dirty="0"/>
              <a:t>Product</a:t>
            </a:r>
            <a:r>
              <a:rPr spc="-470" dirty="0"/>
              <a:t> </a:t>
            </a:r>
            <a:r>
              <a:rPr spc="-335" dirty="0"/>
              <a:t>Performance</a:t>
            </a:r>
            <a:r>
              <a:rPr spc="-465" dirty="0"/>
              <a:t> </a:t>
            </a:r>
            <a:r>
              <a:rPr spc="-925" dirty="0"/>
              <a:t>&amp;</a:t>
            </a:r>
            <a:r>
              <a:rPr spc="-470" dirty="0"/>
              <a:t> </a:t>
            </a:r>
            <a:r>
              <a:rPr spc="-170" dirty="0"/>
              <a:t>Profitability</a:t>
            </a:r>
            <a:endParaRPr sz="38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561420"/>
            <a:ext cx="16479125" cy="8725580"/>
            <a:chOff x="0" y="1561420"/>
            <a:chExt cx="16479125" cy="8725580"/>
          </a:xfrm>
        </p:grpSpPr>
        <p:sp>
          <p:nvSpPr>
            <p:cNvPr id="3" name="object 3"/>
            <p:cNvSpPr/>
            <p:nvPr/>
          </p:nvSpPr>
          <p:spPr>
            <a:xfrm>
              <a:off x="0" y="2781300"/>
              <a:ext cx="8428990" cy="7505700"/>
            </a:xfrm>
            <a:custGeom>
              <a:avLst/>
              <a:gdLst/>
              <a:ahLst/>
              <a:cxnLst/>
              <a:rect l="l" t="t" r="r" b="b"/>
              <a:pathLst>
                <a:path w="8428990" h="7505700">
                  <a:moveTo>
                    <a:pt x="7476311" y="0"/>
                  </a:moveTo>
                  <a:lnTo>
                    <a:pt x="0" y="0"/>
                  </a:lnTo>
                  <a:lnTo>
                    <a:pt x="0" y="7505699"/>
                  </a:lnTo>
                  <a:lnTo>
                    <a:pt x="8401142" y="7505699"/>
                  </a:lnTo>
                  <a:lnTo>
                    <a:pt x="8410597" y="7463417"/>
                  </a:lnTo>
                  <a:lnTo>
                    <a:pt x="8418484" y="7417852"/>
                  </a:lnTo>
                  <a:lnTo>
                    <a:pt x="8424185" y="7371574"/>
                  </a:lnTo>
                  <a:lnTo>
                    <a:pt x="8427645" y="7324638"/>
                  </a:lnTo>
                  <a:lnTo>
                    <a:pt x="8428811" y="7277099"/>
                  </a:lnTo>
                  <a:lnTo>
                    <a:pt x="8428811" y="952499"/>
                  </a:lnTo>
                  <a:lnTo>
                    <a:pt x="8427645" y="904960"/>
                  </a:lnTo>
                  <a:lnTo>
                    <a:pt x="8424185" y="858025"/>
                  </a:lnTo>
                  <a:lnTo>
                    <a:pt x="8418484" y="811747"/>
                  </a:lnTo>
                  <a:lnTo>
                    <a:pt x="8410597" y="766182"/>
                  </a:lnTo>
                  <a:lnTo>
                    <a:pt x="8400579" y="721383"/>
                  </a:lnTo>
                  <a:lnTo>
                    <a:pt x="8388484" y="677407"/>
                  </a:lnTo>
                  <a:lnTo>
                    <a:pt x="8374367" y="634306"/>
                  </a:lnTo>
                  <a:lnTo>
                    <a:pt x="8358282" y="592136"/>
                  </a:lnTo>
                  <a:lnTo>
                    <a:pt x="8340285" y="550951"/>
                  </a:lnTo>
                  <a:lnTo>
                    <a:pt x="8320429" y="510807"/>
                  </a:lnTo>
                  <a:lnTo>
                    <a:pt x="8298769" y="471756"/>
                  </a:lnTo>
                  <a:lnTo>
                    <a:pt x="8275360" y="433855"/>
                  </a:lnTo>
                  <a:lnTo>
                    <a:pt x="8250256" y="397158"/>
                  </a:lnTo>
                  <a:lnTo>
                    <a:pt x="8223511" y="361718"/>
                  </a:lnTo>
                  <a:lnTo>
                    <a:pt x="8195182" y="327591"/>
                  </a:lnTo>
                  <a:lnTo>
                    <a:pt x="8165321" y="294832"/>
                  </a:lnTo>
                  <a:lnTo>
                    <a:pt x="8133984" y="263494"/>
                  </a:lnTo>
                  <a:lnTo>
                    <a:pt x="8101224" y="233633"/>
                  </a:lnTo>
                  <a:lnTo>
                    <a:pt x="8067098" y="205303"/>
                  </a:lnTo>
                  <a:lnTo>
                    <a:pt x="8031659" y="178559"/>
                  </a:lnTo>
                  <a:lnTo>
                    <a:pt x="7994961" y="153454"/>
                  </a:lnTo>
                  <a:lnTo>
                    <a:pt x="7957060" y="130045"/>
                  </a:lnTo>
                  <a:lnTo>
                    <a:pt x="7918010" y="108384"/>
                  </a:lnTo>
                  <a:lnTo>
                    <a:pt x="7877865" y="88528"/>
                  </a:lnTo>
                  <a:lnTo>
                    <a:pt x="7836680" y="70530"/>
                  </a:lnTo>
                  <a:lnTo>
                    <a:pt x="7794510" y="54445"/>
                  </a:lnTo>
                  <a:lnTo>
                    <a:pt x="7751409" y="40328"/>
                  </a:lnTo>
                  <a:lnTo>
                    <a:pt x="7707432" y="28233"/>
                  </a:lnTo>
                  <a:lnTo>
                    <a:pt x="7662633" y="18214"/>
                  </a:lnTo>
                  <a:lnTo>
                    <a:pt x="7617067" y="10327"/>
                  </a:lnTo>
                  <a:lnTo>
                    <a:pt x="7570788" y="4626"/>
                  </a:lnTo>
                  <a:lnTo>
                    <a:pt x="7523851" y="1165"/>
                  </a:lnTo>
                  <a:lnTo>
                    <a:pt x="7476311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715376" y="1561420"/>
              <a:ext cx="14763749" cy="829128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68233" y="284683"/>
            <a:ext cx="14087475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2195" algn="l"/>
              </a:tabLst>
            </a:pPr>
            <a:r>
              <a:rPr sz="3850" dirty="0">
                <a:latin typeface="Times New Roman"/>
                <a:cs typeface="Times New Roman"/>
              </a:rPr>
              <a:t>	</a:t>
            </a:r>
            <a:r>
              <a:rPr spc="-229" dirty="0"/>
              <a:t>Inventory</a:t>
            </a:r>
            <a:r>
              <a:rPr spc="-465" dirty="0"/>
              <a:t> </a:t>
            </a:r>
            <a:r>
              <a:rPr spc="-925" dirty="0"/>
              <a:t>&amp;</a:t>
            </a:r>
            <a:r>
              <a:rPr spc="-465" dirty="0"/>
              <a:t> </a:t>
            </a:r>
            <a:r>
              <a:rPr spc="-590" dirty="0"/>
              <a:t>Stock</a:t>
            </a:r>
            <a:r>
              <a:rPr spc="-465" dirty="0"/>
              <a:t> </a:t>
            </a:r>
            <a:r>
              <a:rPr spc="-320" dirty="0"/>
              <a:t>Management</a:t>
            </a:r>
            <a:endParaRPr sz="38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549953"/>
            <a:ext cx="16479202" cy="8737047"/>
            <a:chOff x="0" y="1549953"/>
            <a:chExt cx="16479202" cy="8737047"/>
          </a:xfrm>
        </p:grpSpPr>
        <p:sp>
          <p:nvSpPr>
            <p:cNvPr id="3" name="object 3"/>
            <p:cNvSpPr/>
            <p:nvPr/>
          </p:nvSpPr>
          <p:spPr>
            <a:xfrm>
              <a:off x="0" y="2781300"/>
              <a:ext cx="8428990" cy="7505700"/>
            </a:xfrm>
            <a:custGeom>
              <a:avLst/>
              <a:gdLst/>
              <a:ahLst/>
              <a:cxnLst/>
              <a:rect l="l" t="t" r="r" b="b"/>
              <a:pathLst>
                <a:path w="8428990" h="7505700">
                  <a:moveTo>
                    <a:pt x="7476311" y="0"/>
                  </a:moveTo>
                  <a:lnTo>
                    <a:pt x="0" y="0"/>
                  </a:lnTo>
                  <a:lnTo>
                    <a:pt x="0" y="7505699"/>
                  </a:lnTo>
                  <a:lnTo>
                    <a:pt x="8401142" y="7505699"/>
                  </a:lnTo>
                  <a:lnTo>
                    <a:pt x="8410597" y="7463417"/>
                  </a:lnTo>
                  <a:lnTo>
                    <a:pt x="8418484" y="7417852"/>
                  </a:lnTo>
                  <a:lnTo>
                    <a:pt x="8424185" y="7371574"/>
                  </a:lnTo>
                  <a:lnTo>
                    <a:pt x="8427645" y="7324638"/>
                  </a:lnTo>
                  <a:lnTo>
                    <a:pt x="8428811" y="7277099"/>
                  </a:lnTo>
                  <a:lnTo>
                    <a:pt x="8428811" y="952499"/>
                  </a:lnTo>
                  <a:lnTo>
                    <a:pt x="8427645" y="904960"/>
                  </a:lnTo>
                  <a:lnTo>
                    <a:pt x="8424185" y="858025"/>
                  </a:lnTo>
                  <a:lnTo>
                    <a:pt x="8418484" y="811747"/>
                  </a:lnTo>
                  <a:lnTo>
                    <a:pt x="8410597" y="766182"/>
                  </a:lnTo>
                  <a:lnTo>
                    <a:pt x="8400579" y="721383"/>
                  </a:lnTo>
                  <a:lnTo>
                    <a:pt x="8388484" y="677407"/>
                  </a:lnTo>
                  <a:lnTo>
                    <a:pt x="8374367" y="634306"/>
                  </a:lnTo>
                  <a:lnTo>
                    <a:pt x="8358282" y="592136"/>
                  </a:lnTo>
                  <a:lnTo>
                    <a:pt x="8340285" y="550951"/>
                  </a:lnTo>
                  <a:lnTo>
                    <a:pt x="8320429" y="510807"/>
                  </a:lnTo>
                  <a:lnTo>
                    <a:pt x="8298769" y="471756"/>
                  </a:lnTo>
                  <a:lnTo>
                    <a:pt x="8275360" y="433855"/>
                  </a:lnTo>
                  <a:lnTo>
                    <a:pt x="8250256" y="397158"/>
                  </a:lnTo>
                  <a:lnTo>
                    <a:pt x="8223511" y="361718"/>
                  </a:lnTo>
                  <a:lnTo>
                    <a:pt x="8195182" y="327591"/>
                  </a:lnTo>
                  <a:lnTo>
                    <a:pt x="8165321" y="294832"/>
                  </a:lnTo>
                  <a:lnTo>
                    <a:pt x="8133984" y="263494"/>
                  </a:lnTo>
                  <a:lnTo>
                    <a:pt x="8101224" y="233633"/>
                  </a:lnTo>
                  <a:lnTo>
                    <a:pt x="8067098" y="205303"/>
                  </a:lnTo>
                  <a:lnTo>
                    <a:pt x="8031659" y="178559"/>
                  </a:lnTo>
                  <a:lnTo>
                    <a:pt x="7994961" y="153454"/>
                  </a:lnTo>
                  <a:lnTo>
                    <a:pt x="7957060" y="130045"/>
                  </a:lnTo>
                  <a:lnTo>
                    <a:pt x="7918010" y="108384"/>
                  </a:lnTo>
                  <a:lnTo>
                    <a:pt x="7877865" y="88528"/>
                  </a:lnTo>
                  <a:lnTo>
                    <a:pt x="7836680" y="70530"/>
                  </a:lnTo>
                  <a:lnTo>
                    <a:pt x="7794510" y="54445"/>
                  </a:lnTo>
                  <a:lnTo>
                    <a:pt x="7751409" y="40328"/>
                  </a:lnTo>
                  <a:lnTo>
                    <a:pt x="7707432" y="28233"/>
                  </a:lnTo>
                  <a:lnTo>
                    <a:pt x="7662633" y="18214"/>
                  </a:lnTo>
                  <a:lnTo>
                    <a:pt x="7617067" y="10327"/>
                  </a:lnTo>
                  <a:lnTo>
                    <a:pt x="7570788" y="4626"/>
                  </a:lnTo>
                  <a:lnTo>
                    <a:pt x="7523851" y="1165"/>
                  </a:lnTo>
                  <a:lnTo>
                    <a:pt x="7476311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715452" y="1549953"/>
              <a:ext cx="14763750" cy="8324376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68233" y="284683"/>
            <a:ext cx="15519400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2195" algn="l"/>
              </a:tabLst>
            </a:pPr>
            <a:r>
              <a:rPr sz="3850" dirty="0">
                <a:latin typeface="Times New Roman"/>
                <a:cs typeface="Times New Roman"/>
              </a:rPr>
              <a:t>	</a:t>
            </a:r>
            <a:r>
              <a:rPr spc="-370" dirty="0"/>
              <a:t>Shipping</a:t>
            </a:r>
            <a:r>
              <a:rPr spc="-459" dirty="0"/>
              <a:t> </a:t>
            </a:r>
            <a:r>
              <a:rPr spc="-925" dirty="0"/>
              <a:t>&amp;</a:t>
            </a:r>
            <a:r>
              <a:rPr spc="-455" dirty="0"/>
              <a:t> </a:t>
            </a:r>
            <a:r>
              <a:rPr spc="-290" dirty="0"/>
              <a:t>Transportation</a:t>
            </a:r>
            <a:r>
              <a:rPr spc="-455" dirty="0"/>
              <a:t> </a:t>
            </a:r>
            <a:r>
              <a:rPr spc="-430" dirty="0"/>
              <a:t>Analysis</a:t>
            </a:r>
            <a:endParaRPr sz="38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9083" y="504888"/>
            <a:ext cx="3281045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95" dirty="0"/>
              <a:t>Insights</a:t>
            </a:r>
          </a:p>
        </p:txBody>
      </p:sp>
      <p:sp>
        <p:nvSpPr>
          <p:cNvPr id="3" name="object 3"/>
          <p:cNvSpPr/>
          <p:nvPr/>
        </p:nvSpPr>
        <p:spPr>
          <a:xfrm>
            <a:off x="1028699" y="1952917"/>
            <a:ext cx="7442834" cy="2368550"/>
          </a:xfrm>
          <a:custGeom>
            <a:avLst/>
            <a:gdLst/>
            <a:ahLst/>
            <a:cxnLst/>
            <a:rect l="l" t="t" r="r" b="b"/>
            <a:pathLst>
              <a:path w="7442834" h="2368550">
                <a:moveTo>
                  <a:pt x="7118870" y="0"/>
                </a:moveTo>
                <a:lnTo>
                  <a:pt x="323849" y="0"/>
                </a:lnTo>
                <a:lnTo>
                  <a:pt x="272883" y="4033"/>
                </a:lnTo>
                <a:lnTo>
                  <a:pt x="223629" y="15895"/>
                </a:lnTo>
                <a:lnTo>
                  <a:pt x="176960" y="35225"/>
                </a:lnTo>
                <a:lnTo>
                  <a:pt x="133744" y="61665"/>
                </a:lnTo>
                <a:lnTo>
                  <a:pt x="94853" y="94856"/>
                </a:lnTo>
                <a:lnTo>
                  <a:pt x="61667" y="133747"/>
                </a:lnTo>
                <a:lnTo>
                  <a:pt x="35228" y="176961"/>
                </a:lnTo>
                <a:lnTo>
                  <a:pt x="15897" y="223630"/>
                </a:lnTo>
                <a:lnTo>
                  <a:pt x="4034" y="272883"/>
                </a:lnTo>
                <a:lnTo>
                  <a:pt x="0" y="323849"/>
                </a:lnTo>
                <a:lnTo>
                  <a:pt x="0" y="2044115"/>
                </a:lnTo>
                <a:lnTo>
                  <a:pt x="4034" y="2095082"/>
                </a:lnTo>
                <a:lnTo>
                  <a:pt x="15897" y="2144335"/>
                </a:lnTo>
                <a:lnTo>
                  <a:pt x="35228" y="2191003"/>
                </a:lnTo>
                <a:lnTo>
                  <a:pt x="61667" y="2234218"/>
                </a:lnTo>
                <a:lnTo>
                  <a:pt x="94853" y="2273109"/>
                </a:lnTo>
                <a:lnTo>
                  <a:pt x="133744" y="2306300"/>
                </a:lnTo>
                <a:lnTo>
                  <a:pt x="176960" y="2332740"/>
                </a:lnTo>
                <a:lnTo>
                  <a:pt x="223629" y="2352070"/>
                </a:lnTo>
                <a:lnTo>
                  <a:pt x="272883" y="2363932"/>
                </a:lnTo>
                <a:lnTo>
                  <a:pt x="323849" y="2367965"/>
                </a:lnTo>
                <a:lnTo>
                  <a:pt x="7118870" y="2367965"/>
                </a:lnTo>
                <a:lnTo>
                  <a:pt x="7169837" y="2363932"/>
                </a:lnTo>
                <a:lnTo>
                  <a:pt x="7219089" y="2352070"/>
                </a:lnTo>
                <a:lnTo>
                  <a:pt x="7265758" y="2332740"/>
                </a:lnTo>
                <a:lnTo>
                  <a:pt x="7308973" y="2306300"/>
                </a:lnTo>
                <a:lnTo>
                  <a:pt x="7347863" y="2273109"/>
                </a:lnTo>
                <a:lnTo>
                  <a:pt x="7381049" y="2234218"/>
                </a:lnTo>
                <a:lnTo>
                  <a:pt x="7407489" y="2191003"/>
                </a:lnTo>
                <a:lnTo>
                  <a:pt x="7426821" y="2144335"/>
                </a:lnTo>
                <a:lnTo>
                  <a:pt x="7438685" y="2095082"/>
                </a:lnTo>
                <a:lnTo>
                  <a:pt x="7442720" y="2044115"/>
                </a:lnTo>
                <a:lnTo>
                  <a:pt x="7442720" y="323849"/>
                </a:lnTo>
                <a:lnTo>
                  <a:pt x="7438685" y="272883"/>
                </a:lnTo>
                <a:lnTo>
                  <a:pt x="7426821" y="223630"/>
                </a:lnTo>
                <a:lnTo>
                  <a:pt x="7407489" y="176961"/>
                </a:lnTo>
                <a:lnTo>
                  <a:pt x="7381049" y="133747"/>
                </a:lnTo>
                <a:lnTo>
                  <a:pt x="7347863" y="94856"/>
                </a:lnTo>
                <a:lnTo>
                  <a:pt x="7308973" y="61665"/>
                </a:lnTo>
                <a:lnTo>
                  <a:pt x="7265758" y="35225"/>
                </a:lnTo>
                <a:lnTo>
                  <a:pt x="7219089" y="15895"/>
                </a:lnTo>
                <a:lnTo>
                  <a:pt x="7169837" y="4033"/>
                </a:lnTo>
                <a:lnTo>
                  <a:pt x="7118870" y="0"/>
                </a:lnTo>
                <a:close/>
              </a:path>
            </a:pathLst>
          </a:custGeom>
          <a:solidFill>
            <a:srgbClr val="2F5E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816579" y="1884477"/>
            <a:ext cx="7442834" cy="2436495"/>
          </a:xfrm>
          <a:custGeom>
            <a:avLst/>
            <a:gdLst/>
            <a:ahLst/>
            <a:cxnLst/>
            <a:rect l="l" t="t" r="r" b="b"/>
            <a:pathLst>
              <a:path w="7442834" h="2436495">
                <a:moveTo>
                  <a:pt x="7118870" y="0"/>
                </a:moveTo>
                <a:lnTo>
                  <a:pt x="323849" y="0"/>
                </a:lnTo>
                <a:lnTo>
                  <a:pt x="272884" y="4034"/>
                </a:lnTo>
                <a:lnTo>
                  <a:pt x="223633" y="15898"/>
                </a:lnTo>
                <a:lnTo>
                  <a:pt x="176967" y="35230"/>
                </a:lnTo>
                <a:lnTo>
                  <a:pt x="133751" y="61670"/>
                </a:lnTo>
                <a:lnTo>
                  <a:pt x="94856" y="94856"/>
                </a:lnTo>
                <a:lnTo>
                  <a:pt x="61670" y="133747"/>
                </a:lnTo>
                <a:lnTo>
                  <a:pt x="35230" y="176961"/>
                </a:lnTo>
                <a:lnTo>
                  <a:pt x="15898" y="223630"/>
                </a:lnTo>
                <a:lnTo>
                  <a:pt x="4034" y="272883"/>
                </a:lnTo>
                <a:lnTo>
                  <a:pt x="0" y="323849"/>
                </a:lnTo>
                <a:lnTo>
                  <a:pt x="0" y="2112555"/>
                </a:lnTo>
                <a:lnTo>
                  <a:pt x="4034" y="2163522"/>
                </a:lnTo>
                <a:lnTo>
                  <a:pt x="15898" y="2212775"/>
                </a:lnTo>
                <a:lnTo>
                  <a:pt x="35230" y="2259444"/>
                </a:lnTo>
                <a:lnTo>
                  <a:pt x="61670" y="2302658"/>
                </a:lnTo>
                <a:lnTo>
                  <a:pt x="94856" y="2341549"/>
                </a:lnTo>
                <a:lnTo>
                  <a:pt x="133751" y="2374740"/>
                </a:lnTo>
                <a:lnTo>
                  <a:pt x="176967" y="2401180"/>
                </a:lnTo>
                <a:lnTo>
                  <a:pt x="223633" y="2420510"/>
                </a:lnTo>
                <a:lnTo>
                  <a:pt x="272884" y="2432372"/>
                </a:lnTo>
                <a:lnTo>
                  <a:pt x="323849" y="2436405"/>
                </a:lnTo>
                <a:lnTo>
                  <a:pt x="7118870" y="2436405"/>
                </a:lnTo>
                <a:lnTo>
                  <a:pt x="7169823" y="2432372"/>
                </a:lnTo>
                <a:lnTo>
                  <a:pt x="7219076" y="2420510"/>
                </a:lnTo>
                <a:lnTo>
                  <a:pt x="7265750" y="2401180"/>
                </a:lnTo>
                <a:lnTo>
                  <a:pt x="7308967" y="2374740"/>
                </a:lnTo>
                <a:lnTo>
                  <a:pt x="7347851" y="2341549"/>
                </a:lnTo>
                <a:lnTo>
                  <a:pt x="7381028" y="2302658"/>
                </a:lnTo>
                <a:lnTo>
                  <a:pt x="7407470" y="2259444"/>
                </a:lnTo>
                <a:lnTo>
                  <a:pt x="7426809" y="2212775"/>
                </a:lnTo>
                <a:lnTo>
                  <a:pt x="7438681" y="2163522"/>
                </a:lnTo>
                <a:lnTo>
                  <a:pt x="7442466" y="2115761"/>
                </a:lnTo>
                <a:lnTo>
                  <a:pt x="7442466" y="320644"/>
                </a:lnTo>
                <a:lnTo>
                  <a:pt x="7438681" y="272883"/>
                </a:lnTo>
                <a:lnTo>
                  <a:pt x="7426809" y="223630"/>
                </a:lnTo>
                <a:lnTo>
                  <a:pt x="7407470" y="176961"/>
                </a:lnTo>
                <a:lnTo>
                  <a:pt x="7381028" y="133747"/>
                </a:lnTo>
                <a:lnTo>
                  <a:pt x="7347851" y="94856"/>
                </a:lnTo>
                <a:lnTo>
                  <a:pt x="7308967" y="61670"/>
                </a:lnTo>
                <a:lnTo>
                  <a:pt x="7265750" y="35230"/>
                </a:lnTo>
                <a:lnTo>
                  <a:pt x="7219076" y="15898"/>
                </a:lnTo>
                <a:lnTo>
                  <a:pt x="7169823" y="4034"/>
                </a:lnTo>
                <a:lnTo>
                  <a:pt x="7118870" y="0"/>
                </a:lnTo>
                <a:close/>
              </a:path>
            </a:pathLst>
          </a:custGeom>
          <a:solidFill>
            <a:srgbClr val="2F5E9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422645" y="4520908"/>
            <a:ext cx="7442834" cy="2436495"/>
            <a:chOff x="5422645" y="4520908"/>
            <a:chExt cx="7442834" cy="2436495"/>
          </a:xfrm>
        </p:grpSpPr>
        <p:sp>
          <p:nvSpPr>
            <p:cNvPr id="6" name="object 6"/>
            <p:cNvSpPr/>
            <p:nvPr/>
          </p:nvSpPr>
          <p:spPr>
            <a:xfrm>
              <a:off x="5422645" y="4520908"/>
              <a:ext cx="7442834" cy="2436495"/>
            </a:xfrm>
            <a:custGeom>
              <a:avLst/>
              <a:gdLst/>
              <a:ahLst/>
              <a:cxnLst/>
              <a:rect l="l" t="t" r="r" b="b"/>
              <a:pathLst>
                <a:path w="7442834" h="2436495">
                  <a:moveTo>
                    <a:pt x="7118857" y="0"/>
                  </a:moveTo>
                  <a:lnTo>
                    <a:pt x="323849" y="0"/>
                  </a:lnTo>
                  <a:lnTo>
                    <a:pt x="272882" y="4034"/>
                  </a:lnTo>
                  <a:lnTo>
                    <a:pt x="223629" y="15898"/>
                  </a:lnTo>
                  <a:lnTo>
                    <a:pt x="176958" y="35230"/>
                  </a:lnTo>
                  <a:lnTo>
                    <a:pt x="133740" y="61670"/>
                  </a:lnTo>
                  <a:lnTo>
                    <a:pt x="94843" y="94856"/>
                  </a:lnTo>
                  <a:lnTo>
                    <a:pt x="61659" y="133747"/>
                  </a:lnTo>
                  <a:lnTo>
                    <a:pt x="35222" y="176961"/>
                  </a:lnTo>
                  <a:lnTo>
                    <a:pt x="15894" y="223630"/>
                  </a:lnTo>
                  <a:lnTo>
                    <a:pt x="4033" y="272883"/>
                  </a:lnTo>
                  <a:lnTo>
                    <a:pt x="0" y="323849"/>
                  </a:lnTo>
                  <a:lnTo>
                    <a:pt x="0" y="2112555"/>
                  </a:lnTo>
                  <a:lnTo>
                    <a:pt x="4033" y="2163523"/>
                  </a:lnTo>
                  <a:lnTo>
                    <a:pt x="15894" y="2212776"/>
                  </a:lnTo>
                  <a:lnTo>
                    <a:pt x="35222" y="2259447"/>
                  </a:lnTo>
                  <a:lnTo>
                    <a:pt x="61659" y="2302665"/>
                  </a:lnTo>
                  <a:lnTo>
                    <a:pt x="94843" y="2341562"/>
                  </a:lnTo>
                  <a:lnTo>
                    <a:pt x="133740" y="2374746"/>
                  </a:lnTo>
                  <a:lnTo>
                    <a:pt x="176958" y="2401183"/>
                  </a:lnTo>
                  <a:lnTo>
                    <a:pt x="223629" y="2420511"/>
                  </a:lnTo>
                  <a:lnTo>
                    <a:pt x="272882" y="2432372"/>
                  </a:lnTo>
                  <a:lnTo>
                    <a:pt x="323849" y="2436405"/>
                  </a:lnTo>
                  <a:lnTo>
                    <a:pt x="7118857" y="2436405"/>
                  </a:lnTo>
                  <a:lnTo>
                    <a:pt x="7169825" y="2432372"/>
                  </a:lnTo>
                  <a:lnTo>
                    <a:pt x="7219080" y="2420511"/>
                  </a:lnTo>
                  <a:lnTo>
                    <a:pt x="7265748" y="2401183"/>
                  </a:lnTo>
                  <a:lnTo>
                    <a:pt x="7308958" y="2374746"/>
                  </a:lnTo>
                  <a:lnTo>
                    <a:pt x="7347838" y="2341562"/>
                  </a:lnTo>
                  <a:lnTo>
                    <a:pt x="7381016" y="2302665"/>
                  </a:lnTo>
                  <a:lnTo>
                    <a:pt x="7407457" y="2259447"/>
                  </a:lnTo>
                  <a:lnTo>
                    <a:pt x="7426797" y="2212776"/>
                  </a:lnTo>
                  <a:lnTo>
                    <a:pt x="7438669" y="2163523"/>
                  </a:lnTo>
                  <a:lnTo>
                    <a:pt x="7442466" y="2115601"/>
                  </a:lnTo>
                  <a:lnTo>
                    <a:pt x="7442466" y="320804"/>
                  </a:lnTo>
                  <a:lnTo>
                    <a:pt x="7438669" y="272883"/>
                  </a:lnTo>
                  <a:lnTo>
                    <a:pt x="7426797" y="223630"/>
                  </a:lnTo>
                  <a:lnTo>
                    <a:pt x="7407457" y="176961"/>
                  </a:lnTo>
                  <a:lnTo>
                    <a:pt x="7381016" y="133747"/>
                  </a:lnTo>
                  <a:lnTo>
                    <a:pt x="7347838" y="94856"/>
                  </a:lnTo>
                  <a:lnTo>
                    <a:pt x="7308958" y="61670"/>
                  </a:lnTo>
                  <a:lnTo>
                    <a:pt x="7265748" y="35230"/>
                  </a:lnTo>
                  <a:lnTo>
                    <a:pt x="7219080" y="15898"/>
                  </a:lnTo>
                  <a:lnTo>
                    <a:pt x="7169825" y="4034"/>
                  </a:lnTo>
                  <a:lnTo>
                    <a:pt x="7118857" y="0"/>
                  </a:lnTo>
                  <a:close/>
                </a:path>
              </a:pathLst>
            </a:custGeom>
            <a:solidFill>
              <a:srgbClr val="2F5E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40959" y="5359666"/>
              <a:ext cx="100761" cy="10076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40959" y="5846673"/>
              <a:ext cx="100761" cy="10076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40959" y="6333680"/>
              <a:ext cx="100761" cy="100761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1028699" y="7157349"/>
            <a:ext cx="7589520" cy="2355215"/>
            <a:chOff x="1028699" y="7157349"/>
            <a:chExt cx="7589520" cy="2355215"/>
          </a:xfrm>
        </p:grpSpPr>
        <p:sp>
          <p:nvSpPr>
            <p:cNvPr id="11" name="object 11"/>
            <p:cNvSpPr/>
            <p:nvPr/>
          </p:nvSpPr>
          <p:spPr>
            <a:xfrm>
              <a:off x="1028699" y="7157349"/>
              <a:ext cx="7589520" cy="2355215"/>
            </a:xfrm>
            <a:custGeom>
              <a:avLst/>
              <a:gdLst/>
              <a:ahLst/>
              <a:cxnLst/>
              <a:rect l="l" t="t" r="r" b="b"/>
              <a:pathLst>
                <a:path w="7589520" h="2355215">
                  <a:moveTo>
                    <a:pt x="7269263" y="0"/>
                  </a:moveTo>
                  <a:lnTo>
                    <a:pt x="323849" y="0"/>
                  </a:lnTo>
                  <a:lnTo>
                    <a:pt x="272883" y="4024"/>
                  </a:lnTo>
                  <a:lnTo>
                    <a:pt x="223629" y="15888"/>
                  </a:lnTo>
                  <a:lnTo>
                    <a:pt x="176960" y="35220"/>
                  </a:lnTo>
                  <a:lnTo>
                    <a:pt x="133744" y="61660"/>
                  </a:lnTo>
                  <a:lnTo>
                    <a:pt x="94853" y="94846"/>
                  </a:lnTo>
                  <a:lnTo>
                    <a:pt x="61667" y="133736"/>
                  </a:lnTo>
                  <a:lnTo>
                    <a:pt x="35228" y="176951"/>
                  </a:lnTo>
                  <a:lnTo>
                    <a:pt x="15897" y="223620"/>
                  </a:lnTo>
                  <a:lnTo>
                    <a:pt x="4034" y="272872"/>
                  </a:lnTo>
                  <a:lnTo>
                    <a:pt x="0" y="323839"/>
                  </a:lnTo>
                  <a:lnTo>
                    <a:pt x="0" y="2031110"/>
                  </a:lnTo>
                  <a:lnTo>
                    <a:pt x="4034" y="2082077"/>
                  </a:lnTo>
                  <a:lnTo>
                    <a:pt x="15897" y="2131329"/>
                  </a:lnTo>
                  <a:lnTo>
                    <a:pt x="35228" y="2177998"/>
                  </a:lnTo>
                  <a:lnTo>
                    <a:pt x="61667" y="2221214"/>
                  </a:lnTo>
                  <a:lnTo>
                    <a:pt x="94853" y="2260107"/>
                  </a:lnTo>
                  <a:lnTo>
                    <a:pt x="133744" y="2293293"/>
                  </a:lnTo>
                  <a:lnTo>
                    <a:pt x="176960" y="2319732"/>
                  </a:lnTo>
                  <a:lnTo>
                    <a:pt x="223629" y="2339063"/>
                  </a:lnTo>
                  <a:lnTo>
                    <a:pt x="272883" y="2350926"/>
                  </a:lnTo>
                  <a:lnTo>
                    <a:pt x="323849" y="2354960"/>
                  </a:lnTo>
                  <a:lnTo>
                    <a:pt x="7269263" y="2354960"/>
                  </a:lnTo>
                  <a:lnTo>
                    <a:pt x="7320230" y="2350926"/>
                  </a:lnTo>
                  <a:lnTo>
                    <a:pt x="7369483" y="2339063"/>
                  </a:lnTo>
                  <a:lnTo>
                    <a:pt x="7416152" y="2319732"/>
                  </a:lnTo>
                  <a:lnTo>
                    <a:pt x="7459366" y="2293293"/>
                  </a:lnTo>
                  <a:lnTo>
                    <a:pt x="7498257" y="2260107"/>
                  </a:lnTo>
                  <a:lnTo>
                    <a:pt x="7531443" y="2221214"/>
                  </a:lnTo>
                  <a:lnTo>
                    <a:pt x="7557882" y="2177998"/>
                  </a:lnTo>
                  <a:lnTo>
                    <a:pt x="7577214" y="2131329"/>
                  </a:lnTo>
                  <a:lnTo>
                    <a:pt x="7589078" y="2082077"/>
                  </a:lnTo>
                  <a:lnTo>
                    <a:pt x="7589252" y="2079878"/>
                  </a:lnTo>
                  <a:lnTo>
                    <a:pt x="7589252" y="275071"/>
                  </a:lnTo>
                  <a:lnTo>
                    <a:pt x="7577214" y="223620"/>
                  </a:lnTo>
                  <a:lnTo>
                    <a:pt x="7557882" y="176951"/>
                  </a:lnTo>
                  <a:lnTo>
                    <a:pt x="7531443" y="133736"/>
                  </a:lnTo>
                  <a:lnTo>
                    <a:pt x="7498257" y="94846"/>
                  </a:lnTo>
                  <a:lnTo>
                    <a:pt x="7459366" y="61660"/>
                  </a:lnTo>
                  <a:lnTo>
                    <a:pt x="7416152" y="35220"/>
                  </a:lnTo>
                  <a:lnTo>
                    <a:pt x="7369483" y="15888"/>
                  </a:lnTo>
                  <a:lnTo>
                    <a:pt x="7320230" y="4024"/>
                  </a:lnTo>
                  <a:lnTo>
                    <a:pt x="7269263" y="0"/>
                  </a:lnTo>
                  <a:close/>
                </a:path>
              </a:pathLst>
            </a:custGeom>
            <a:solidFill>
              <a:srgbClr val="2F5E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45564" y="7818564"/>
              <a:ext cx="98336" cy="9833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45564" y="8769133"/>
              <a:ext cx="98336" cy="98336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9816579" y="7158039"/>
            <a:ext cx="7438390" cy="2505710"/>
            <a:chOff x="9816579" y="7158039"/>
            <a:chExt cx="7438390" cy="2505710"/>
          </a:xfrm>
        </p:grpSpPr>
        <p:sp>
          <p:nvSpPr>
            <p:cNvPr id="15" name="object 15"/>
            <p:cNvSpPr/>
            <p:nvPr/>
          </p:nvSpPr>
          <p:spPr>
            <a:xfrm>
              <a:off x="9816579" y="7158039"/>
              <a:ext cx="7438390" cy="2505710"/>
            </a:xfrm>
            <a:custGeom>
              <a:avLst/>
              <a:gdLst/>
              <a:ahLst/>
              <a:cxnLst/>
              <a:rect l="l" t="t" r="r" b="b"/>
              <a:pathLst>
                <a:path w="7438390" h="2505709">
                  <a:moveTo>
                    <a:pt x="7118870" y="0"/>
                  </a:moveTo>
                  <a:lnTo>
                    <a:pt x="323849" y="0"/>
                  </a:lnTo>
                  <a:lnTo>
                    <a:pt x="272884" y="4032"/>
                  </a:lnTo>
                  <a:lnTo>
                    <a:pt x="223633" y="15896"/>
                  </a:lnTo>
                  <a:lnTo>
                    <a:pt x="176967" y="35228"/>
                  </a:lnTo>
                  <a:lnTo>
                    <a:pt x="133751" y="61667"/>
                  </a:lnTo>
                  <a:lnTo>
                    <a:pt x="94856" y="94853"/>
                  </a:lnTo>
                  <a:lnTo>
                    <a:pt x="61670" y="133744"/>
                  </a:lnTo>
                  <a:lnTo>
                    <a:pt x="35230" y="176959"/>
                  </a:lnTo>
                  <a:lnTo>
                    <a:pt x="15898" y="223627"/>
                  </a:lnTo>
                  <a:lnTo>
                    <a:pt x="4034" y="272880"/>
                  </a:lnTo>
                  <a:lnTo>
                    <a:pt x="0" y="323847"/>
                  </a:lnTo>
                  <a:lnTo>
                    <a:pt x="0" y="2181643"/>
                  </a:lnTo>
                  <a:lnTo>
                    <a:pt x="4034" y="2232612"/>
                  </a:lnTo>
                  <a:lnTo>
                    <a:pt x="15898" y="2281866"/>
                  </a:lnTo>
                  <a:lnTo>
                    <a:pt x="35230" y="2328535"/>
                  </a:lnTo>
                  <a:lnTo>
                    <a:pt x="61670" y="2371750"/>
                  </a:lnTo>
                  <a:lnTo>
                    <a:pt x="94856" y="2410641"/>
                  </a:lnTo>
                  <a:lnTo>
                    <a:pt x="133751" y="2443828"/>
                  </a:lnTo>
                  <a:lnTo>
                    <a:pt x="176967" y="2470267"/>
                  </a:lnTo>
                  <a:lnTo>
                    <a:pt x="223633" y="2489598"/>
                  </a:lnTo>
                  <a:lnTo>
                    <a:pt x="272884" y="2501460"/>
                  </a:lnTo>
                  <a:lnTo>
                    <a:pt x="323849" y="2505493"/>
                  </a:lnTo>
                  <a:lnTo>
                    <a:pt x="7118870" y="2505493"/>
                  </a:lnTo>
                  <a:lnTo>
                    <a:pt x="7169823" y="2501460"/>
                  </a:lnTo>
                  <a:lnTo>
                    <a:pt x="7219076" y="2489598"/>
                  </a:lnTo>
                  <a:lnTo>
                    <a:pt x="7265750" y="2470267"/>
                  </a:lnTo>
                  <a:lnTo>
                    <a:pt x="7308967" y="2443828"/>
                  </a:lnTo>
                  <a:lnTo>
                    <a:pt x="7347851" y="2410641"/>
                  </a:lnTo>
                  <a:lnTo>
                    <a:pt x="7381028" y="2371750"/>
                  </a:lnTo>
                  <a:lnTo>
                    <a:pt x="7407470" y="2328535"/>
                  </a:lnTo>
                  <a:lnTo>
                    <a:pt x="7426809" y="2281866"/>
                  </a:lnTo>
                  <a:lnTo>
                    <a:pt x="7438186" y="2234667"/>
                  </a:lnTo>
                  <a:lnTo>
                    <a:pt x="7438186" y="270825"/>
                  </a:lnTo>
                  <a:lnTo>
                    <a:pt x="7426809" y="223627"/>
                  </a:lnTo>
                  <a:lnTo>
                    <a:pt x="7407470" y="176959"/>
                  </a:lnTo>
                  <a:lnTo>
                    <a:pt x="7381028" y="133744"/>
                  </a:lnTo>
                  <a:lnTo>
                    <a:pt x="7347851" y="94853"/>
                  </a:lnTo>
                  <a:lnTo>
                    <a:pt x="7308967" y="61667"/>
                  </a:lnTo>
                  <a:lnTo>
                    <a:pt x="7265750" y="35228"/>
                  </a:lnTo>
                  <a:lnTo>
                    <a:pt x="7219076" y="15896"/>
                  </a:lnTo>
                  <a:lnTo>
                    <a:pt x="7169823" y="4032"/>
                  </a:lnTo>
                  <a:lnTo>
                    <a:pt x="7118870" y="0"/>
                  </a:lnTo>
                  <a:close/>
                </a:path>
              </a:pathLst>
            </a:custGeom>
            <a:solidFill>
              <a:srgbClr val="2F5E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64229" y="8010981"/>
              <a:ext cx="114300" cy="1143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064229" y="8563431"/>
              <a:ext cx="114300" cy="1143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016000" y="2071687"/>
            <a:ext cx="3937000" cy="3545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ar-EG" sz="2000" b="1" spc="-65" dirty="0">
                <a:solidFill>
                  <a:srgbClr val="F5F9FF"/>
                </a:solidFill>
                <a:latin typeface="Arial Black"/>
                <a:cs typeface="Arial Black"/>
              </a:rPr>
              <a:t>   </a:t>
            </a:r>
            <a:r>
              <a:rPr sz="2200" b="1" spc="80" dirty="0">
                <a:solidFill>
                  <a:srgbClr val="F5F9FF"/>
                </a:solidFill>
                <a:latin typeface="Trebuchet MS"/>
              </a:rPr>
              <a:t>Profitability</a:t>
            </a:r>
            <a:r>
              <a:rPr sz="2000" b="1" spc="-105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200" b="1" spc="80" dirty="0">
                <a:solidFill>
                  <a:srgbClr val="F5F9FF"/>
                </a:solidFill>
                <a:latin typeface="Trebuchet MS"/>
              </a:rPr>
              <a:t>Insights</a:t>
            </a:r>
          </a:p>
        </p:txBody>
      </p:sp>
      <p:grpSp>
        <p:nvGrpSpPr>
          <p:cNvPr id="19" name="object 19"/>
          <p:cNvGrpSpPr/>
          <p:nvPr/>
        </p:nvGrpSpPr>
        <p:grpSpPr>
          <a:xfrm>
            <a:off x="1219200" y="2655887"/>
            <a:ext cx="95250" cy="990600"/>
            <a:chOff x="1219200" y="2655887"/>
            <a:chExt cx="95250" cy="990600"/>
          </a:xfrm>
        </p:grpSpPr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19200" y="2655887"/>
              <a:ext cx="95250" cy="9525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19200" y="3551237"/>
              <a:ext cx="95250" cy="9525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453261" y="2380297"/>
            <a:ext cx="6694170" cy="1816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6900"/>
              </a:lnSpc>
              <a:spcBef>
                <a:spcPts val="95"/>
              </a:spcBef>
            </a:pPr>
            <a:r>
              <a:rPr sz="2000" spc="90" dirty="0">
                <a:solidFill>
                  <a:srgbClr val="F5F9FF"/>
                </a:solidFill>
                <a:latin typeface="Trebuchet MS"/>
                <a:cs typeface="Trebuchet MS"/>
              </a:rPr>
              <a:t>A</a:t>
            </a:r>
            <a:r>
              <a:rPr sz="2000" spc="-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spc="50" dirty="0">
                <a:solidFill>
                  <a:srgbClr val="F5F9FF"/>
                </a:solidFill>
                <a:latin typeface="Trebuchet MS"/>
                <a:cs typeface="Trebuchet MS"/>
              </a:rPr>
              <a:t>small</a:t>
            </a:r>
            <a:r>
              <a:rPr sz="2000" spc="-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spc="110" dirty="0">
                <a:solidFill>
                  <a:srgbClr val="F5F9FF"/>
                </a:solidFill>
                <a:latin typeface="Trebuchet MS"/>
                <a:cs typeface="Trebuchet MS"/>
              </a:rPr>
              <a:t>group</a:t>
            </a:r>
            <a:r>
              <a:rPr sz="2000" spc="-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5F9FF"/>
                </a:solidFill>
                <a:latin typeface="Trebuchet MS"/>
                <a:cs typeface="Trebuchet MS"/>
              </a:rPr>
              <a:t>of</a:t>
            </a:r>
            <a:r>
              <a:rPr sz="2000" spc="-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spc="75" dirty="0">
                <a:solidFill>
                  <a:srgbClr val="F5F9FF"/>
                </a:solidFill>
                <a:latin typeface="Trebuchet MS"/>
                <a:cs typeface="Trebuchet MS"/>
              </a:rPr>
              <a:t>products</a:t>
            </a:r>
            <a:r>
              <a:rPr sz="2000" spc="-2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spc="55" dirty="0">
                <a:solidFill>
                  <a:srgbClr val="F5F9FF"/>
                </a:solidFill>
                <a:latin typeface="Trebuchet MS"/>
                <a:cs typeface="Trebuchet MS"/>
              </a:rPr>
              <a:t>contributes</a:t>
            </a:r>
            <a:r>
              <a:rPr sz="2000" spc="-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5F9FF"/>
                </a:solidFill>
                <a:latin typeface="Trebuchet MS"/>
                <a:cs typeface="Trebuchet MS"/>
              </a:rPr>
              <a:t>to</a:t>
            </a:r>
            <a:r>
              <a:rPr sz="2000" spc="-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5F9FF"/>
                </a:solidFill>
                <a:latin typeface="Trebuchet MS"/>
                <a:cs typeface="Trebuchet MS"/>
              </a:rPr>
              <a:t>the</a:t>
            </a:r>
            <a:r>
              <a:rPr sz="2000" spc="-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5F9FF"/>
                </a:solidFill>
                <a:latin typeface="Trebuchet MS"/>
                <a:cs typeface="Trebuchet MS"/>
              </a:rPr>
              <a:t>majority</a:t>
            </a:r>
            <a:r>
              <a:rPr sz="2000" spc="-2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rgbClr val="F5F9FF"/>
                </a:solidFill>
                <a:latin typeface="Trebuchet MS"/>
                <a:cs typeface="Trebuchet MS"/>
              </a:rPr>
              <a:t>of </a:t>
            </a:r>
            <a:r>
              <a:rPr sz="2000" dirty="0">
                <a:solidFill>
                  <a:srgbClr val="F5F9FF"/>
                </a:solidFill>
                <a:latin typeface="Trebuchet MS"/>
                <a:cs typeface="Trebuchet MS"/>
              </a:rPr>
              <a:t>profit</a:t>
            </a:r>
            <a:r>
              <a:rPr sz="2000" spc="4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5F9FF"/>
                </a:solidFill>
                <a:latin typeface="Trebuchet MS"/>
                <a:cs typeface="Trebuchet MS"/>
              </a:rPr>
              <a:t>(Pareto</a:t>
            </a:r>
            <a:r>
              <a:rPr sz="2000" spc="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5F9FF"/>
                </a:solidFill>
                <a:latin typeface="Trebuchet MS"/>
                <a:cs typeface="Trebuchet MS"/>
              </a:rPr>
              <a:t>effect)</a:t>
            </a:r>
            <a:endParaRPr sz="2000">
              <a:latin typeface="Trebuchet MS"/>
              <a:cs typeface="Trebuchet MS"/>
            </a:endParaRPr>
          </a:p>
          <a:p>
            <a:pPr marL="12700" marR="952500">
              <a:lnSpc>
                <a:spcPct val="146900"/>
              </a:lnSpc>
            </a:pPr>
            <a:r>
              <a:rPr sz="2000" spc="130" dirty="0">
                <a:solidFill>
                  <a:srgbClr val="F5F9FF"/>
                </a:solidFill>
                <a:latin typeface="Trebuchet MS"/>
                <a:cs typeface="Trebuchet MS"/>
              </a:rPr>
              <a:t>Some</a:t>
            </a:r>
            <a:r>
              <a:rPr sz="2000" spc="-4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spc="50" dirty="0">
                <a:solidFill>
                  <a:srgbClr val="F5F9FF"/>
                </a:solidFill>
                <a:latin typeface="Trebuchet MS"/>
                <a:cs typeface="Trebuchet MS"/>
              </a:rPr>
              <a:t>high-sales</a:t>
            </a:r>
            <a:r>
              <a:rPr sz="2000" spc="-4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spc="75" dirty="0">
                <a:solidFill>
                  <a:srgbClr val="F5F9FF"/>
                </a:solidFill>
                <a:latin typeface="Trebuchet MS"/>
                <a:cs typeface="Trebuchet MS"/>
              </a:rPr>
              <a:t>products</a:t>
            </a:r>
            <a:r>
              <a:rPr sz="2000" spc="-4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spc="70" dirty="0">
                <a:solidFill>
                  <a:srgbClr val="F5F9FF"/>
                </a:solidFill>
                <a:latin typeface="Trebuchet MS"/>
                <a:cs typeface="Trebuchet MS"/>
              </a:rPr>
              <a:t>have</a:t>
            </a:r>
            <a:r>
              <a:rPr sz="2000" spc="-4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5F9FF"/>
                </a:solidFill>
                <a:latin typeface="Trebuchet MS"/>
                <a:cs typeface="Trebuchet MS"/>
              </a:rPr>
              <a:t>low</a:t>
            </a:r>
            <a:r>
              <a:rPr sz="2000" spc="-4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5F9FF"/>
                </a:solidFill>
                <a:latin typeface="Trebuchet MS"/>
                <a:cs typeface="Trebuchet MS"/>
              </a:rPr>
              <a:t>profitability, </a:t>
            </a:r>
            <a:r>
              <a:rPr sz="2000" dirty="0">
                <a:solidFill>
                  <a:srgbClr val="F5F9FF"/>
                </a:solidFill>
                <a:latin typeface="Trebuchet MS"/>
                <a:cs typeface="Trebuchet MS"/>
              </a:rPr>
              <a:t>indicating</a:t>
            </a:r>
            <a:r>
              <a:rPr sz="2000" spc="9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5F9FF"/>
                </a:solidFill>
                <a:latin typeface="Trebuchet MS"/>
                <a:cs typeface="Trebuchet MS"/>
              </a:rPr>
              <a:t>pricing</a:t>
            </a:r>
            <a:r>
              <a:rPr sz="2000" spc="90" dirty="0">
                <a:solidFill>
                  <a:srgbClr val="F5F9FF"/>
                </a:solidFill>
                <a:latin typeface="Trebuchet MS"/>
                <a:cs typeface="Trebuchet MS"/>
              </a:rPr>
              <a:t> or </a:t>
            </a:r>
            <a:r>
              <a:rPr sz="2000" dirty="0">
                <a:solidFill>
                  <a:srgbClr val="F5F9FF"/>
                </a:solidFill>
                <a:latin typeface="Trebuchet MS"/>
                <a:cs typeface="Trebuchet MS"/>
              </a:rPr>
              <a:t>cost</a:t>
            </a:r>
            <a:r>
              <a:rPr sz="2000" spc="9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spc="85" dirty="0">
                <a:solidFill>
                  <a:srgbClr val="F5F9FF"/>
                </a:solidFill>
                <a:latin typeface="Trebuchet MS"/>
                <a:cs typeface="Trebuchet MS"/>
              </a:rPr>
              <a:t>issues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803879" y="2050129"/>
            <a:ext cx="3607321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b="1" spc="229" dirty="0">
                <a:solidFill>
                  <a:srgbClr val="F5F9FF"/>
                </a:solidFill>
                <a:latin typeface="Times New Roman"/>
                <a:cs typeface="Times New Roman"/>
              </a:rPr>
              <a:t> </a:t>
            </a:r>
            <a:r>
              <a:rPr lang="ar-EG" sz="1250" b="1" spc="229" dirty="0">
                <a:solidFill>
                  <a:srgbClr val="F5F9FF"/>
                </a:solidFill>
                <a:latin typeface="Times New Roman"/>
                <a:cs typeface="Times New Roman"/>
              </a:rPr>
              <a:t>  </a:t>
            </a:r>
            <a:r>
              <a:rPr sz="2200" b="1" spc="50" dirty="0">
                <a:solidFill>
                  <a:srgbClr val="F5F9FF"/>
                </a:solidFill>
                <a:latin typeface="Trebuchet MS"/>
              </a:rPr>
              <a:t>Supplier</a:t>
            </a:r>
            <a:r>
              <a:rPr sz="2050" b="1" spc="-7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b="1" spc="50" dirty="0">
                <a:solidFill>
                  <a:srgbClr val="F5F9FF"/>
                </a:solidFill>
                <a:latin typeface="Trebuchet MS"/>
              </a:rPr>
              <a:t>Insights</a:t>
            </a:r>
          </a:p>
        </p:txBody>
      </p:sp>
      <p:grpSp>
        <p:nvGrpSpPr>
          <p:cNvPr id="24" name="object 24"/>
          <p:cNvGrpSpPr/>
          <p:nvPr/>
        </p:nvGrpSpPr>
        <p:grpSpPr>
          <a:xfrm>
            <a:off x="10016604" y="2651188"/>
            <a:ext cx="95250" cy="1009650"/>
            <a:chOff x="10016604" y="2651188"/>
            <a:chExt cx="95250" cy="1009650"/>
          </a:xfrm>
        </p:grpSpPr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016604" y="2651188"/>
              <a:ext cx="95250" cy="952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16604" y="3565588"/>
              <a:ext cx="95250" cy="9525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0253636" y="2367540"/>
            <a:ext cx="6631940" cy="185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15">
              <a:lnSpc>
                <a:spcPct val="146300"/>
              </a:lnSpc>
              <a:spcBef>
                <a:spcPts val="95"/>
              </a:spcBef>
            </a:pPr>
            <a:r>
              <a:rPr sz="2050" dirty="0">
                <a:solidFill>
                  <a:srgbClr val="F5F9FF"/>
                </a:solidFill>
                <a:latin typeface="Trebuchet MS"/>
                <a:cs typeface="Trebuchet MS"/>
              </a:rPr>
              <a:t>Certain</a:t>
            </a:r>
            <a:r>
              <a:rPr sz="2050" spc="9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50" spc="70" dirty="0">
                <a:solidFill>
                  <a:srgbClr val="F5F9FF"/>
                </a:solidFill>
                <a:latin typeface="Trebuchet MS"/>
                <a:cs typeface="Trebuchet MS"/>
              </a:rPr>
              <a:t>suppliers</a:t>
            </a:r>
            <a:r>
              <a:rPr sz="2050" spc="10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50" dirty="0">
                <a:solidFill>
                  <a:srgbClr val="F5F9FF"/>
                </a:solidFill>
                <a:latin typeface="Trebuchet MS"/>
                <a:cs typeface="Trebuchet MS"/>
              </a:rPr>
              <a:t>consistently</a:t>
            </a:r>
            <a:r>
              <a:rPr sz="2050" spc="10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50" spc="80" dirty="0">
                <a:solidFill>
                  <a:srgbClr val="F5F9FF"/>
                </a:solidFill>
                <a:latin typeface="Trebuchet MS"/>
                <a:cs typeface="Trebuchet MS"/>
              </a:rPr>
              <a:t>cause</a:t>
            </a:r>
            <a:r>
              <a:rPr sz="2050" spc="10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50" dirty="0">
                <a:solidFill>
                  <a:srgbClr val="F5F9FF"/>
                </a:solidFill>
                <a:latin typeface="Trebuchet MS"/>
                <a:cs typeface="Trebuchet MS"/>
              </a:rPr>
              <a:t>delays,</a:t>
            </a:r>
            <a:r>
              <a:rPr sz="2050" spc="10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50" spc="35" dirty="0">
                <a:solidFill>
                  <a:srgbClr val="F5F9FF"/>
                </a:solidFill>
                <a:latin typeface="Trebuchet MS"/>
                <a:cs typeface="Trebuchet MS"/>
              </a:rPr>
              <a:t>impacting </a:t>
            </a:r>
            <a:r>
              <a:rPr sz="2050" dirty="0">
                <a:solidFill>
                  <a:srgbClr val="F5F9FF"/>
                </a:solidFill>
                <a:latin typeface="Trebuchet MS"/>
                <a:cs typeface="Trebuchet MS"/>
              </a:rPr>
              <a:t>delivery</a:t>
            </a:r>
            <a:r>
              <a:rPr sz="2050" spc="10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50" spc="60" dirty="0">
                <a:solidFill>
                  <a:srgbClr val="F5F9FF"/>
                </a:solidFill>
                <a:latin typeface="Trebuchet MS"/>
                <a:cs typeface="Trebuchet MS"/>
              </a:rPr>
              <a:t>performance</a:t>
            </a:r>
            <a:endParaRPr sz="2050">
              <a:latin typeface="Trebuchet MS"/>
              <a:cs typeface="Trebuchet MS"/>
            </a:endParaRPr>
          </a:p>
          <a:p>
            <a:pPr marL="12700" marR="5080">
              <a:lnSpc>
                <a:spcPct val="146300"/>
              </a:lnSpc>
            </a:pPr>
            <a:r>
              <a:rPr sz="2050" spc="75" dirty="0">
                <a:solidFill>
                  <a:srgbClr val="F5F9FF"/>
                </a:solidFill>
                <a:latin typeface="Trebuchet MS"/>
                <a:cs typeface="Trebuchet MS"/>
              </a:rPr>
              <a:t>Cost</a:t>
            </a:r>
            <a:r>
              <a:rPr sz="2050" spc="4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50" dirty="0">
                <a:solidFill>
                  <a:srgbClr val="F5F9FF"/>
                </a:solidFill>
                <a:latin typeface="Trebuchet MS"/>
                <a:cs typeface="Trebuchet MS"/>
              </a:rPr>
              <a:t>differences</a:t>
            </a:r>
            <a:r>
              <a:rPr sz="2050" spc="4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50" spc="60" dirty="0">
                <a:solidFill>
                  <a:srgbClr val="F5F9FF"/>
                </a:solidFill>
                <a:latin typeface="Trebuchet MS"/>
                <a:cs typeface="Trebuchet MS"/>
              </a:rPr>
              <a:t>between</a:t>
            </a:r>
            <a:r>
              <a:rPr sz="2050" spc="4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50" spc="70" dirty="0">
                <a:solidFill>
                  <a:srgbClr val="F5F9FF"/>
                </a:solidFill>
                <a:latin typeface="Trebuchet MS"/>
                <a:cs typeface="Trebuchet MS"/>
              </a:rPr>
              <a:t>suppliers</a:t>
            </a:r>
            <a:r>
              <a:rPr sz="2050" spc="4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50" dirty="0">
                <a:solidFill>
                  <a:srgbClr val="F5F9FF"/>
                </a:solidFill>
                <a:latin typeface="Trebuchet MS"/>
                <a:cs typeface="Trebuchet MS"/>
              </a:rPr>
              <a:t>significantly</a:t>
            </a:r>
            <a:r>
              <a:rPr sz="2050" spc="4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50" spc="-10" dirty="0">
                <a:solidFill>
                  <a:srgbClr val="F5F9FF"/>
                </a:solidFill>
                <a:latin typeface="Trebuchet MS"/>
                <a:cs typeface="Trebuchet MS"/>
              </a:rPr>
              <a:t>affect </a:t>
            </a:r>
            <a:r>
              <a:rPr sz="2050" spc="80" dirty="0">
                <a:solidFill>
                  <a:srgbClr val="F5F9FF"/>
                </a:solidFill>
                <a:latin typeface="Trebuchet MS"/>
                <a:cs typeface="Trebuchet MS"/>
              </a:rPr>
              <a:t>margins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09946" y="4580068"/>
            <a:ext cx="7108190" cy="1973580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1300" b="1" spc="260" dirty="0">
                <a:solidFill>
                  <a:srgbClr val="F5F9FF"/>
                </a:solidFill>
                <a:latin typeface="Times New Roman"/>
                <a:cs typeface="Times New Roman"/>
              </a:rPr>
              <a:t> </a:t>
            </a:r>
            <a:r>
              <a:rPr lang="ar-EG" sz="1300" b="1" spc="260" dirty="0">
                <a:solidFill>
                  <a:srgbClr val="F5F9FF"/>
                </a:solidFill>
                <a:latin typeface="Times New Roman"/>
                <a:cs typeface="Times New Roman"/>
              </a:rPr>
              <a:t>  </a:t>
            </a:r>
            <a:r>
              <a:rPr sz="2200" b="1" spc="50" dirty="0">
                <a:solidFill>
                  <a:srgbClr val="F5F9FF"/>
                </a:solidFill>
                <a:latin typeface="Trebuchet MS"/>
              </a:rPr>
              <a:t>Customer</a:t>
            </a:r>
            <a:r>
              <a:rPr sz="2200" b="1" spc="-8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b="1" spc="50" dirty="0">
                <a:solidFill>
                  <a:srgbClr val="F5F9FF"/>
                </a:solidFill>
                <a:latin typeface="Trebuchet MS"/>
              </a:rPr>
              <a:t>Insights</a:t>
            </a:r>
          </a:p>
          <a:p>
            <a:pPr marL="488315" marR="5080">
              <a:lnSpc>
                <a:spcPts val="3829"/>
              </a:lnSpc>
              <a:spcBef>
                <a:spcPts val="135"/>
              </a:spcBef>
            </a:pPr>
            <a:r>
              <a:rPr sz="2200" spc="90" dirty="0">
                <a:solidFill>
                  <a:srgbClr val="F5F9FF"/>
                </a:solidFill>
                <a:latin typeface="Trebuchet MS"/>
                <a:cs typeface="Trebuchet MS"/>
              </a:rPr>
              <a:t>A</a:t>
            </a:r>
            <a:r>
              <a:rPr sz="22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5F9FF"/>
                </a:solidFill>
                <a:latin typeface="Trebuchet MS"/>
                <a:cs typeface="Trebuchet MS"/>
              </a:rPr>
              <a:t>few</a:t>
            </a:r>
            <a:r>
              <a:rPr sz="22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70" dirty="0">
                <a:solidFill>
                  <a:srgbClr val="F5F9FF"/>
                </a:solidFill>
                <a:latin typeface="Trebuchet MS"/>
                <a:cs typeface="Trebuchet MS"/>
              </a:rPr>
              <a:t>customer</a:t>
            </a:r>
            <a:r>
              <a:rPr sz="2200" spc="-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85" dirty="0">
                <a:solidFill>
                  <a:srgbClr val="F5F9FF"/>
                </a:solidFill>
                <a:latin typeface="Trebuchet MS"/>
                <a:cs typeface="Trebuchet MS"/>
              </a:rPr>
              <a:t>segments</a:t>
            </a:r>
            <a:r>
              <a:rPr sz="22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5F9FF"/>
                </a:solidFill>
                <a:latin typeface="Trebuchet MS"/>
                <a:cs typeface="Trebuchet MS"/>
              </a:rPr>
              <a:t>drive</a:t>
            </a:r>
            <a:r>
              <a:rPr sz="22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95" dirty="0">
                <a:solidFill>
                  <a:srgbClr val="F5F9FF"/>
                </a:solidFill>
                <a:latin typeface="Trebuchet MS"/>
                <a:cs typeface="Trebuchet MS"/>
              </a:rPr>
              <a:t>most</a:t>
            </a:r>
            <a:r>
              <a:rPr sz="2200" spc="-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50" dirty="0">
                <a:solidFill>
                  <a:srgbClr val="F5F9FF"/>
                </a:solidFill>
                <a:latin typeface="Trebuchet MS"/>
                <a:cs typeface="Trebuchet MS"/>
              </a:rPr>
              <a:t>revenue </a:t>
            </a:r>
            <a:r>
              <a:rPr sz="2200" dirty="0">
                <a:solidFill>
                  <a:srgbClr val="F5F9FF"/>
                </a:solidFill>
                <a:latin typeface="Trebuchet MS"/>
                <a:cs typeface="Trebuchet MS"/>
              </a:rPr>
              <a:t>Clear</a:t>
            </a:r>
            <a:r>
              <a:rPr sz="2200" spc="-4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80" dirty="0">
                <a:solidFill>
                  <a:srgbClr val="F5F9FF"/>
                </a:solidFill>
                <a:latin typeface="Trebuchet MS"/>
                <a:cs typeface="Trebuchet MS"/>
              </a:rPr>
              <a:t>seasonal</a:t>
            </a:r>
            <a:r>
              <a:rPr sz="2200" spc="-3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85" dirty="0">
                <a:solidFill>
                  <a:srgbClr val="F5F9FF"/>
                </a:solidFill>
                <a:latin typeface="Trebuchet MS"/>
                <a:cs typeface="Trebuchet MS"/>
              </a:rPr>
              <a:t>or</a:t>
            </a:r>
            <a:r>
              <a:rPr sz="2200" spc="-3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5F9FF"/>
                </a:solidFill>
                <a:latin typeface="Trebuchet MS"/>
                <a:cs typeface="Trebuchet MS"/>
              </a:rPr>
              <a:t>trend-</a:t>
            </a:r>
            <a:r>
              <a:rPr sz="2200" spc="95" dirty="0">
                <a:solidFill>
                  <a:srgbClr val="F5F9FF"/>
                </a:solidFill>
                <a:latin typeface="Trebuchet MS"/>
                <a:cs typeface="Trebuchet MS"/>
              </a:rPr>
              <a:t>based</a:t>
            </a:r>
            <a:r>
              <a:rPr sz="2200" spc="-4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75" dirty="0">
                <a:solidFill>
                  <a:srgbClr val="F5F9FF"/>
                </a:solidFill>
                <a:latin typeface="Trebuchet MS"/>
                <a:cs typeface="Trebuchet MS"/>
              </a:rPr>
              <a:t>purchasing</a:t>
            </a:r>
            <a:r>
              <a:rPr sz="2200" spc="-3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F5F9FF"/>
                </a:solidFill>
                <a:latin typeface="Trebuchet MS"/>
                <a:cs typeface="Trebuchet MS"/>
              </a:rPr>
              <a:t>patterns </a:t>
            </a:r>
            <a:r>
              <a:rPr sz="2200" spc="60" dirty="0">
                <a:solidFill>
                  <a:srgbClr val="F5F9FF"/>
                </a:solidFill>
                <a:latin typeface="Trebuchet MS"/>
                <a:cs typeface="Trebuchet MS"/>
              </a:rPr>
              <a:t>Geographic</a:t>
            </a:r>
            <a:r>
              <a:rPr sz="2200" spc="1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5F9FF"/>
                </a:solidFill>
                <a:latin typeface="Trebuchet MS"/>
                <a:cs typeface="Trebuchet MS"/>
              </a:rPr>
              <a:t>concentration</a:t>
            </a:r>
            <a:r>
              <a:rPr sz="2200" spc="1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5F9FF"/>
                </a:solidFill>
                <a:latin typeface="Trebuchet MS"/>
                <a:cs typeface="Trebuchet MS"/>
              </a:rPr>
              <a:t>of</a:t>
            </a:r>
            <a:r>
              <a:rPr sz="2200" spc="13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5F9FF"/>
                </a:solidFill>
                <a:latin typeface="Trebuchet MS"/>
                <a:cs typeface="Trebuchet MS"/>
              </a:rPr>
              <a:t>high-value</a:t>
            </a:r>
            <a:r>
              <a:rPr sz="2200" spc="1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70" dirty="0">
                <a:solidFill>
                  <a:srgbClr val="F5F9FF"/>
                </a:solidFill>
                <a:latin typeface="Trebuchet MS"/>
                <a:cs typeface="Trebuchet MS"/>
              </a:rPr>
              <a:t>customers</a:t>
            </a:r>
            <a:endParaRPr sz="2200" dirty="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19796" y="7057404"/>
            <a:ext cx="6999605" cy="24022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lang="ar-EG" sz="2150" b="1" dirty="0">
                <a:solidFill>
                  <a:srgbClr val="F5F9FF"/>
                </a:solidFill>
                <a:latin typeface="Trebuchet MS"/>
                <a:cs typeface="Trebuchet MS"/>
              </a:rPr>
              <a:t>  </a:t>
            </a:r>
            <a:r>
              <a:rPr sz="2200" b="1" spc="50" dirty="0">
                <a:solidFill>
                  <a:srgbClr val="F5F9FF"/>
                </a:solidFill>
                <a:latin typeface="Trebuchet MS"/>
              </a:rPr>
              <a:t>Inventory</a:t>
            </a:r>
            <a:r>
              <a:rPr sz="2150" b="1" spc="11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b="1" spc="50" dirty="0">
                <a:solidFill>
                  <a:srgbClr val="F5F9FF"/>
                </a:solidFill>
                <a:latin typeface="Trebuchet MS"/>
              </a:rPr>
              <a:t>Insights</a:t>
            </a:r>
          </a:p>
          <a:p>
            <a:pPr marL="476884" marR="5080">
              <a:lnSpc>
                <a:spcPts val="3740"/>
              </a:lnSpc>
              <a:spcBef>
                <a:spcPts val="320"/>
              </a:spcBef>
            </a:pPr>
            <a:r>
              <a:rPr sz="2150" spc="50" dirty="0">
                <a:solidFill>
                  <a:srgbClr val="F5F9FF"/>
                </a:solidFill>
                <a:latin typeface="Trebuchet MS"/>
                <a:cs typeface="Trebuchet MS"/>
              </a:rPr>
              <a:t>Overstocking</a:t>
            </a:r>
            <a:r>
              <a:rPr sz="2150" spc="-2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exists</a:t>
            </a:r>
            <a:r>
              <a:rPr sz="2150" spc="-2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in</a:t>
            </a:r>
            <a:r>
              <a:rPr sz="2150" spc="-1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slow-</a:t>
            </a:r>
            <a:r>
              <a:rPr sz="2150" spc="80" dirty="0">
                <a:solidFill>
                  <a:srgbClr val="F5F9FF"/>
                </a:solidFill>
                <a:latin typeface="Trebuchet MS"/>
                <a:cs typeface="Trebuchet MS"/>
              </a:rPr>
              <a:t>moving</a:t>
            </a:r>
            <a:r>
              <a:rPr sz="2150" spc="-2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spc="65" dirty="0">
                <a:solidFill>
                  <a:srgbClr val="F5F9FF"/>
                </a:solidFill>
                <a:latin typeface="Trebuchet MS"/>
                <a:cs typeface="Trebuchet MS"/>
              </a:rPr>
              <a:t>products</a:t>
            </a:r>
            <a:r>
              <a:rPr sz="2150" spc="-2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1000" spc="1150" dirty="0">
                <a:solidFill>
                  <a:srgbClr val="F5F9FF"/>
                </a:solidFill>
                <a:latin typeface="Times New Roman"/>
                <a:cs typeface="Times New Roman"/>
              </a:rPr>
              <a:t>→</a:t>
            </a:r>
            <a:r>
              <a:rPr sz="1000" spc="380" dirty="0">
                <a:solidFill>
                  <a:srgbClr val="F5F9FF"/>
                </a:solidFill>
                <a:latin typeface="Times New Roman"/>
                <a:cs typeface="Times New Roman"/>
              </a:rPr>
              <a:t> </a:t>
            </a:r>
            <a:r>
              <a:rPr sz="2150" spc="-20" dirty="0">
                <a:solidFill>
                  <a:srgbClr val="F5F9FF"/>
                </a:solidFill>
                <a:latin typeface="Trebuchet MS"/>
                <a:cs typeface="Trebuchet MS"/>
              </a:rPr>
              <a:t>ties </a:t>
            </a:r>
            <a:r>
              <a:rPr sz="2150" spc="120" dirty="0">
                <a:solidFill>
                  <a:srgbClr val="F5F9FF"/>
                </a:solidFill>
                <a:latin typeface="Trebuchet MS"/>
                <a:cs typeface="Trebuchet MS"/>
              </a:rPr>
              <a:t>up</a:t>
            </a:r>
            <a:r>
              <a:rPr sz="2150" spc="-9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spc="-10" dirty="0">
                <a:solidFill>
                  <a:srgbClr val="F5F9FF"/>
                </a:solidFill>
                <a:latin typeface="Trebuchet MS"/>
                <a:cs typeface="Trebuchet MS"/>
              </a:rPr>
              <a:t>capital</a:t>
            </a:r>
            <a:endParaRPr sz="2150" dirty="0">
              <a:latin typeface="Trebuchet MS"/>
              <a:cs typeface="Trebuchet MS"/>
            </a:endParaRPr>
          </a:p>
          <a:p>
            <a:pPr marL="476884" marR="97790">
              <a:lnSpc>
                <a:spcPts val="3740"/>
              </a:lnSpc>
            </a:pPr>
            <a:r>
              <a:rPr sz="2150" spc="-10" dirty="0">
                <a:solidFill>
                  <a:srgbClr val="F5F9FF"/>
                </a:solidFill>
                <a:latin typeface="Trebuchet MS"/>
                <a:cs typeface="Trebuchet MS"/>
              </a:rPr>
              <a:t>Fast-</a:t>
            </a:r>
            <a:r>
              <a:rPr sz="2150" spc="80" dirty="0">
                <a:solidFill>
                  <a:srgbClr val="F5F9FF"/>
                </a:solidFill>
                <a:latin typeface="Trebuchet MS"/>
                <a:cs typeface="Trebuchet MS"/>
              </a:rPr>
              <a:t>moving</a:t>
            </a:r>
            <a:r>
              <a:rPr sz="2150" spc="-1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spc="65" dirty="0">
                <a:solidFill>
                  <a:srgbClr val="F5F9FF"/>
                </a:solidFill>
                <a:latin typeface="Trebuchet MS"/>
                <a:cs typeface="Trebuchet MS"/>
              </a:rPr>
              <a:t>products</a:t>
            </a:r>
            <a:r>
              <a:rPr sz="2150" spc="-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face</a:t>
            </a:r>
            <a:r>
              <a:rPr sz="2150" spc="-1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stockout</a:t>
            </a:r>
            <a:r>
              <a:rPr sz="2150" spc="-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risks,</a:t>
            </a:r>
            <a:r>
              <a:rPr sz="2150" spc="-10" dirty="0">
                <a:solidFill>
                  <a:srgbClr val="F5F9FF"/>
                </a:solidFill>
                <a:latin typeface="Trebuchet MS"/>
                <a:cs typeface="Trebuchet MS"/>
              </a:rPr>
              <a:t> affecting </a:t>
            </a:r>
            <a:r>
              <a:rPr sz="2150" spc="45" dirty="0">
                <a:solidFill>
                  <a:srgbClr val="F5F9FF"/>
                </a:solidFill>
                <a:latin typeface="Trebuchet MS"/>
                <a:cs typeface="Trebuchet MS"/>
              </a:rPr>
              <a:t>sales</a:t>
            </a:r>
            <a:endParaRPr sz="2150" dirty="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803879" y="7128326"/>
            <a:ext cx="6896734" cy="2235200"/>
          </a:xfrm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450"/>
              </a:spcBef>
            </a:pPr>
            <a:r>
              <a:rPr lang="ar-EG" sz="1500" b="1" spc="1375" dirty="0">
                <a:solidFill>
                  <a:srgbClr val="F5F9FF"/>
                </a:solidFill>
                <a:latin typeface="Times New Roman"/>
                <a:cs typeface="Times New Roman"/>
              </a:rPr>
              <a:t> </a:t>
            </a:r>
            <a:r>
              <a:rPr sz="1500" b="1" spc="270" dirty="0">
                <a:solidFill>
                  <a:srgbClr val="F5F9FF"/>
                </a:solidFill>
                <a:latin typeface="Times New Roman"/>
                <a:cs typeface="Times New Roman"/>
              </a:rPr>
              <a:t> </a:t>
            </a:r>
            <a:r>
              <a:rPr sz="2200" b="1" spc="50" dirty="0">
                <a:solidFill>
                  <a:srgbClr val="F5F9FF"/>
                </a:solidFill>
                <a:latin typeface="Trebuchet MS"/>
              </a:rPr>
              <a:t>Shipping</a:t>
            </a:r>
            <a:r>
              <a:rPr sz="2500" b="1" spc="-10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b="1" spc="50" dirty="0">
                <a:solidFill>
                  <a:srgbClr val="F5F9FF"/>
                </a:solidFill>
                <a:latin typeface="Trebuchet MS"/>
              </a:rPr>
              <a:t>Insights</a:t>
            </a:r>
          </a:p>
          <a:p>
            <a:pPr marL="551815" marR="5080" algn="just">
              <a:lnSpc>
                <a:spcPct val="145000"/>
              </a:lnSpc>
            </a:pPr>
            <a:r>
              <a:rPr sz="2500" dirty="0">
                <a:solidFill>
                  <a:srgbClr val="F5F9FF"/>
                </a:solidFill>
                <a:latin typeface="Trebuchet MS"/>
                <a:cs typeface="Trebuchet MS"/>
              </a:rPr>
              <a:t>Specific</a:t>
            </a:r>
            <a:r>
              <a:rPr sz="2500" spc="-9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500" spc="80" dirty="0">
                <a:solidFill>
                  <a:srgbClr val="F5F9FF"/>
                </a:solidFill>
                <a:latin typeface="Trebuchet MS"/>
                <a:cs typeface="Trebuchet MS"/>
              </a:rPr>
              <a:t>regions</a:t>
            </a:r>
            <a:r>
              <a:rPr sz="2500" spc="-9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500" spc="135" dirty="0">
                <a:solidFill>
                  <a:srgbClr val="F5F9FF"/>
                </a:solidFill>
                <a:latin typeface="Trebuchet MS"/>
                <a:cs typeface="Trebuchet MS"/>
              </a:rPr>
              <a:t>show</a:t>
            </a:r>
            <a:r>
              <a:rPr sz="2500" spc="-9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5F9FF"/>
                </a:solidFill>
                <a:latin typeface="Trebuchet MS"/>
                <a:cs typeface="Trebuchet MS"/>
              </a:rPr>
              <a:t>longer</a:t>
            </a:r>
            <a:r>
              <a:rPr sz="2500" spc="-9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5F9FF"/>
                </a:solidFill>
                <a:latin typeface="Trebuchet MS"/>
                <a:cs typeface="Trebuchet MS"/>
              </a:rPr>
              <a:t>delivery</a:t>
            </a:r>
            <a:r>
              <a:rPr sz="2500" spc="-9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5F9FF"/>
                </a:solidFill>
                <a:latin typeface="Trebuchet MS"/>
                <a:cs typeface="Trebuchet MS"/>
              </a:rPr>
              <a:t>times </a:t>
            </a:r>
            <a:r>
              <a:rPr sz="2500" dirty="0">
                <a:solidFill>
                  <a:srgbClr val="F5F9FF"/>
                </a:solidFill>
                <a:latin typeface="Trebuchet MS"/>
                <a:cs typeface="Trebuchet MS"/>
              </a:rPr>
              <a:t>Faster</a:t>
            </a:r>
            <a:r>
              <a:rPr sz="2500" spc="-3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F5F9FF"/>
                </a:solidFill>
                <a:latin typeface="Trebuchet MS"/>
                <a:cs typeface="Trebuchet MS"/>
              </a:rPr>
              <a:t>shipping</a:t>
            </a:r>
            <a:r>
              <a:rPr sz="2500" spc="-3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500" spc="110" dirty="0">
                <a:solidFill>
                  <a:srgbClr val="F5F9FF"/>
                </a:solidFill>
                <a:latin typeface="Trebuchet MS"/>
                <a:cs typeface="Trebuchet MS"/>
              </a:rPr>
              <a:t>methods</a:t>
            </a:r>
            <a:r>
              <a:rPr sz="2500" spc="-3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500" spc="45" dirty="0">
                <a:solidFill>
                  <a:srgbClr val="F5F9FF"/>
                </a:solidFill>
                <a:latin typeface="Trebuchet MS"/>
                <a:cs typeface="Trebuchet MS"/>
              </a:rPr>
              <a:t>increase</a:t>
            </a:r>
            <a:r>
              <a:rPr sz="2500" spc="-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5F9FF"/>
                </a:solidFill>
                <a:latin typeface="Trebuchet MS"/>
                <a:cs typeface="Trebuchet MS"/>
              </a:rPr>
              <a:t>cost</a:t>
            </a:r>
            <a:r>
              <a:rPr sz="2500" spc="-3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500" spc="40" dirty="0">
                <a:solidFill>
                  <a:srgbClr val="F5F9FF"/>
                </a:solidFill>
                <a:latin typeface="Trebuchet MS"/>
                <a:cs typeface="Trebuchet MS"/>
              </a:rPr>
              <a:t>but </a:t>
            </a:r>
            <a:r>
              <a:rPr sz="2500" spc="70" dirty="0">
                <a:solidFill>
                  <a:srgbClr val="F5F9FF"/>
                </a:solidFill>
                <a:latin typeface="Trebuchet MS"/>
                <a:cs typeface="Trebuchet MS"/>
              </a:rPr>
              <a:t>improve</a:t>
            </a:r>
            <a:r>
              <a:rPr sz="2500" spc="-8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500" spc="75" dirty="0">
                <a:solidFill>
                  <a:srgbClr val="F5F9FF"/>
                </a:solidFill>
                <a:latin typeface="Trebuchet MS"/>
                <a:cs typeface="Trebuchet MS"/>
              </a:rPr>
              <a:t>customer</a:t>
            </a:r>
            <a:r>
              <a:rPr sz="2500" spc="-8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5F9FF"/>
                </a:solidFill>
                <a:latin typeface="Trebuchet MS"/>
                <a:cs typeface="Trebuchet MS"/>
              </a:rPr>
              <a:t>satisfaction</a:t>
            </a:r>
            <a:endParaRPr sz="25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633447" y="5577421"/>
            <a:ext cx="3655060" cy="3630295"/>
          </a:xfrm>
          <a:custGeom>
            <a:avLst/>
            <a:gdLst/>
            <a:ahLst/>
            <a:cxnLst/>
            <a:rect l="l" t="t" r="r" b="b"/>
            <a:pathLst>
              <a:path w="3655059" h="3630295">
                <a:moveTo>
                  <a:pt x="3615816" y="3627544"/>
                </a:moveTo>
                <a:lnTo>
                  <a:pt x="3614927" y="3628972"/>
                </a:lnTo>
                <a:lnTo>
                  <a:pt x="3616324" y="3629795"/>
                </a:lnTo>
                <a:lnTo>
                  <a:pt x="3617213" y="3628367"/>
                </a:lnTo>
                <a:lnTo>
                  <a:pt x="3615816" y="3627544"/>
                </a:lnTo>
                <a:close/>
              </a:path>
              <a:path w="3655059" h="3630295">
                <a:moveTo>
                  <a:pt x="3650487" y="3566276"/>
                </a:moveTo>
                <a:lnTo>
                  <a:pt x="3649090" y="3568652"/>
                </a:lnTo>
                <a:lnTo>
                  <a:pt x="3651503" y="3570021"/>
                </a:lnTo>
                <a:lnTo>
                  <a:pt x="3652900" y="3567650"/>
                </a:lnTo>
                <a:lnTo>
                  <a:pt x="3650487" y="3566276"/>
                </a:lnTo>
                <a:close/>
              </a:path>
              <a:path w="3655059" h="3630295">
                <a:moveTo>
                  <a:pt x="3556507" y="3593477"/>
                </a:moveTo>
                <a:lnTo>
                  <a:pt x="3554924" y="3593477"/>
                </a:lnTo>
                <a:lnTo>
                  <a:pt x="3554602" y="3593977"/>
                </a:lnTo>
                <a:lnTo>
                  <a:pt x="3556239" y="3593977"/>
                </a:lnTo>
                <a:lnTo>
                  <a:pt x="3556507" y="3593477"/>
                </a:lnTo>
                <a:close/>
              </a:path>
              <a:path w="3655059" h="3630295">
                <a:moveTo>
                  <a:pt x="3590035" y="3531524"/>
                </a:moveTo>
                <a:lnTo>
                  <a:pt x="3588765" y="3533663"/>
                </a:lnTo>
                <a:lnTo>
                  <a:pt x="3590924" y="3534898"/>
                </a:lnTo>
                <a:lnTo>
                  <a:pt x="3592194" y="3532760"/>
                </a:lnTo>
                <a:lnTo>
                  <a:pt x="3590035" y="3531524"/>
                </a:lnTo>
                <a:close/>
              </a:path>
              <a:path w="3655059" h="3630295">
                <a:moveTo>
                  <a:pt x="3624706" y="3470074"/>
                </a:moveTo>
                <a:lnTo>
                  <a:pt x="3622801" y="3473392"/>
                </a:lnTo>
                <a:lnTo>
                  <a:pt x="3626103" y="3475312"/>
                </a:lnTo>
                <a:lnTo>
                  <a:pt x="3628008" y="3471993"/>
                </a:lnTo>
                <a:lnTo>
                  <a:pt x="3624706" y="3470074"/>
                </a:lnTo>
                <a:close/>
              </a:path>
              <a:path w="3655059" h="3630295">
                <a:moveTo>
                  <a:pt x="3496055" y="3558537"/>
                </a:moveTo>
                <a:lnTo>
                  <a:pt x="3494472" y="3558537"/>
                </a:lnTo>
                <a:lnTo>
                  <a:pt x="3494150" y="3559037"/>
                </a:lnTo>
                <a:lnTo>
                  <a:pt x="3495734" y="3559037"/>
                </a:lnTo>
                <a:lnTo>
                  <a:pt x="3496055" y="3558537"/>
                </a:lnTo>
                <a:close/>
              </a:path>
              <a:path w="3655059" h="3630295">
                <a:moveTo>
                  <a:pt x="3529583" y="3496585"/>
                </a:moveTo>
                <a:lnTo>
                  <a:pt x="3528313" y="3498722"/>
                </a:lnTo>
                <a:lnTo>
                  <a:pt x="3530472" y="3499953"/>
                </a:lnTo>
                <a:lnTo>
                  <a:pt x="3531742" y="3497819"/>
                </a:lnTo>
                <a:lnTo>
                  <a:pt x="3529583" y="3496585"/>
                </a:lnTo>
                <a:close/>
              </a:path>
              <a:path w="3655059" h="3630295">
                <a:moveTo>
                  <a:pt x="3564254" y="3435134"/>
                </a:moveTo>
                <a:lnTo>
                  <a:pt x="3562349" y="3438448"/>
                </a:lnTo>
                <a:lnTo>
                  <a:pt x="3565651" y="3440372"/>
                </a:lnTo>
                <a:lnTo>
                  <a:pt x="3567556" y="3437051"/>
                </a:lnTo>
                <a:lnTo>
                  <a:pt x="3564254" y="3435134"/>
                </a:lnTo>
                <a:close/>
              </a:path>
              <a:path w="3655059" h="3630295">
                <a:moveTo>
                  <a:pt x="3598925" y="3373869"/>
                </a:moveTo>
                <a:lnTo>
                  <a:pt x="3596512" y="3378136"/>
                </a:lnTo>
                <a:lnTo>
                  <a:pt x="3600703" y="3380600"/>
                </a:lnTo>
                <a:lnTo>
                  <a:pt x="3603243" y="3376333"/>
                </a:lnTo>
                <a:lnTo>
                  <a:pt x="3598925" y="3373869"/>
                </a:lnTo>
                <a:close/>
              </a:path>
              <a:path w="3655059" h="3630295">
                <a:moveTo>
                  <a:pt x="3633723" y="3312604"/>
                </a:moveTo>
                <a:lnTo>
                  <a:pt x="3630675" y="3317811"/>
                </a:lnTo>
                <a:lnTo>
                  <a:pt x="3635882" y="3320834"/>
                </a:lnTo>
                <a:lnTo>
                  <a:pt x="3638930" y="3315614"/>
                </a:lnTo>
                <a:lnTo>
                  <a:pt x="3633723" y="3312604"/>
                </a:lnTo>
                <a:close/>
              </a:path>
              <a:path w="3655059" h="3630295">
                <a:moveTo>
                  <a:pt x="3469131" y="3461833"/>
                </a:moveTo>
                <a:lnTo>
                  <a:pt x="3467988" y="3463729"/>
                </a:lnTo>
                <a:lnTo>
                  <a:pt x="3469893" y="3464825"/>
                </a:lnTo>
                <a:lnTo>
                  <a:pt x="3471036" y="3462930"/>
                </a:lnTo>
                <a:lnTo>
                  <a:pt x="3469131" y="3461833"/>
                </a:lnTo>
                <a:close/>
              </a:path>
              <a:path w="3655059" h="3630295">
                <a:moveTo>
                  <a:pt x="3503802" y="3400386"/>
                </a:moveTo>
                <a:lnTo>
                  <a:pt x="3502024" y="3403460"/>
                </a:lnTo>
                <a:lnTo>
                  <a:pt x="3505072" y="3405238"/>
                </a:lnTo>
                <a:lnTo>
                  <a:pt x="3506850" y="3402164"/>
                </a:lnTo>
                <a:lnTo>
                  <a:pt x="3503802" y="3400386"/>
                </a:lnTo>
                <a:close/>
              </a:path>
              <a:path w="3655059" h="3630295">
                <a:moveTo>
                  <a:pt x="3538473" y="3338931"/>
                </a:moveTo>
                <a:lnTo>
                  <a:pt x="3536060" y="3343198"/>
                </a:lnTo>
                <a:lnTo>
                  <a:pt x="3540251" y="3345662"/>
                </a:lnTo>
                <a:lnTo>
                  <a:pt x="3542791" y="3341395"/>
                </a:lnTo>
                <a:lnTo>
                  <a:pt x="3538473" y="3338931"/>
                </a:lnTo>
                <a:close/>
              </a:path>
              <a:path w="3655059" h="3630295">
                <a:moveTo>
                  <a:pt x="3573144" y="3277654"/>
                </a:moveTo>
                <a:lnTo>
                  <a:pt x="3570223" y="3282873"/>
                </a:lnTo>
                <a:lnTo>
                  <a:pt x="3575430" y="3285896"/>
                </a:lnTo>
                <a:lnTo>
                  <a:pt x="3578478" y="3280676"/>
                </a:lnTo>
                <a:lnTo>
                  <a:pt x="3573144" y="3277654"/>
                </a:lnTo>
                <a:close/>
              </a:path>
              <a:path w="3655059" h="3630295">
                <a:moveTo>
                  <a:pt x="3607942" y="3216401"/>
                </a:moveTo>
                <a:lnTo>
                  <a:pt x="3604386" y="3222561"/>
                </a:lnTo>
                <a:lnTo>
                  <a:pt x="3610482" y="3226130"/>
                </a:lnTo>
                <a:lnTo>
                  <a:pt x="3614038" y="3219957"/>
                </a:lnTo>
                <a:lnTo>
                  <a:pt x="3607942" y="3216401"/>
                </a:lnTo>
                <a:close/>
              </a:path>
              <a:path w="3655059" h="3630295">
                <a:moveTo>
                  <a:pt x="3642613" y="3154933"/>
                </a:moveTo>
                <a:lnTo>
                  <a:pt x="3638295" y="3162299"/>
                </a:lnTo>
                <a:lnTo>
                  <a:pt x="3645661" y="3166541"/>
                </a:lnTo>
                <a:lnTo>
                  <a:pt x="3649979" y="3159188"/>
                </a:lnTo>
                <a:lnTo>
                  <a:pt x="3642613" y="3154933"/>
                </a:lnTo>
                <a:close/>
              </a:path>
              <a:path w="3655059" h="3630295">
                <a:moveTo>
                  <a:pt x="3408679" y="3427082"/>
                </a:moveTo>
                <a:lnTo>
                  <a:pt x="3407790" y="3428733"/>
                </a:lnTo>
                <a:lnTo>
                  <a:pt x="3409441" y="3429698"/>
                </a:lnTo>
                <a:lnTo>
                  <a:pt x="3410330" y="3428034"/>
                </a:lnTo>
                <a:lnTo>
                  <a:pt x="3408679" y="3427082"/>
                </a:lnTo>
                <a:close/>
              </a:path>
              <a:path w="3655059" h="3630295">
                <a:moveTo>
                  <a:pt x="3443350" y="3365626"/>
                </a:moveTo>
                <a:lnTo>
                  <a:pt x="3441699" y="3368471"/>
                </a:lnTo>
                <a:lnTo>
                  <a:pt x="3444620" y="3370110"/>
                </a:lnTo>
                <a:lnTo>
                  <a:pt x="3446271" y="3367265"/>
                </a:lnTo>
                <a:lnTo>
                  <a:pt x="3443350" y="3365626"/>
                </a:lnTo>
                <a:close/>
              </a:path>
              <a:path w="3655059" h="3630295">
                <a:moveTo>
                  <a:pt x="3478021" y="3304171"/>
                </a:moveTo>
                <a:lnTo>
                  <a:pt x="3475735" y="3308210"/>
                </a:lnTo>
                <a:lnTo>
                  <a:pt x="3479799" y="3310534"/>
                </a:lnTo>
                <a:lnTo>
                  <a:pt x="3482085" y="3306495"/>
                </a:lnTo>
                <a:lnTo>
                  <a:pt x="3478021" y="3304171"/>
                </a:lnTo>
                <a:close/>
              </a:path>
              <a:path w="3655059" h="3630295">
                <a:moveTo>
                  <a:pt x="3512819" y="3242906"/>
                </a:moveTo>
                <a:lnTo>
                  <a:pt x="3509898" y="3247885"/>
                </a:lnTo>
                <a:lnTo>
                  <a:pt x="3514851" y="3250768"/>
                </a:lnTo>
                <a:lnTo>
                  <a:pt x="3517772" y="3245777"/>
                </a:lnTo>
                <a:lnTo>
                  <a:pt x="3512819" y="3242906"/>
                </a:lnTo>
                <a:close/>
              </a:path>
              <a:path w="3655059" h="3630295">
                <a:moveTo>
                  <a:pt x="3547490" y="3181451"/>
                </a:moveTo>
                <a:lnTo>
                  <a:pt x="3543934" y="3187623"/>
                </a:lnTo>
                <a:lnTo>
                  <a:pt x="3550030" y="3191179"/>
                </a:lnTo>
                <a:lnTo>
                  <a:pt x="3553586" y="3185007"/>
                </a:lnTo>
                <a:lnTo>
                  <a:pt x="3547490" y="3181451"/>
                </a:lnTo>
                <a:close/>
              </a:path>
              <a:path w="3655059" h="3630295">
                <a:moveTo>
                  <a:pt x="3582161" y="3120186"/>
                </a:moveTo>
                <a:lnTo>
                  <a:pt x="3578097" y="3127311"/>
                </a:lnTo>
                <a:lnTo>
                  <a:pt x="3585209" y="3131413"/>
                </a:lnTo>
                <a:lnTo>
                  <a:pt x="3589273" y="3124301"/>
                </a:lnTo>
                <a:lnTo>
                  <a:pt x="3582161" y="3120186"/>
                </a:lnTo>
                <a:close/>
              </a:path>
              <a:path w="3655059" h="3630295">
                <a:moveTo>
                  <a:pt x="3616832" y="3058921"/>
                </a:moveTo>
                <a:lnTo>
                  <a:pt x="3612260" y="3066986"/>
                </a:lnTo>
                <a:lnTo>
                  <a:pt x="3620261" y="3071647"/>
                </a:lnTo>
                <a:lnTo>
                  <a:pt x="3624960" y="3063570"/>
                </a:lnTo>
                <a:lnTo>
                  <a:pt x="3616832" y="3058921"/>
                </a:lnTo>
                <a:close/>
              </a:path>
              <a:path w="3655059" h="3630295">
                <a:moveTo>
                  <a:pt x="3651503" y="2997466"/>
                </a:moveTo>
                <a:lnTo>
                  <a:pt x="3646169" y="3006712"/>
                </a:lnTo>
                <a:lnTo>
                  <a:pt x="3654551" y="3011546"/>
                </a:lnTo>
                <a:lnTo>
                  <a:pt x="3654551" y="2999224"/>
                </a:lnTo>
                <a:lnTo>
                  <a:pt x="3651503" y="2997466"/>
                </a:lnTo>
                <a:close/>
              </a:path>
              <a:path w="3655059" h="3630295">
                <a:moveTo>
                  <a:pt x="3348227" y="3392131"/>
                </a:moveTo>
                <a:lnTo>
                  <a:pt x="3347211" y="3393795"/>
                </a:lnTo>
                <a:lnTo>
                  <a:pt x="3348989" y="3394760"/>
                </a:lnTo>
                <a:lnTo>
                  <a:pt x="3349878" y="3393097"/>
                </a:lnTo>
                <a:lnTo>
                  <a:pt x="3348227" y="3392131"/>
                </a:lnTo>
                <a:close/>
              </a:path>
              <a:path w="3655059" h="3630295">
                <a:moveTo>
                  <a:pt x="3382898" y="3330867"/>
                </a:moveTo>
                <a:lnTo>
                  <a:pt x="3381501" y="3333483"/>
                </a:lnTo>
                <a:lnTo>
                  <a:pt x="3384041" y="3334994"/>
                </a:lnTo>
                <a:lnTo>
                  <a:pt x="3385565" y="3332378"/>
                </a:lnTo>
                <a:lnTo>
                  <a:pt x="3382898" y="3330867"/>
                </a:lnTo>
                <a:close/>
              </a:path>
              <a:path w="3655059" h="3630295">
                <a:moveTo>
                  <a:pt x="3417569" y="3269424"/>
                </a:moveTo>
                <a:lnTo>
                  <a:pt x="3415410" y="3273209"/>
                </a:lnTo>
                <a:lnTo>
                  <a:pt x="3419220" y="3275406"/>
                </a:lnTo>
                <a:lnTo>
                  <a:pt x="3421379" y="3271608"/>
                </a:lnTo>
                <a:lnTo>
                  <a:pt x="3417569" y="3269424"/>
                </a:lnTo>
                <a:close/>
              </a:path>
              <a:path w="3655059" h="3630295">
                <a:moveTo>
                  <a:pt x="3452367" y="3208146"/>
                </a:moveTo>
                <a:lnTo>
                  <a:pt x="3449573" y="3212896"/>
                </a:lnTo>
                <a:lnTo>
                  <a:pt x="3454399" y="3215639"/>
                </a:lnTo>
                <a:lnTo>
                  <a:pt x="3457066" y="3210890"/>
                </a:lnTo>
                <a:lnTo>
                  <a:pt x="3452367" y="3208146"/>
                </a:lnTo>
                <a:close/>
              </a:path>
              <a:path w="3655059" h="3630295">
                <a:moveTo>
                  <a:pt x="3487038" y="3146691"/>
                </a:moveTo>
                <a:lnTo>
                  <a:pt x="3483609" y="3152622"/>
                </a:lnTo>
                <a:lnTo>
                  <a:pt x="3489451" y="3156051"/>
                </a:lnTo>
                <a:lnTo>
                  <a:pt x="3492880" y="3150120"/>
                </a:lnTo>
                <a:lnTo>
                  <a:pt x="3487038" y="3146691"/>
                </a:lnTo>
                <a:close/>
              </a:path>
              <a:path w="3655059" h="3630295">
                <a:moveTo>
                  <a:pt x="3521709" y="3085426"/>
                </a:moveTo>
                <a:lnTo>
                  <a:pt x="3517772" y="3092322"/>
                </a:lnTo>
                <a:lnTo>
                  <a:pt x="3524630" y="3096285"/>
                </a:lnTo>
                <a:lnTo>
                  <a:pt x="3528567" y="3089401"/>
                </a:lnTo>
                <a:lnTo>
                  <a:pt x="3521709" y="3085426"/>
                </a:lnTo>
                <a:close/>
              </a:path>
              <a:path w="3655059" h="3630295">
                <a:moveTo>
                  <a:pt x="3556380" y="3023971"/>
                </a:moveTo>
                <a:lnTo>
                  <a:pt x="3551681" y="3032048"/>
                </a:lnTo>
                <a:lnTo>
                  <a:pt x="3559809" y="3036709"/>
                </a:lnTo>
                <a:lnTo>
                  <a:pt x="3564508" y="3028645"/>
                </a:lnTo>
                <a:lnTo>
                  <a:pt x="3556380" y="3023971"/>
                </a:lnTo>
                <a:close/>
              </a:path>
              <a:path w="3655059" h="3630295">
                <a:moveTo>
                  <a:pt x="3591051" y="2962528"/>
                </a:moveTo>
                <a:lnTo>
                  <a:pt x="3585717" y="2971774"/>
                </a:lnTo>
                <a:lnTo>
                  <a:pt x="3594988" y="2977121"/>
                </a:lnTo>
                <a:lnTo>
                  <a:pt x="3600322" y="2967875"/>
                </a:lnTo>
                <a:lnTo>
                  <a:pt x="3591051" y="2962528"/>
                </a:lnTo>
                <a:close/>
              </a:path>
              <a:path w="3655059" h="3630295">
                <a:moveTo>
                  <a:pt x="3625722" y="2901251"/>
                </a:moveTo>
                <a:lnTo>
                  <a:pt x="3619880" y="2911462"/>
                </a:lnTo>
                <a:lnTo>
                  <a:pt x="3630040" y="2917355"/>
                </a:lnTo>
                <a:lnTo>
                  <a:pt x="3636009" y="2907156"/>
                </a:lnTo>
                <a:lnTo>
                  <a:pt x="3625722" y="2901251"/>
                </a:lnTo>
                <a:close/>
              </a:path>
              <a:path w="3655059" h="3630295">
                <a:moveTo>
                  <a:pt x="3287775" y="3357384"/>
                </a:moveTo>
                <a:lnTo>
                  <a:pt x="3287013" y="3358807"/>
                </a:lnTo>
                <a:lnTo>
                  <a:pt x="3288410" y="3359632"/>
                </a:lnTo>
                <a:lnTo>
                  <a:pt x="3289172" y="3358210"/>
                </a:lnTo>
                <a:lnTo>
                  <a:pt x="3287775" y="3357384"/>
                </a:lnTo>
                <a:close/>
              </a:path>
              <a:path w="3655059" h="3630295">
                <a:moveTo>
                  <a:pt x="3322573" y="3296119"/>
                </a:moveTo>
                <a:lnTo>
                  <a:pt x="3321176" y="3298494"/>
                </a:lnTo>
                <a:lnTo>
                  <a:pt x="3323462" y="3299866"/>
                </a:lnTo>
                <a:lnTo>
                  <a:pt x="3324859" y="3297491"/>
                </a:lnTo>
                <a:lnTo>
                  <a:pt x="3322573" y="3296119"/>
                </a:lnTo>
                <a:close/>
              </a:path>
              <a:path w="3655059" h="3630295">
                <a:moveTo>
                  <a:pt x="3357244" y="3234664"/>
                </a:moveTo>
                <a:lnTo>
                  <a:pt x="3355085" y="3238220"/>
                </a:lnTo>
                <a:lnTo>
                  <a:pt x="3358641" y="3240277"/>
                </a:lnTo>
                <a:lnTo>
                  <a:pt x="3360673" y="3236721"/>
                </a:lnTo>
                <a:lnTo>
                  <a:pt x="3357244" y="3234664"/>
                </a:lnTo>
                <a:close/>
              </a:path>
              <a:path w="3655059" h="3630295">
                <a:moveTo>
                  <a:pt x="3391788" y="3173209"/>
                </a:moveTo>
                <a:lnTo>
                  <a:pt x="3389121" y="3177959"/>
                </a:lnTo>
                <a:lnTo>
                  <a:pt x="3393820" y="3180702"/>
                </a:lnTo>
                <a:lnTo>
                  <a:pt x="3396614" y="3175952"/>
                </a:lnTo>
                <a:lnTo>
                  <a:pt x="3391788" y="3173209"/>
                </a:lnTo>
                <a:close/>
              </a:path>
              <a:path w="3655059" h="3630295">
                <a:moveTo>
                  <a:pt x="3426586" y="3111944"/>
                </a:moveTo>
                <a:lnTo>
                  <a:pt x="3423284" y="3117634"/>
                </a:lnTo>
                <a:lnTo>
                  <a:pt x="3428999" y="3120936"/>
                </a:lnTo>
                <a:lnTo>
                  <a:pt x="3432301" y="3115233"/>
                </a:lnTo>
                <a:lnTo>
                  <a:pt x="3426586" y="3111944"/>
                </a:lnTo>
                <a:close/>
              </a:path>
              <a:path w="3655059" h="3630295">
                <a:moveTo>
                  <a:pt x="3461257" y="3050489"/>
                </a:moveTo>
                <a:lnTo>
                  <a:pt x="3457320" y="3057372"/>
                </a:lnTo>
                <a:lnTo>
                  <a:pt x="3464178" y="3061347"/>
                </a:lnTo>
                <a:lnTo>
                  <a:pt x="3468115" y="3054464"/>
                </a:lnTo>
                <a:lnTo>
                  <a:pt x="3461257" y="3050489"/>
                </a:lnTo>
                <a:close/>
              </a:path>
              <a:path w="3655059" h="3630295">
                <a:moveTo>
                  <a:pt x="3495928" y="2989224"/>
                </a:moveTo>
                <a:lnTo>
                  <a:pt x="3491483" y="2997060"/>
                </a:lnTo>
                <a:lnTo>
                  <a:pt x="3499230" y="3001581"/>
                </a:lnTo>
                <a:lnTo>
                  <a:pt x="3503802" y="2993745"/>
                </a:lnTo>
                <a:lnTo>
                  <a:pt x="3495928" y="2989224"/>
                </a:lnTo>
                <a:close/>
              </a:path>
              <a:path w="3655059" h="3630295">
                <a:moveTo>
                  <a:pt x="3530599" y="2927769"/>
                </a:moveTo>
                <a:lnTo>
                  <a:pt x="3525392" y="2936786"/>
                </a:lnTo>
                <a:lnTo>
                  <a:pt x="3534409" y="2941993"/>
                </a:lnTo>
                <a:lnTo>
                  <a:pt x="3539616" y="2932976"/>
                </a:lnTo>
                <a:lnTo>
                  <a:pt x="3530599" y="2927769"/>
                </a:lnTo>
                <a:close/>
              </a:path>
              <a:path w="3655059" h="3630295">
                <a:moveTo>
                  <a:pt x="3565270" y="2866313"/>
                </a:moveTo>
                <a:lnTo>
                  <a:pt x="3559428" y="2876524"/>
                </a:lnTo>
                <a:lnTo>
                  <a:pt x="3569588" y="2882417"/>
                </a:lnTo>
                <a:lnTo>
                  <a:pt x="3575557" y="2872206"/>
                </a:lnTo>
                <a:lnTo>
                  <a:pt x="3565270" y="2866313"/>
                </a:lnTo>
                <a:close/>
              </a:path>
              <a:path w="3655059" h="3630295">
                <a:moveTo>
                  <a:pt x="3600068" y="2805048"/>
                </a:moveTo>
                <a:lnTo>
                  <a:pt x="3593591" y="2816212"/>
                </a:lnTo>
                <a:lnTo>
                  <a:pt x="3604767" y="2822651"/>
                </a:lnTo>
                <a:lnTo>
                  <a:pt x="3611117" y="2811500"/>
                </a:lnTo>
                <a:lnTo>
                  <a:pt x="3600068" y="2805048"/>
                </a:lnTo>
                <a:close/>
              </a:path>
              <a:path w="3655059" h="3630295">
                <a:moveTo>
                  <a:pt x="3634739" y="2743593"/>
                </a:moveTo>
                <a:lnTo>
                  <a:pt x="3627627" y="2755938"/>
                </a:lnTo>
                <a:lnTo>
                  <a:pt x="3639946" y="2763062"/>
                </a:lnTo>
                <a:lnTo>
                  <a:pt x="3647058" y="2750718"/>
                </a:lnTo>
                <a:lnTo>
                  <a:pt x="3634739" y="2743593"/>
                </a:lnTo>
                <a:close/>
              </a:path>
              <a:path w="3655059" h="3630295">
                <a:moveTo>
                  <a:pt x="3228593" y="3323310"/>
                </a:moveTo>
                <a:lnTo>
                  <a:pt x="3226959" y="3323310"/>
                </a:lnTo>
                <a:lnTo>
                  <a:pt x="3226688" y="3323818"/>
                </a:lnTo>
                <a:lnTo>
                  <a:pt x="3228269" y="3323818"/>
                </a:lnTo>
                <a:lnTo>
                  <a:pt x="3228593" y="3323310"/>
                </a:lnTo>
                <a:close/>
              </a:path>
              <a:path w="3655059" h="3630295">
                <a:moveTo>
                  <a:pt x="3262121" y="3261359"/>
                </a:moveTo>
                <a:lnTo>
                  <a:pt x="3260851" y="3263506"/>
                </a:lnTo>
                <a:lnTo>
                  <a:pt x="3263010" y="3264725"/>
                </a:lnTo>
                <a:lnTo>
                  <a:pt x="3264153" y="3262591"/>
                </a:lnTo>
                <a:lnTo>
                  <a:pt x="3262121" y="3261359"/>
                </a:lnTo>
                <a:close/>
              </a:path>
              <a:path w="3655059" h="3630295">
                <a:moveTo>
                  <a:pt x="3296792" y="3199917"/>
                </a:moveTo>
                <a:lnTo>
                  <a:pt x="3294887" y="3203232"/>
                </a:lnTo>
                <a:lnTo>
                  <a:pt x="3298189" y="3205149"/>
                </a:lnTo>
                <a:lnTo>
                  <a:pt x="3300094" y="3201822"/>
                </a:lnTo>
                <a:lnTo>
                  <a:pt x="3296792" y="3199917"/>
                </a:lnTo>
                <a:close/>
              </a:path>
              <a:path w="3655059" h="3630295">
                <a:moveTo>
                  <a:pt x="3331463" y="3138449"/>
                </a:moveTo>
                <a:lnTo>
                  <a:pt x="3328796" y="3142970"/>
                </a:lnTo>
                <a:lnTo>
                  <a:pt x="3333368" y="3145574"/>
                </a:lnTo>
                <a:lnTo>
                  <a:pt x="3335908" y="3141065"/>
                </a:lnTo>
                <a:lnTo>
                  <a:pt x="3331463" y="3138449"/>
                </a:lnTo>
                <a:close/>
              </a:path>
              <a:path w="3655059" h="3630295">
                <a:moveTo>
                  <a:pt x="3366134" y="3077184"/>
                </a:moveTo>
                <a:lnTo>
                  <a:pt x="3362959" y="3082645"/>
                </a:lnTo>
                <a:lnTo>
                  <a:pt x="3368420" y="3085795"/>
                </a:lnTo>
                <a:lnTo>
                  <a:pt x="3371595" y="3080346"/>
                </a:lnTo>
                <a:lnTo>
                  <a:pt x="3366134" y="3077184"/>
                </a:lnTo>
                <a:close/>
              </a:path>
              <a:path w="3655059" h="3630295">
                <a:moveTo>
                  <a:pt x="3400805" y="3015741"/>
                </a:moveTo>
                <a:lnTo>
                  <a:pt x="3396995" y="3022384"/>
                </a:lnTo>
                <a:lnTo>
                  <a:pt x="3403599" y="3026219"/>
                </a:lnTo>
                <a:lnTo>
                  <a:pt x="3407409" y="3019577"/>
                </a:lnTo>
                <a:lnTo>
                  <a:pt x="3400805" y="3015741"/>
                </a:lnTo>
                <a:close/>
              </a:path>
              <a:path w="3655059" h="3630295">
                <a:moveTo>
                  <a:pt x="3435476" y="2954464"/>
                </a:moveTo>
                <a:lnTo>
                  <a:pt x="3431158" y="2962059"/>
                </a:lnTo>
                <a:lnTo>
                  <a:pt x="3438778" y="2966453"/>
                </a:lnTo>
                <a:lnTo>
                  <a:pt x="3443096" y="2958858"/>
                </a:lnTo>
                <a:lnTo>
                  <a:pt x="3435476" y="2954464"/>
                </a:lnTo>
                <a:close/>
              </a:path>
              <a:path w="3655059" h="3630295">
                <a:moveTo>
                  <a:pt x="3470147" y="2893021"/>
                </a:moveTo>
                <a:lnTo>
                  <a:pt x="3465067" y="2901797"/>
                </a:lnTo>
                <a:lnTo>
                  <a:pt x="3473957" y="2906864"/>
                </a:lnTo>
                <a:lnTo>
                  <a:pt x="3479037" y="2898089"/>
                </a:lnTo>
                <a:lnTo>
                  <a:pt x="3470147" y="2893021"/>
                </a:lnTo>
                <a:close/>
              </a:path>
              <a:path w="3655059" h="3630295">
                <a:moveTo>
                  <a:pt x="3504818" y="2831566"/>
                </a:moveTo>
                <a:lnTo>
                  <a:pt x="3499103" y="2841523"/>
                </a:lnTo>
                <a:lnTo>
                  <a:pt x="3509136" y="2847289"/>
                </a:lnTo>
                <a:lnTo>
                  <a:pt x="3514851" y="2837319"/>
                </a:lnTo>
                <a:lnTo>
                  <a:pt x="3504818" y="2831566"/>
                </a:lnTo>
                <a:close/>
              </a:path>
              <a:path w="3655059" h="3630295">
                <a:moveTo>
                  <a:pt x="3539616" y="2770301"/>
                </a:moveTo>
                <a:lnTo>
                  <a:pt x="3533266" y="2781223"/>
                </a:lnTo>
                <a:lnTo>
                  <a:pt x="3544188" y="2787522"/>
                </a:lnTo>
                <a:lnTo>
                  <a:pt x="3550538" y="2776600"/>
                </a:lnTo>
                <a:lnTo>
                  <a:pt x="3539616" y="2770301"/>
                </a:lnTo>
                <a:close/>
              </a:path>
              <a:path w="3655059" h="3630295">
                <a:moveTo>
                  <a:pt x="3574287" y="2708846"/>
                </a:moveTo>
                <a:lnTo>
                  <a:pt x="3567302" y="2720949"/>
                </a:lnTo>
                <a:lnTo>
                  <a:pt x="3579367" y="2727934"/>
                </a:lnTo>
                <a:lnTo>
                  <a:pt x="3586352" y="2715831"/>
                </a:lnTo>
                <a:lnTo>
                  <a:pt x="3574287" y="2708846"/>
                </a:lnTo>
                <a:close/>
              </a:path>
              <a:path w="3655059" h="3630295">
                <a:moveTo>
                  <a:pt x="3608958" y="2647391"/>
                </a:moveTo>
                <a:lnTo>
                  <a:pt x="3601211" y="2660688"/>
                </a:lnTo>
                <a:lnTo>
                  <a:pt x="3614546" y="2668358"/>
                </a:lnTo>
                <a:lnTo>
                  <a:pt x="3622166" y="2655061"/>
                </a:lnTo>
                <a:lnTo>
                  <a:pt x="3608958" y="2647391"/>
                </a:lnTo>
                <a:close/>
              </a:path>
              <a:path w="3655059" h="3630295">
                <a:moveTo>
                  <a:pt x="3643629" y="2586126"/>
                </a:moveTo>
                <a:lnTo>
                  <a:pt x="3635374" y="2600363"/>
                </a:lnTo>
                <a:lnTo>
                  <a:pt x="3649598" y="2608592"/>
                </a:lnTo>
                <a:lnTo>
                  <a:pt x="3654551" y="2600043"/>
                </a:lnTo>
                <a:lnTo>
                  <a:pt x="3654551" y="2592435"/>
                </a:lnTo>
                <a:lnTo>
                  <a:pt x="3643629" y="2586126"/>
                </a:lnTo>
                <a:close/>
              </a:path>
              <a:path w="3655059" h="3630295">
                <a:moveTo>
                  <a:pt x="3201669" y="3226612"/>
                </a:moveTo>
                <a:lnTo>
                  <a:pt x="3200526" y="3228505"/>
                </a:lnTo>
                <a:lnTo>
                  <a:pt x="3202431" y="3229597"/>
                </a:lnTo>
                <a:lnTo>
                  <a:pt x="3203574" y="3227704"/>
                </a:lnTo>
                <a:lnTo>
                  <a:pt x="3201669" y="3226612"/>
                </a:lnTo>
                <a:close/>
              </a:path>
              <a:path w="3655059" h="3630295">
                <a:moveTo>
                  <a:pt x="3236340" y="3165157"/>
                </a:moveTo>
                <a:lnTo>
                  <a:pt x="3234562" y="3168243"/>
                </a:lnTo>
                <a:lnTo>
                  <a:pt x="3237610" y="3170021"/>
                </a:lnTo>
                <a:lnTo>
                  <a:pt x="3239388" y="3166935"/>
                </a:lnTo>
                <a:lnTo>
                  <a:pt x="3236340" y="3165157"/>
                </a:lnTo>
                <a:close/>
              </a:path>
              <a:path w="3655059" h="3630295">
                <a:moveTo>
                  <a:pt x="3271011" y="3103702"/>
                </a:moveTo>
                <a:lnTo>
                  <a:pt x="3268471" y="3107969"/>
                </a:lnTo>
                <a:lnTo>
                  <a:pt x="3272789" y="3110445"/>
                </a:lnTo>
                <a:lnTo>
                  <a:pt x="3275202" y="3106165"/>
                </a:lnTo>
                <a:lnTo>
                  <a:pt x="3271011" y="3103702"/>
                </a:lnTo>
                <a:close/>
              </a:path>
              <a:path w="3655059" h="3630295">
                <a:moveTo>
                  <a:pt x="3305682" y="3042437"/>
                </a:moveTo>
                <a:lnTo>
                  <a:pt x="3302634" y="3047657"/>
                </a:lnTo>
                <a:lnTo>
                  <a:pt x="3307968" y="3050666"/>
                </a:lnTo>
                <a:lnTo>
                  <a:pt x="3310889" y="3045447"/>
                </a:lnTo>
                <a:lnTo>
                  <a:pt x="3305682" y="3042437"/>
                </a:lnTo>
                <a:close/>
              </a:path>
              <a:path w="3655059" h="3630295">
                <a:moveTo>
                  <a:pt x="3340353" y="2980982"/>
                </a:moveTo>
                <a:lnTo>
                  <a:pt x="3336670" y="2987395"/>
                </a:lnTo>
                <a:lnTo>
                  <a:pt x="3343020" y="2991091"/>
                </a:lnTo>
                <a:lnTo>
                  <a:pt x="3346830" y="2984677"/>
                </a:lnTo>
                <a:lnTo>
                  <a:pt x="3340353" y="2980982"/>
                </a:lnTo>
                <a:close/>
              </a:path>
              <a:path w="3655059" h="3630295">
                <a:moveTo>
                  <a:pt x="3375151" y="2919717"/>
                </a:moveTo>
                <a:lnTo>
                  <a:pt x="3370833" y="2927070"/>
                </a:lnTo>
                <a:lnTo>
                  <a:pt x="3378199" y="2931325"/>
                </a:lnTo>
                <a:lnTo>
                  <a:pt x="3382390" y="2923959"/>
                </a:lnTo>
                <a:lnTo>
                  <a:pt x="3375151" y="2919717"/>
                </a:lnTo>
                <a:close/>
              </a:path>
              <a:path w="3655059" h="3630295">
                <a:moveTo>
                  <a:pt x="3409822" y="2858261"/>
                </a:moveTo>
                <a:lnTo>
                  <a:pt x="3404869" y="2866809"/>
                </a:lnTo>
                <a:lnTo>
                  <a:pt x="3413378" y="2871736"/>
                </a:lnTo>
                <a:lnTo>
                  <a:pt x="3418331" y="2863202"/>
                </a:lnTo>
                <a:lnTo>
                  <a:pt x="3409822" y="2858261"/>
                </a:lnTo>
                <a:close/>
              </a:path>
              <a:path w="3655059" h="3630295">
                <a:moveTo>
                  <a:pt x="3444493" y="2796806"/>
                </a:moveTo>
                <a:lnTo>
                  <a:pt x="3438778" y="2806547"/>
                </a:lnTo>
                <a:lnTo>
                  <a:pt x="3448557" y="2812160"/>
                </a:lnTo>
                <a:lnTo>
                  <a:pt x="3454145" y="2802432"/>
                </a:lnTo>
                <a:lnTo>
                  <a:pt x="3444493" y="2796806"/>
                </a:lnTo>
                <a:close/>
              </a:path>
              <a:path w="3655059" h="3630295">
                <a:moveTo>
                  <a:pt x="3479164" y="2735541"/>
                </a:moveTo>
                <a:lnTo>
                  <a:pt x="3472941" y="2746222"/>
                </a:lnTo>
                <a:lnTo>
                  <a:pt x="3483609" y="2752394"/>
                </a:lnTo>
                <a:lnTo>
                  <a:pt x="3489832" y="2741714"/>
                </a:lnTo>
                <a:lnTo>
                  <a:pt x="3479164" y="2735541"/>
                </a:lnTo>
                <a:close/>
              </a:path>
              <a:path w="3655059" h="3630295">
                <a:moveTo>
                  <a:pt x="3513835" y="2674086"/>
                </a:moveTo>
                <a:lnTo>
                  <a:pt x="3506977" y="2685961"/>
                </a:lnTo>
                <a:lnTo>
                  <a:pt x="3518788" y="2692806"/>
                </a:lnTo>
                <a:lnTo>
                  <a:pt x="3525646" y="2680944"/>
                </a:lnTo>
                <a:lnTo>
                  <a:pt x="3513835" y="2674086"/>
                </a:lnTo>
                <a:close/>
              </a:path>
              <a:path w="3655059" h="3630295">
                <a:moveTo>
                  <a:pt x="3548506" y="2612643"/>
                </a:moveTo>
                <a:lnTo>
                  <a:pt x="3541013" y="2625686"/>
                </a:lnTo>
                <a:lnTo>
                  <a:pt x="3553967" y="2633230"/>
                </a:lnTo>
                <a:lnTo>
                  <a:pt x="3561587" y="2620175"/>
                </a:lnTo>
                <a:lnTo>
                  <a:pt x="3548506" y="2612643"/>
                </a:lnTo>
                <a:close/>
              </a:path>
              <a:path w="3655059" h="3630295">
                <a:moveTo>
                  <a:pt x="3583177" y="2551366"/>
                </a:moveTo>
                <a:lnTo>
                  <a:pt x="3575176" y="2565374"/>
                </a:lnTo>
                <a:lnTo>
                  <a:pt x="3589146" y="2573464"/>
                </a:lnTo>
                <a:lnTo>
                  <a:pt x="3597147" y="2559456"/>
                </a:lnTo>
                <a:lnTo>
                  <a:pt x="3583177" y="2551366"/>
                </a:lnTo>
                <a:close/>
              </a:path>
              <a:path w="3655059" h="3630295">
                <a:moveTo>
                  <a:pt x="3617848" y="2489911"/>
                </a:moveTo>
                <a:lnTo>
                  <a:pt x="3609085" y="2505113"/>
                </a:lnTo>
                <a:lnTo>
                  <a:pt x="3624325" y="2513876"/>
                </a:lnTo>
                <a:lnTo>
                  <a:pt x="3633088" y="2498686"/>
                </a:lnTo>
                <a:lnTo>
                  <a:pt x="3617848" y="2489911"/>
                </a:lnTo>
                <a:close/>
              </a:path>
              <a:path w="3655059" h="3630295">
                <a:moveTo>
                  <a:pt x="3652519" y="2428468"/>
                </a:moveTo>
                <a:lnTo>
                  <a:pt x="3643121" y="2444838"/>
                </a:lnTo>
                <a:lnTo>
                  <a:pt x="3654551" y="2451439"/>
                </a:lnTo>
                <a:lnTo>
                  <a:pt x="3654551" y="2429640"/>
                </a:lnTo>
                <a:lnTo>
                  <a:pt x="3652519" y="2428468"/>
                </a:lnTo>
                <a:close/>
              </a:path>
              <a:path w="3655059" h="3630295">
                <a:moveTo>
                  <a:pt x="3141217" y="3191675"/>
                </a:moveTo>
                <a:lnTo>
                  <a:pt x="3140074" y="3193567"/>
                </a:lnTo>
                <a:lnTo>
                  <a:pt x="3141979" y="3194659"/>
                </a:lnTo>
                <a:lnTo>
                  <a:pt x="3143122" y="3192767"/>
                </a:lnTo>
                <a:lnTo>
                  <a:pt x="3141217" y="3191675"/>
                </a:lnTo>
                <a:close/>
              </a:path>
              <a:path w="3655059" h="3630295">
                <a:moveTo>
                  <a:pt x="3175888" y="3130397"/>
                </a:moveTo>
                <a:lnTo>
                  <a:pt x="3174237" y="3133255"/>
                </a:lnTo>
                <a:lnTo>
                  <a:pt x="3177031" y="3134893"/>
                </a:lnTo>
                <a:lnTo>
                  <a:pt x="3178682" y="3132048"/>
                </a:lnTo>
                <a:lnTo>
                  <a:pt x="3175888" y="3130397"/>
                </a:lnTo>
                <a:close/>
              </a:path>
              <a:path w="3655059" h="3630295">
                <a:moveTo>
                  <a:pt x="3210559" y="3068954"/>
                </a:moveTo>
                <a:lnTo>
                  <a:pt x="3208273" y="3072980"/>
                </a:lnTo>
                <a:lnTo>
                  <a:pt x="3212210" y="3075317"/>
                </a:lnTo>
                <a:lnTo>
                  <a:pt x="3214623" y="3071279"/>
                </a:lnTo>
                <a:lnTo>
                  <a:pt x="3210559" y="3068954"/>
                </a:lnTo>
                <a:close/>
              </a:path>
              <a:path w="3655059" h="3630295">
                <a:moveTo>
                  <a:pt x="3245230" y="3007499"/>
                </a:moveTo>
                <a:lnTo>
                  <a:pt x="3242182" y="3012719"/>
                </a:lnTo>
                <a:lnTo>
                  <a:pt x="3247389" y="3015729"/>
                </a:lnTo>
                <a:lnTo>
                  <a:pt x="3250437" y="3010509"/>
                </a:lnTo>
                <a:lnTo>
                  <a:pt x="3245230" y="3007499"/>
                </a:lnTo>
                <a:close/>
              </a:path>
              <a:path w="3655059" h="3630295">
                <a:moveTo>
                  <a:pt x="3279901" y="2946234"/>
                </a:moveTo>
                <a:lnTo>
                  <a:pt x="3276345" y="2952394"/>
                </a:lnTo>
                <a:lnTo>
                  <a:pt x="3282568" y="2955963"/>
                </a:lnTo>
                <a:lnTo>
                  <a:pt x="3286124" y="2949790"/>
                </a:lnTo>
                <a:lnTo>
                  <a:pt x="3279901" y="2946234"/>
                </a:lnTo>
                <a:close/>
              </a:path>
              <a:path w="3655059" h="3630295">
                <a:moveTo>
                  <a:pt x="3314572" y="2884779"/>
                </a:moveTo>
                <a:lnTo>
                  <a:pt x="3310381" y="2892132"/>
                </a:lnTo>
                <a:lnTo>
                  <a:pt x="3317747" y="2896387"/>
                </a:lnTo>
                <a:lnTo>
                  <a:pt x="3321938" y="2889021"/>
                </a:lnTo>
                <a:lnTo>
                  <a:pt x="3314572" y="2884779"/>
                </a:lnTo>
                <a:close/>
              </a:path>
              <a:path w="3655059" h="3630295">
                <a:moveTo>
                  <a:pt x="3349370" y="2823514"/>
                </a:moveTo>
                <a:lnTo>
                  <a:pt x="3344544" y="2831820"/>
                </a:lnTo>
                <a:lnTo>
                  <a:pt x="3352799" y="2836608"/>
                </a:lnTo>
                <a:lnTo>
                  <a:pt x="3357625" y="2828302"/>
                </a:lnTo>
                <a:lnTo>
                  <a:pt x="3349370" y="2823514"/>
                </a:lnTo>
                <a:close/>
              </a:path>
              <a:path w="3655059" h="3630295">
                <a:moveTo>
                  <a:pt x="3384041" y="2762059"/>
                </a:moveTo>
                <a:lnTo>
                  <a:pt x="3378580" y="2771546"/>
                </a:lnTo>
                <a:lnTo>
                  <a:pt x="3387978" y="2777032"/>
                </a:lnTo>
                <a:lnTo>
                  <a:pt x="3393439" y="2767533"/>
                </a:lnTo>
                <a:lnTo>
                  <a:pt x="3384041" y="2762059"/>
                </a:lnTo>
                <a:close/>
              </a:path>
              <a:path w="3655059" h="3630295">
                <a:moveTo>
                  <a:pt x="3418712" y="2700794"/>
                </a:moveTo>
                <a:lnTo>
                  <a:pt x="3412743" y="2711234"/>
                </a:lnTo>
                <a:lnTo>
                  <a:pt x="3423157" y="2717266"/>
                </a:lnTo>
                <a:lnTo>
                  <a:pt x="3429126" y="2706814"/>
                </a:lnTo>
                <a:lnTo>
                  <a:pt x="3418712" y="2700794"/>
                </a:lnTo>
                <a:close/>
              </a:path>
              <a:path w="3655059" h="3630295">
                <a:moveTo>
                  <a:pt x="3453383" y="2639339"/>
                </a:moveTo>
                <a:lnTo>
                  <a:pt x="3446652" y="2650972"/>
                </a:lnTo>
                <a:lnTo>
                  <a:pt x="3458336" y="2657678"/>
                </a:lnTo>
                <a:lnTo>
                  <a:pt x="3465067" y="2646057"/>
                </a:lnTo>
                <a:lnTo>
                  <a:pt x="3453383" y="2639339"/>
                </a:lnTo>
                <a:close/>
              </a:path>
              <a:path w="3655059" h="3630295">
                <a:moveTo>
                  <a:pt x="3488054" y="2577884"/>
                </a:moveTo>
                <a:lnTo>
                  <a:pt x="3480688" y="2590698"/>
                </a:lnTo>
                <a:lnTo>
                  <a:pt x="3493515" y="2598102"/>
                </a:lnTo>
                <a:lnTo>
                  <a:pt x="3500881" y="2585288"/>
                </a:lnTo>
                <a:lnTo>
                  <a:pt x="3488054" y="2577884"/>
                </a:lnTo>
                <a:close/>
              </a:path>
              <a:path w="3655059" h="3630295">
                <a:moveTo>
                  <a:pt x="3522725" y="2516619"/>
                </a:moveTo>
                <a:lnTo>
                  <a:pt x="3514851" y="2530386"/>
                </a:lnTo>
                <a:lnTo>
                  <a:pt x="3528567" y="2538336"/>
                </a:lnTo>
                <a:lnTo>
                  <a:pt x="3536568" y="2524569"/>
                </a:lnTo>
                <a:lnTo>
                  <a:pt x="3522725" y="2516619"/>
                </a:lnTo>
                <a:close/>
              </a:path>
              <a:path w="3655059" h="3630295">
                <a:moveTo>
                  <a:pt x="3557396" y="2455163"/>
                </a:moveTo>
                <a:lnTo>
                  <a:pt x="3548760" y="2470111"/>
                </a:lnTo>
                <a:lnTo>
                  <a:pt x="3563746" y="2478747"/>
                </a:lnTo>
                <a:lnTo>
                  <a:pt x="3572382" y="2463799"/>
                </a:lnTo>
                <a:lnTo>
                  <a:pt x="3557396" y="2455163"/>
                </a:lnTo>
                <a:close/>
              </a:path>
              <a:path w="3655059" h="3630295">
                <a:moveTo>
                  <a:pt x="3592067" y="2393708"/>
                </a:moveTo>
                <a:lnTo>
                  <a:pt x="3582796" y="2409850"/>
                </a:lnTo>
                <a:lnTo>
                  <a:pt x="3598925" y="2419172"/>
                </a:lnTo>
                <a:lnTo>
                  <a:pt x="3608196" y="2403030"/>
                </a:lnTo>
                <a:lnTo>
                  <a:pt x="3592067" y="2393708"/>
                </a:lnTo>
                <a:close/>
              </a:path>
              <a:path w="3655059" h="3630295">
                <a:moveTo>
                  <a:pt x="3626865" y="2332443"/>
                </a:moveTo>
                <a:lnTo>
                  <a:pt x="3616959" y="2349538"/>
                </a:lnTo>
                <a:lnTo>
                  <a:pt x="3634104" y="2359393"/>
                </a:lnTo>
                <a:lnTo>
                  <a:pt x="3643883" y="2342311"/>
                </a:lnTo>
                <a:lnTo>
                  <a:pt x="3626865" y="2332443"/>
                </a:lnTo>
                <a:close/>
              </a:path>
              <a:path w="3655059" h="3630295">
                <a:moveTo>
                  <a:pt x="3654551" y="2283098"/>
                </a:moveTo>
                <a:lnTo>
                  <a:pt x="3650995" y="2289263"/>
                </a:lnTo>
                <a:lnTo>
                  <a:pt x="3654551" y="2291315"/>
                </a:lnTo>
                <a:lnTo>
                  <a:pt x="3654551" y="2283098"/>
                </a:lnTo>
                <a:close/>
              </a:path>
              <a:path w="3655059" h="3630295">
                <a:moveTo>
                  <a:pt x="3080765" y="3156915"/>
                </a:moveTo>
                <a:lnTo>
                  <a:pt x="3079749" y="3158578"/>
                </a:lnTo>
                <a:lnTo>
                  <a:pt x="3081400" y="3159544"/>
                </a:lnTo>
                <a:lnTo>
                  <a:pt x="3082416" y="3157867"/>
                </a:lnTo>
                <a:lnTo>
                  <a:pt x="3080765" y="3156915"/>
                </a:lnTo>
                <a:close/>
              </a:path>
              <a:path w="3655059" h="3630295">
                <a:moveTo>
                  <a:pt x="3115436" y="3095459"/>
                </a:moveTo>
                <a:lnTo>
                  <a:pt x="3113785" y="3098317"/>
                </a:lnTo>
                <a:lnTo>
                  <a:pt x="3116579" y="3099955"/>
                </a:lnTo>
                <a:lnTo>
                  <a:pt x="3118230" y="3097110"/>
                </a:lnTo>
                <a:lnTo>
                  <a:pt x="3115436" y="3095459"/>
                </a:lnTo>
                <a:close/>
              </a:path>
              <a:path w="3655059" h="3630295">
                <a:moveTo>
                  <a:pt x="3150107" y="3034195"/>
                </a:moveTo>
                <a:lnTo>
                  <a:pt x="3147948" y="3037992"/>
                </a:lnTo>
                <a:lnTo>
                  <a:pt x="3151758" y="3040189"/>
                </a:lnTo>
                <a:lnTo>
                  <a:pt x="3153917" y="3036392"/>
                </a:lnTo>
                <a:lnTo>
                  <a:pt x="3150107" y="3034195"/>
                </a:lnTo>
                <a:close/>
              </a:path>
              <a:path w="3655059" h="3630295">
                <a:moveTo>
                  <a:pt x="3184778" y="2972739"/>
                </a:moveTo>
                <a:lnTo>
                  <a:pt x="3181857" y="2977730"/>
                </a:lnTo>
                <a:lnTo>
                  <a:pt x="3186937" y="2980613"/>
                </a:lnTo>
                <a:lnTo>
                  <a:pt x="3189731" y="2975622"/>
                </a:lnTo>
                <a:lnTo>
                  <a:pt x="3184778" y="2972739"/>
                </a:lnTo>
                <a:close/>
              </a:path>
              <a:path w="3655059" h="3630295">
                <a:moveTo>
                  <a:pt x="3219449" y="2911474"/>
                </a:moveTo>
                <a:lnTo>
                  <a:pt x="3216147" y="2917405"/>
                </a:lnTo>
                <a:lnTo>
                  <a:pt x="3221989" y="2920834"/>
                </a:lnTo>
                <a:lnTo>
                  <a:pt x="3225418" y="2914903"/>
                </a:lnTo>
                <a:lnTo>
                  <a:pt x="3219449" y="2911474"/>
                </a:lnTo>
                <a:close/>
              </a:path>
              <a:path w="3655059" h="3630295">
                <a:moveTo>
                  <a:pt x="3254120" y="2850032"/>
                </a:moveTo>
                <a:lnTo>
                  <a:pt x="3250056" y="2857144"/>
                </a:lnTo>
                <a:lnTo>
                  <a:pt x="3257168" y="2861246"/>
                </a:lnTo>
                <a:lnTo>
                  <a:pt x="3261232" y="2854134"/>
                </a:lnTo>
                <a:lnTo>
                  <a:pt x="3254120" y="2850032"/>
                </a:lnTo>
                <a:close/>
              </a:path>
              <a:path w="3655059" h="3630295">
                <a:moveTo>
                  <a:pt x="3288918" y="2788754"/>
                </a:moveTo>
                <a:lnTo>
                  <a:pt x="3284219" y="2796819"/>
                </a:lnTo>
                <a:lnTo>
                  <a:pt x="3292347" y="2801480"/>
                </a:lnTo>
                <a:lnTo>
                  <a:pt x="3296919" y="2793415"/>
                </a:lnTo>
                <a:lnTo>
                  <a:pt x="3288918" y="2788754"/>
                </a:lnTo>
                <a:close/>
              </a:path>
              <a:path w="3655059" h="3630295">
                <a:moveTo>
                  <a:pt x="3323589" y="2727312"/>
                </a:moveTo>
                <a:lnTo>
                  <a:pt x="3318255" y="2736557"/>
                </a:lnTo>
                <a:lnTo>
                  <a:pt x="3327526" y="2741904"/>
                </a:lnTo>
                <a:lnTo>
                  <a:pt x="3332860" y="2732646"/>
                </a:lnTo>
                <a:lnTo>
                  <a:pt x="3323589" y="2727312"/>
                </a:lnTo>
                <a:close/>
              </a:path>
              <a:path w="3655059" h="3630295">
                <a:moveTo>
                  <a:pt x="3358260" y="2665856"/>
                </a:moveTo>
                <a:lnTo>
                  <a:pt x="3352164" y="2676296"/>
                </a:lnTo>
                <a:lnTo>
                  <a:pt x="3362705" y="2682316"/>
                </a:lnTo>
                <a:lnTo>
                  <a:pt x="3368674" y="2671876"/>
                </a:lnTo>
                <a:lnTo>
                  <a:pt x="3358260" y="2665856"/>
                </a:lnTo>
                <a:close/>
              </a:path>
              <a:path w="3655059" h="3630295">
                <a:moveTo>
                  <a:pt x="3392931" y="2604579"/>
                </a:moveTo>
                <a:lnTo>
                  <a:pt x="3386327" y="2615971"/>
                </a:lnTo>
                <a:lnTo>
                  <a:pt x="3397757" y="2622549"/>
                </a:lnTo>
                <a:lnTo>
                  <a:pt x="3404361" y="2611158"/>
                </a:lnTo>
                <a:lnTo>
                  <a:pt x="3392931" y="2604579"/>
                </a:lnTo>
                <a:close/>
              </a:path>
              <a:path w="3655059" h="3630295">
                <a:moveTo>
                  <a:pt x="3427602" y="2543136"/>
                </a:moveTo>
                <a:lnTo>
                  <a:pt x="3420363" y="2555709"/>
                </a:lnTo>
                <a:lnTo>
                  <a:pt x="3432936" y="2562974"/>
                </a:lnTo>
                <a:lnTo>
                  <a:pt x="3440175" y="2550401"/>
                </a:lnTo>
                <a:lnTo>
                  <a:pt x="3427602" y="2543136"/>
                </a:lnTo>
                <a:close/>
              </a:path>
              <a:path w="3655059" h="3630295">
                <a:moveTo>
                  <a:pt x="3462273" y="2481681"/>
                </a:moveTo>
                <a:lnTo>
                  <a:pt x="3454399" y="2495448"/>
                </a:lnTo>
                <a:lnTo>
                  <a:pt x="3468115" y="2503385"/>
                </a:lnTo>
                <a:lnTo>
                  <a:pt x="3475989" y="2489619"/>
                </a:lnTo>
                <a:lnTo>
                  <a:pt x="3462273" y="2481681"/>
                </a:lnTo>
                <a:close/>
              </a:path>
              <a:path w="3655059" h="3630295">
                <a:moveTo>
                  <a:pt x="3497071" y="2420416"/>
                </a:moveTo>
                <a:lnTo>
                  <a:pt x="3488562" y="2435123"/>
                </a:lnTo>
                <a:lnTo>
                  <a:pt x="3503167" y="2443619"/>
                </a:lnTo>
                <a:lnTo>
                  <a:pt x="3511676" y="2428913"/>
                </a:lnTo>
                <a:lnTo>
                  <a:pt x="3497071" y="2420416"/>
                </a:lnTo>
                <a:close/>
              </a:path>
              <a:path w="3655059" h="3630295">
                <a:moveTo>
                  <a:pt x="3531742" y="2358961"/>
                </a:moveTo>
                <a:lnTo>
                  <a:pt x="3522471" y="2374861"/>
                </a:lnTo>
                <a:lnTo>
                  <a:pt x="3538346" y="2384043"/>
                </a:lnTo>
                <a:lnTo>
                  <a:pt x="3547617" y="2368143"/>
                </a:lnTo>
                <a:lnTo>
                  <a:pt x="3531742" y="2358961"/>
                </a:lnTo>
                <a:close/>
              </a:path>
              <a:path w="3655059" h="3630295">
                <a:moveTo>
                  <a:pt x="3566286" y="2297506"/>
                </a:moveTo>
                <a:lnTo>
                  <a:pt x="3556507" y="2314587"/>
                </a:lnTo>
                <a:lnTo>
                  <a:pt x="3573525" y="2324455"/>
                </a:lnTo>
                <a:lnTo>
                  <a:pt x="3583431" y="2307374"/>
                </a:lnTo>
                <a:lnTo>
                  <a:pt x="3566286" y="2297506"/>
                </a:lnTo>
                <a:close/>
              </a:path>
              <a:path w="3655059" h="3630295">
                <a:moveTo>
                  <a:pt x="3601084" y="2236241"/>
                </a:moveTo>
                <a:lnTo>
                  <a:pt x="3590670" y="2254275"/>
                </a:lnTo>
                <a:lnTo>
                  <a:pt x="3608704" y="2264689"/>
                </a:lnTo>
                <a:lnTo>
                  <a:pt x="3619118" y="2246655"/>
                </a:lnTo>
                <a:lnTo>
                  <a:pt x="3601084" y="2236241"/>
                </a:lnTo>
                <a:close/>
              </a:path>
              <a:path w="3655059" h="3630295">
                <a:moveTo>
                  <a:pt x="3635755" y="2174976"/>
                </a:moveTo>
                <a:lnTo>
                  <a:pt x="3624833" y="2193963"/>
                </a:lnTo>
                <a:lnTo>
                  <a:pt x="3643756" y="2204910"/>
                </a:lnTo>
                <a:lnTo>
                  <a:pt x="3654551" y="2186360"/>
                </a:lnTo>
                <a:lnTo>
                  <a:pt x="3654551" y="2185777"/>
                </a:lnTo>
                <a:lnTo>
                  <a:pt x="3635755" y="2174976"/>
                </a:lnTo>
                <a:close/>
              </a:path>
              <a:path w="3655059" h="3630295">
                <a:moveTo>
                  <a:pt x="3020313" y="3122167"/>
                </a:moveTo>
                <a:lnTo>
                  <a:pt x="3019424" y="3123590"/>
                </a:lnTo>
                <a:lnTo>
                  <a:pt x="3020948" y="3124403"/>
                </a:lnTo>
                <a:lnTo>
                  <a:pt x="3021710" y="3122980"/>
                </a:lnTo>
                <a:lnTo>
                  <a:pt x="3020313" y="3122167"/>
                </a:lnTo>
                <a:close/>
              </a:path>
              <a:path w="3655059" h="3630295">
                <a:moveTo>
                  <a:pt x="3054984" y="3060712"/>
                </a:moveTo>
                <a:lnTo>
                  <a:pt x="3053460" y="3063316"/>
                </a:lnTo>
                <a:lnTo>
                  <a:pt x="3056127" y="3064827"/>
                </a:lnTo>
                <a:lnTo>
                  <a:pt x="3057524" y="3062211"/>
                </a:lnTo>
                <a:lnTo>
                  <a:pt x="3054984" y="3060712"/>
                </a:lnTo>
                <a:close/>
              </a:path>
              <a:path w="3655059" h="3630295">
                <a:moveTo>
                  <a:pt x="3089655" y="2999257"/>
                </a:moveTo>
                <a:lnTo>
                  <a:pt x="3087496" y="3003054"/>
                </a:lnTo>
                <a:lnTo>
                  <a:pt x="3091179" y="3005239"/>
                </a:lnTo>
                <a:lnTo>
                  <a:pt x="3093465" y="3001454"/>
                </a:lnTo>
                <a:lnTo>
                  <a:pt x="3089655" y="2999257"/>
                </a:lnTo>
                <a:close/>
              </a:path>
              <a:path w="3655059" h="3630295">
                <a:moveTo>
                  <a:pt x="3124326" y="2937992"/>
                </a:moveTo>
                <a:lnTo>
                  <a:pt x="3121659" y="2942742"/>
                </a:lnTo>
                <a:lnTo>
                  <a:pt x="3126358" y="2945472"/>
                </a:lnTo>
                <a:lnTo>
                  <a:pt x="3129152" y="2940735"/>
                </a:lnTo>
                <a:lnTo>
                  <a:pt x="3124326" y="2937992"/>
                </a:lnTo>
                <a:close/>
              </a:path>
              <a:path w="3655059" h="3630295">
                <a:moveTo>
                  <a:pt x="3158997" y="2876537"/>
                </a:moveTo>
                <a:lnTo>
                  <a:pt x="3155568" y="2882468"/>
                </a:lnTo>
                <a:lnTo>
                  <a:pt x="3161537" y="2885897"/>
                </a:lnTo>
                <a:lnTo>
                  <a:pt x="3164966" y="2879966"/>
                </a:lnTo>
                <a:lnTo>
                  <a:pt x="3158997" y="2876537"/>
                </a:lnTo>
                <a:close/>
              </a:path>
              <a:path w="3655059" h="3630295">
                <a:moveTo>
                  <a:pt x="3193795" y="2815272"/>
                </a:moveTo>
                <a:lnTo>
                  <a:pt x="3189731" y="2822155"/>
                </a:lnTo>
                <a:lnTo>
                  <a:pt x="3196589" y="2826118"/>
                </a:lnTo>
                <a:lnTo>
                  <a:pt x="3200653" y="2819247"/>
                </a:lnTo>
                <a:lnTo>
                  <a:pt x="3193795" y="2815272"/>
                </a:lnTo>
                <a:close/>
              </a:path>
              <a:path w="3655059" h="3630295">
                <a:moveTo>
                  <a:pt x="3228466" y="2753817"/>
                </a:moveTo>
                <a:lnTo>
                  <a:pt x="3223767" y="2761881"/>
                </a:lnTo>
                <a:lnTo>
                  <a:pt x="3231768" y="2766542"/>
                </a:lnTo>
                <a:lnTo>
                  <a:pt x="3236467" y="2758478"/>
                </a:lnTo>
                <a:lnTo>
                  <a:pt x="3228466" y="2753817"/>
                </a:lnTo>
                <a:close/>
              </a:path>
              <a:path w="3655059" h="3630295">
                <a:moveTo>
                  <a:pt x="3263137" y="2692552"/>
                </a:moveTo>
                <a:lnTo>
                  <a:pt x="3257930" y="2701569"/>
                </a:lnTo>
                <a:lnTo>
                  <a:pt x="3266947" y="2706776"/>
                </a:lnTo>
                <a:lnTo>
                  <a:pt x="3272154" y="2697759"/>
                </a:lnTo>
                <a:lnTo>
                  <a:pt x="3263137" y="2692552"/>
                </a:lnTo>
                <a:close/>
              </a:path>
              <a:path w="3655059" h="3630295">
                <a:moveTo>
                  <a:pt x="3297808" y="2631097"/>
                </a:moveTo>
                <a:lnTo>
                  <a:pt x="3291966" y="2641307"/>
                </a:lnTo>
                <a:lnTo>
                  <a:pt x="3302126" y="2647187"/>
                </a:lnTo>
                <a:lnTo>
                  <a:pt x="3307968" y="2636989"/>
                </a:lnTo>
                <a:lnTo>
                  <a:pt x="3297808" y="2631097"/>
                </a:lnTo>
                <a:close/>
              </a:path>
              <a:path w="3655059" h="3630295">
                <a:moveTo>
                  <a:pt x="3332479" y="2569832"/>
                </a:moveTo>
                <a:lnTo>
                  <a:pt x="3326129" y="2580982"/>
                </a:lnTo>
                <a:lnTo>
                  <a:pt x="3337178" y="2587421"/>
                </a:lnTo>
                <a:lnTo>
                  <a:pt x="3343655" y="2576271"/>
                </a:lnTo>
                <a:lnTo>
                  <a:pt x="3332479" y="2569832"/>
                </a:lnTo>
                <a:close/>
              </a:path>
              <a:path w="3655059" h="3630295">
                <a:moveTo>
                  <a:pt x="3367150" y="2508376"/>
                </a:moveTo>
                <a:lnTo>
                  <a:pt x="3360038" y="2520708"/>
                </a:lnTo>
                <a:lnTo>
                  <a:pt x="3372357" y="2527846"/>
                </a:lnTo>
                <a:lnTo>
                  <a:pt x="3379469" y="2515501"/>
                </a:lnTo>
                <a:lnTo>
                  <a:pt x="3367150" y="2508376"/>
                </a:lnTo>
                <a:close/>
              </a:path>
              <a:path w="3655059" h="3630295">
                <a:moveTo>
                  <a:pt x="3401821" y="2446921"/>
                </a:moveTo>
                <a:lnTo>
                  <a:pt x="3394074" y="2460447"/>
                </a:lnTo>
                <a:lnTo>
                  <a:pt x="3407536" y="2468257"/>
                </a:lnTo>
                <a:lnTo>
                  <a:pt x="3415410" y="2454732"/>
                </a:lnTo>
                <a:lnTo>
                  <a:pt x="3401821" y="2446921"/>
                </a:lnTo>
                <a:close/>
              </a:path>
              <a:path w="3655059" h="3630295">
                <a:moveTo>
                  <a:pt x="3436619" y="2385656"/>
                </a:moveTo>
                <a:lnTo>
                  <a:pt x="3428237" y="2400134"/>
                </a:lnTo>
                <a:lnTo>
                  <a:pt x="3442715" y="2408491"/>
                </a:lnTo>
                <a:lnTo>
                  <a:pt x="3451097" y="2394013"/>
                </a:lnTo>
                <a:lnTo>
                  <a:pt x="3436619" y="2385656"/>
                </a:lnTo>
                <a:close/>
              </a:path>
              <a:path w="3655059" h="3630295">
                <a:moveTo>
                  <a:pt x="3471290" y="2324201"/>
                </a:moveTo>
                <a:lnTo>
                  <a:pt x="3462273" y="2339873"/>
                </a:lnTo>
                <a:lnTo>
                  <a:pt x="3477894" y="2348903"/>
                </a:lnTo>
                <a:lnTo>
                  <a:pt x="3486911" y="2333243"/>
                </a:lnTo>
                <a:lnTo>
                  <a:pt x="3471290" y="2324201"/>
                </a:lnTo>
                <a:close/>
              </a:path>
              <a:path w="3655059" h="3630295">
                <a:moveTo>
                  <a:pt x="3505961" y="2262746"/>
                </a:moveTo>
                <a:lnTo>
                  <a:pt x="3496182" y="2279599"/>
                </a:lnTo>
                <a:lnTo>
                  <a:pt x="3513073" y="2289327"/>
                </a:lnTo>
                <a:lnTo>
                  <a:pt x="3522725" y="2272474"/>
                </a:lnTo>
                <a:lnTo>
                  <a:pt x="3505961" y="2262746"/>
                </a:lnTo>
                <a:close/>
              </a:path>
              <a:path w="3655059" h="3630295">
                <a:moveTo>
                  <a:pt x="3540632" y="2201481"/>
                </a:moveTo>
                <a:lnTo>
                  <a:pt x="3530345" y="2219286"/>
                </a:lnTo>
                <a:lnTo>
                  <a:pt x="3548125" y="2229561"/>
                </a:lnTo>
                <a:lnTo>
                  <a:pt x="3558412" y="2211755"/>
                </a:lnTo>
                <a:lnTo>
                  <a:pt x="3540632" y="2201481"/>
                </a:lnTo>
                <a:close/>
              </a:path>
              <a:path w="3655059" h="3630295">
                <a:moveTo>
                  <a:pt x="3575303" y="2140026"/>
                </a:moveTo>
                <a:lnTo>
                  <a:pt x="3564381" y="2159012"/>
                </a:lnTo>
                <a:lnTo>
                  <a:pt x="3583304" y="2169985"/>
                </a:lnTo>
                <a:lnTo>
                  <a:pt x="3594226" y="2150986"/>
                </a:lnTo>
                <a:lnTo>
                  <a:pt x="3575303" y="2140026"/>
                </a:lnTo>
                <a:close/>
              </a:path>
              <a:path w="3655059" h="3630295">
                <a:moveTo>
                  <a:pt x="3609974" y="2078774"/>
                </a:moveTo>
                <a:lnTo>
                  <a:pt x="3598544" y="2098700"/>
                </a:lnTo>
                <a:lnTo>
                  <a:pt x="3618483" y="2110206"/>
                </a:lnTo>
                <a:lnTo>
                  <a:pt x="3629913" y="2090267"/>
                </a:lnTo>
                <a:lnTo>
                  <a:pt x="3609974" y="2078774"/>
                </a:lnTo>
                <a:close/>
              </a:path>
              <a:path w="3655059" h="3630295">
                <a:moveTo>
                  <a:pt x="3644645" y="2017318"/>
                </a:moveTo>
                <a:lnTo>
                  <a:pt x="3632453" y="2038426"/>
                </a:lnTo>
                <a:lnTo>
                  <a:pt x="3653662" y="2050630"/>
                </a:lnTo>
                <a:lnTo>
                  <a:pt x="3654551" y="2049090"/>
                </a:lnTo>
                <a:lnTo>
                  <a:pt x="3654551" y="2023013"/>
                </a:lnTo>
                <a:lnTo>
                  <a:pt x="3644645" y="2017318"/>
                </a:lnTo>
                <a:close/>
              </a:path>
              <a:path w="3655059" h="3630295">
                <a:moveTo>
                  <a:pt x="2959861" y="3087217"/>
                </a:moveTo>
                <a:lnTo>
                  <a:pt x="2958972" y="3088639"/>
                </a:lnTo>
                <a:lnTo>
                  <a:pt x="2960369" y="3089465"/>
                </a:lnTo>
                <a:lnTo>
                  <a:pt x="2961258" y="3088043"/>
                </a:lnTo>
                <a:lnTo>
                  <a:pt x="2959861" y="3087217"/>
                </a:lnTo>
                <a:close/>
              </a:path>
              <a:path w="3655059" h="3630295">
                <a:moveTo>
                  <a:pt x="2994532" y="3025952"/>
                </a:moveTo>
                <a:lnTo>
                  <a:pt x="2993135" y="3028327"/>
                </a:lnTo>
                <a:lnTo>
                  <a:pt x="2995548" y="3029699"/>
                </a:lnTo>
                <a:lnTo>
                  <a:pt x="2996945" y="3027324"/>
                </a:lnTo>
                <a:lnTo>
                  <a:pt x="2994532" y="3025952"/>
                </a:lnTo>
                <a:close/>
              </a:path>
              <a:path w="3655059" h="3630295">
                <a:moveTo>
                  <a:pt x="3029203" y="2964497"/>
                </a:moveTo>
                <a:lnTo>
                  <a:pt x="3027171" y="2968066"/>
                </a:lnTo>
                <a:lnTo>
                  <a:pt x="3030727" y="2970123"/>
                </a:lnTo>
                <a:lnTo>
                  <a:pt x="3032759" y="2966554"/>
                </a:lnTo>
                <a:lnTo>
                  <a:pt x="3029203" y="2964497"/>
                </a:lnTo>
                <a:close/>
              </a:path>
              <a:path w="3655059" h="3630295">
                <a:moveTo>
                  <a:pt x="3063874" y="2903054"/>
                </a:moveTo>
                <a:lnTo>
                  <a:pt x="3061080" y="2907791"/>
                </a:lnTo>
                <a:lnTo>
                  <a:pt x="3065906" y="2910535"/>
                </a:lnTo>
                <a:lnTo>
                  <a:pt x="3068573" y="2905798"/>
                </a:lnTo>
                <a:lnTo>
                  <a:pt x="3063874" y="2903054"/>
                </a:lnTo>
                <a:close/>
              </a:path>
              <a:path w="3655059" h="3630295">
                <a:moveTo>
                  <a:pt x="3098545" y="2841777"/>
                </a:moveTo>
                <a:lnTo>
                  <a:pt x="3095243" y="2847479"/>
                </a:lnTo>
                <a:lnTo>
                  <a:pt x="3100958" y="2850768"/>
                </a:lnTo>
                <a:lnTo>
                  <a:pt x="3104260" y="2845066"/>
                </a:lnTo>
                <a:lnTo>
                  <a:pt x="3098545" y="2841777"/>
                </a:lnTo>
                <a:close/>
              </a:path>
              <a:path w="3655059" h="3630295">
                <a:moveTo>
                  <a:pt x="3133216" y="2780334"/>
                </a:moveTo>
                <a:lnTo>
                  <a:pt x="3129279" y="2787205"/>
                </a:lnTo>
                <a:lnTo>
                  <a:pt x="3136137" y="2791180"/>
                </a:lnTo>
                <a:lnTo>
                  <a:pt x="3140074" y="2784309"/>
                </a:lnTo>
                <a:lnTo>
                  <a:pt x="3133216" y="2780334"/>
                </a:lnTo>
                <a:close/>
              </a:path>
              <a:path w="3655059" h="3630295">
                <a:moveTo>
                  <a:pt x="3168014" y="2719057"/>
                </a:moveTo>
                <a:lnTo>
                  <a:pt x="3163442" y="2726893"/>
                </a:lnTo>
                <a:lnTo>
                  <a:pt x="3171316" y="2731414"/>
                </a:lnTo>
                <a:lnTo>
                  <a:pt x="3175761" y="2723591"/>
                </a:lnTo>
                <a:lnTo>
                  <a:pt x="3168014" y="2719057"/>
                </a:lnTo>
                <a:close/>
              </a:path>
              <a:path w="3655059" h="3630295">
                <a:moveTo>
                  <a:pt x="3202685" y="2657601"/>
                </a:moveTo>
                <a:lnTo>
                  <a:pt x="3197478" y="2666631"/>
                </a:lnTo>
                <a:lnTo>
                  <a:pt x="3206495" y="2671838"/>
                </a:lnTo>
                <a:lnTo>
                  <a:pt x="3211702" y="2662808"/>
                </a:lnTo>
                <a:lnTo>
                  <a:pt x="3202685" y="2657601"/>
                </a:lnTo>
                <a:close/>
              </a:path>
              <a:path w="3655059" h="3630295">
                <a:moveTo>
                  <a:pt x="3237356" y="2596349"/>
                </a:moveTo>
                <a:lnTo>
                  <a:pt x="3231641" y="2606319"/>
                </a:lnTo>
                <a:lnTo>
                  <a:pt x="3241547" y="2612072"/>
                </a:lnTo>
                <a:lnTo>
                  <a:pt x="3247389" y="2602102"/>
                </a:lnTo>
                <a:lnTo>
                  <a:pt x="3237356" y="2596349"/>
                </a:lnTo>
                <a:close/>
              </a:path>
              <a:path w="3655059" h="3630295">
                <a:moveTo>
                  <a:pt x="3272027" y="2535072"/>
                </a:moveTo>
                <a:lnTo>
                  <a:pt x="3265804" y="2545994"/>
                </a:lnTo>
                <a:lnTo>
                  <a:pt x="3276726" y="2552293"/>
                </a:lnTo>
                <a:lnTo>
                  <a:pt x="3282949" y="2541384"/>
                </a:lnTo>
                <a:lnTo>
                  <a:pt x="3272027" y="2535072"/>
                </a:lnTo>
                <a:close/>
              </a:path>
              <a:path w="3655059" h="3630295">
                <a:moveTo>
                  <a:pt x="3306698" y="2473629"/>
                </a:moveTo>
                <a:lnTo>
                  <a:pt x="3299713" y="2485732"/>
                </a:lnTo>
                <a:lnTo>
                  <a:pt x="3311905" y="2492717"/>
                </a:lnTo>
                <a:lnTo>
                  <a:pt x="3318890" y="2480614"/>
                </a:lnTo>
                <a:lnTo>
                  <a:pt x="3306698" y="2473629"/>
                </a:lnTo>
                <a:close/>
              </a:path>
              <a:path w="3655059" h="3630295">
                <a:moveTo>
                  <a:pt x="3341369" y="2412174"/>
                </a:moveTo>
                <a:lnTo>
                  <a:pt x="3333749" y="2425458"/>
                </a:lnTo>
                <a:lnTo>
                  <a:pt x="3347084" y="2433129"/>
                </a:lnTo>
                <a:lnTo>
                  <a:pt x="3354704" y="2419845"/>
                </a:lnTo>
                <a:lnTo>
                  <a:pt x="3341369" y="2412174"/>
                </a:lnTo>
                <a:close/>
              </a:path>
              <a:path w="3655059" h="3630295">
                <a:moveTo>
                  <a:pt x="3376167" y="2350909"/>
                </a:moveTo>
                <a:lnTo>
                  <a:pt x="3367912" y="2365146"/>
                </a:lnTo>
                <a:lnTo>
                  <a:pt x="3382136" y="2373363"/>
                </a:lnTo>
                <a:lnTo>
                  <a:pt x="3390391" y="2359126"/>
                </a:lnTo>
                <a:lnTo>
                  <a:pt x="3376167" y="2350909"/>
                </a:lnTo>
                <a:close/>
              </a:path>
              <a:path w="3655059" h="3630295">
                <a:moveTo>
                  <a:pt x="3410838" y="2289454"/>
                </a:moveTo>
                <a:lnTo>
                  <a:pt x="3401948" y="2304884"/>
                </a:lnTo>
                <a:lnTo>
                  <a:pt x="3417315" y="2313787"/>
                </a:lnTo>
                <a:lnTo>
                  <a:pt x="3426205" y="2298357"/>
                </a:lnTo>
                <a:lnTo>
                  <a:pt x="3410838" y="2289454"/>
                </a:lnTo>
                <a:close/>
              </a:path>
              <a:path w="3655059" h="3630295">
                <a:moveTo>
                  <a:pt x="3445509" y="2227999"/>
                </a:moveTo>
                <a:lnTo>
                  <a:pt x="3435857" y="2244610"/>
                </a:lnTo>
                <a:lnTo>
                  <a:pt x="3452494" y="2254199"/>
                </a:lnTo>
                <a:lnTo>
                  <a:pt x="3462146" y="2237587"/>
                </a:lnTo>
                <a:lnTo>
                  <a:pt x="3445509" y="2227999"/>
                </a:lnTo>
                <a:close/>
              </a:path>
              <a:path w="3655059" h="3630295">
                <a:moveTo>
                  <a:pt x="3480180" y="2166734"/>
                </a:moveTo>
                <a:lnTo>
                  <a:pt x="3470020" y="2184298"/>
                </a:lnTo>
                <a:lnTo>
                  <a:pt x="3487673" y="2194432"/>
                </a:lnTo>
                <a:lnTo>
                  <a:pt x="3497706" y="2176868"/>
                </a:lnTo>
                <a:lnTo>
                  <a:pt x="3480180" y="2166734"/>
                </a:lnTo>
                <a:close/>
              </a:path>
              <a:path w="3655059" h="3630295">
                <a:moveTo>
                  <a:pt x="3514851" y="2105278"/>
                </a:moveTo>
                <a:lnTo>
                  <a:pt x="3504056" y="2124024"/>
                </a:lnTo>
                <a:lnTo>
                  <a:pt x="3522852" y="2134857"/>
                </a:lnTo>
                <a:lnTo>
                  <a:pt x="3533647" y="2116099"/>
                </a:lnTo>
                <a:lnTo>
                  <a:pt x="3514851" y="2105278"/>
                </a:lnTo>
                <a:close/>
              </a:path>
              <a:path w="3655059" h="3630295">
                <a:moveTo>
                  <a:pt x="3549649" y="2044014"/>
                </a:moveTo>
                <a:lnTo>
                  <a:pt x="3538219" y="2063711"/>
                </a:lnTo>
                <a:lnTo>
                  <a:pt x="3557904" y="2075078"/>
                </a:lnTo>
                <a:lnTo>
                  <a:pt x="3569334" y="2055380"/>
                </a:lnTo>
                <a:lnTo>
                  <a:pt x="3549649" y="2044014"/>
                </a:lnTo>
                <a:close/>
              </a:path>
              <a:path w="3655059" h="3630295">
                <a:moveTo>
                  <a:pt x="3584320" y="1982558"/>
                </a:moveTo>
                <a:lnTo>
                  <a:pt x="3572255" y="2003437"/>
                </a:lnTo>
                <a:lnTo>
                  <a:pt x="3593083" y="2015502"/>
                </a:lnTo>
                <a:lnTo>
                  <a:pt x="3605148" y="1994611"/>
                </a:lnTo>
                <a:lnTo>
                  <a:pt x="3584320" y="1982558"/>
                </a:lnTo>
                <a:close/>
              </a:path>
              <a:path w="3655059" h="3630295">
                <a:moveTo>
                  <a:pt x="3618991" y="1921103"/>
                </a:moveTo>
                <a:lnTo>
                  <a:pt x="3606164" y="1943176"/>
                </a:lnTo>
                <a:lnTo>
                  <a:pt x="3628262" y="1955926"/>
                </a:lnTo>
                <a:lnTo>
                  <a:pt x="3640962" y="1933854"/>
                </a:lnTo>
                <a:lnTo>
                  <a:pt x="3618991" y="1921103"/>
                </a:lnTo>
                <a:close/>
              </a:path>
              <a:path w="3655059" h="3630295">
                <a:moveTo>
                  <a:pt x="3653662" y="1859838"/>
                </a:moveTo>
                <a:lnTo>
                  <a:pt x="3640327" y="1882863"/>
                </a:lnTo>
                <a:lnTo>
                  <a:pt x="3654551" y="1891083"/>
                </a:lnTo>
                <a:lnTo>
                  <a:pt x="3654551" y="1860353"/>
                </a:lnTo>
                <a:lnTo>
                  <a:pt x="3653662" y="1859838"/>
                </a:lnTo>
                <a:close/>
              </a:path>
              <a:path w="3655059" h="3630295">
                <a:moveTo>
                  <a:pt x="2900552" y="3053156"/>
                </a:moveTo>
                <a:lnTo>
                  <a:pt x="2898967" y="3053156"/>
                </a:lnTo>
                <a:lnTo>
                  <a:pt x="2898647" y="3053651"/>
                </a:lnTo>
                <a:lnTo>
                  <a:pt x="2900286" y="3053651"/>
                </a:lnTo>
                <a:lnTo>
                  <a:pt x="2900552" y="3053156"/>
                </a:lnTo>
                <a:close/>
              </a:path>
              <a:path w="3655059" h="3630295">
                <a:moveTo>
                  <a:pt x="2934080" y="2991205"/>
                </a:moveTo>
                <a:lnTo>
                  <a:pt x="2932810" y="2993339"/>
                </a:lnTo>
                <a:lnTo>
                  <a:pt x="2934969" y="2994571"/>
                </a:lnTo>
                <a:lnTo>
                  <a:pt x="2936239" y="2992437"/>
                </a:lnTo>
                <a:lnTo>
                  <a:pt x="2934080" y="2991205"/>
                </a:lnTo>
                <a:close/>
              </a:path>
              <a:path w="3655059" h="3630295">
                <a:moveTo>
                  <a:pt x="2968751" y="2929750"/>
                </a:moveTo>
                <a:lnTo>
                  <a:pt x="2966846" y="2933077"/>
                </a:lnTo>
                <a:lnTo>
                  <a:pt x="2970148" y="2934982"/>
                </a:lnTo>
                <a:lnTo>
                  <a:pt x="2972053" y="2931667"/>
                </a:lnTo>
                <a:lnTo>
                  <a:pt x="2968751" y="2929750"/>
                </a:lnTo>
                <a:close/>
              </a:path>
              <a:path w="3655059" h="3630295">
                <a:moveTo>
                  <a:pt x="3003422" y="2868294"/>
                </a:moveTo>
                <a:lnTo>
                  <a:pt x="3000882" y="2872803"/>
                </a:lnTo>
                <a:lnTo>
                  <a:pt x="3005327" y="2875406"/>
                </a:lnTo>
                <a:lnTo>
                  <a:pt x="3007994" y="2870898"/>
                </a:lnTo>
                <a:lnTo>
                  <a:pt x="3003422" y="2868294"/>
                </a:lnTo>
                <a:close/>
              </a:path>
              <a:path w="3655059" h="3630295">
                <a:moveTo>
                  <a:pt x="3038093" y="2807030"/>
                </a:moveTo>
                <a:lnTo>
                  <a:pt x="3035045" y="2812491"/>
                </a:lnTo>
                <a:lnTo>
                  <a:pt x="3040506" y="2815640"/>
                </a:lnTo>
                <a:lnTo>
                  <a:pt x="3043554" y="2810179"/>
                </a:lnTo>
                <a:lnTo>
                  <a:pt x="3038093" y="2807030"/>
                </a:lnTo>
                <a:close/>
              </a:path>
              <a:path w="3655059" h="3630295">
                <a:moveTo>
                  <a:pt x="3072764" y="2745574"/>
                </a:moveTo>
                <a:lnTo>
                  <a:pt x="3068954" y="2752216"/>
                </a:lnTo>
                <a:lnTo>
                  <a:pt x="3075685" y="2756065"/>
                </a:lnTo>
                <a:lnTo>
                  <a:pt x="3079495" y="2749410"/>
                </a:lnTo>
                <a:lnTo>
                  <a:pt x="3072764" y="2745574"/>
                </a:lnTo>
                <a:close/>
              </a:path>
              <a:path w="3655059" h="3630295">
                <a:moveTo>
                  <a:pt x="3107562" y="2684310"/>
                </a:moveTo>
                <a:lnTo>
                  <a:pt x="3103117" y="2691904"/>
                </a:lnTo>
                <a:lnTo>
                  <a:pt x="3110737" y="2696286"/>
                </a:lnTo>
                <a:lnTo>
                  <a:pt x="3115182" y="2688691"/>
                </a:lnTo>
                <a:lnTo>
                  <a:pt x="3107562" y="2684310"/>
                </a:lnTo>
                <a:close/>
              </a:path>
              <a:path w="3655059" h="3630295">
                <a:moveTo>
                  <a:pt x="3142233" y="2622854"/>
                </a:moveTo>
                <a:lnTo>
                  <a:pt x="3137153" y="2631630"/>
                </a:lnTo>
                <a:lnTo>
                  <a:pt x="3145916" y="2636710"/>
                </a:lnTo>
                <a:lnTo>
                  <a:pt x="3150996" y="2627922"/>
                </a:lnTo>
                <a:lnTo>
                  <a:pt x="3142233" y="2622854"/>
                </a:lnTo>
                <a:close/>
              </a:path>
              <a:path w="3655059" h="3630295">
                <a:moveTo>
                  <a:pt x="3176904" y="2561399"/>
                </a:moveTo>
                <a:lnTo>
                  <a:pt x="3171189" y="2571368"/>
                </a:lnTo>
                <a:lnTo>
                  <a:pt x="3181095" y="2577122"/>
                </a:lnTo>
                <a:lnTo>
                  <a:pt x="3186810" y="2567152"/>
                </a:lnTo>
                <a:lnTo>
                  <a:pt x="3176904" y="2561399"/>
                </a:lnTo>
                <a:close/>
              </a:path>
              <a:path w="3655059" h="3630295">
                <a:moveTo>
                  <a:pt x="3211575" y="2500147"/>
                </a:moveTo>
                <a:lnTo>
                  <a:pt x="3205352" y="2511056"/>
                </a:lnTo>
                <a:lnTo>
                  <a:pt x="3216274" y="2517355"/>
                </a:lnTo>
                <a:lnTo>
                  <a:pt x="3222497" y="2506446"/>
                </a:lnTo>
                <a:lnTo>
                  <a:pt x="3211575" y="2500147"/>
                </a:lnTo>
                <a:close/>
              </a:path>
              <a:path w="3655059" h="3630295">
                <a:moveTo>
                  <a:pt x="3246246" y="2438679"/>
                </a:moveTo>
                <a:lnTo>
                  <a:pt x="3239261" y="2450795"/>
                </a:lnTo>
                <a:lnTo>
                  <a:pt x="3251326" y="2457780"/>
                </a:lnTo>
                <a:lnTo>
                  <a:pt x="3258311" y="2445677"/>
                </a:lnTo>
                <a:lnTo>
                  <a:pt x="3246246" y="2438679"/>
                </a:lnTo>
                <a:close/>
              </a:path>
              <a:path w="3655059" h="3630295">
                <a:moveTo>
                  <a:pt x="3280917" y="2377224"/>
                </a:moveTo>
                <a:lnTo>
                  <a:pt x="3273297" y="2390520"/>
                </a:lnTo>
                <a:lnTo>
                  <a:pt x="3286505" y="2398191"/>
                </a:lnTo>
                <a:lnTo>
                  <a:pt x="3294252" y="2384907"/>
                </a:lnTo>
                <a:lnTo>
                  <a:pt x="3280917" y="2377224"/>
                </a:lnTo>
                <a:close/>
              </a:path>
              <a:path w="3655059" h="3630295">
                <a:moveTo>
                  <a:pt x="3315715" y="2315971"/>
                </a:moveTo>
                <a:lnTo>
                  <a:pt x="3307460" y="2330208"/>
                </a:lnTo>
                <a:lnTo>
                  <a:pt x="3321684" y="2338425"/>
                </a:lnTo>
                <a:lnTo>
                  <a:pt x="3329939" y="2324188"/>
                </a:lnTo>
                <a:lnTo>
                  <a:pt x="3315715" y="2315971"/>
                </a:lnTo>
                <a:close/>
              </a:path>
              <a:path w="3655059" h="3630295">
                <a:moveTo>
                  <a:pt x="3350386" y="2254503"/>
                </a:moveTo>
                <a:lnTo>
                  <a:pt x="3341369" y="2269934"/>
                </a:lnTo>
                <a:lnTo>
                  <a:pt x="3356863" y="2278849"/>
                </a:lnTo>
                <a:lnTo>
                  <a:pt x="3365753" y="2263419"/>
                </a:lnTo>
                <a:lnTo>
                  <a:pt x="3350386" y="2254503"/>
                </a:lnTo>
                <a:close/>
              </a:path>
              <a:path w="3655059" h="3630295">
                <a:moveTo>
                  <a:pt x="3385057" y="2193251"/>
                </a:moveTo>
                <a:lnTo>
                  <a:pt x="3375659" y="2209622"/>
                </a:lnTo>
                <a:lnTo>
                  <a:pt x="3391915" y="2219070"/>
                </a:lnTo>
                <a:lnTo>
                  <a:pt x="3401440" y="2202700"/>
                </a:lnTo>
                <a:lnTo>
                  <a:pt x="3385057" y="2193251"/>
                </a:lnTo>
                <a:close/>
              </a:path>
              <a:path w="3655059" h="3630295">
                <a:moveTo>
                  <a:pt x="3419728" y="2131974"/>
                </a:moveTo>
                <a:lnTo>
                  <a:pt x="3409822" y="2149309"/>
                </a:lnTo>
                <a:lnTo>
                  <a:pt x="3427094" y="2159304"/>
                </a:lnTo>
                <a:lnTo>
                  <a:pt x="3437127" y="2141981"/>
                </a:lnTo>
                <a:lnTo>
                  <a:pt x="3419728" y="2131974"/>
                </a:lnTo>
                <a:close/>
              </a:path>
              <a:path w="3655059" h="3630295">
                <a:moveTo>
                  <a:pt x="3454399" y="2070519"/>
                </a:moveTo>
                <a:lnTo>
                  <a:pt x="3443731" y="2089035"/>
                </a:lnTo>
                <a:lnTo>
                  <a:pt x="3462273" y="2099729"/>
                </a:lnTo>
                <a:lnTo>
                  <a:pt x="3472941" y="2081212"/>
                </a:lnTo>
                <a:lnTo>
                  <a:pt x="3454399" y="2070519"/>
                </a:lnTo>
                <a:close/>
              </a:path>
              <a:path w="3655059" h="3630295">
                <a:moveTo>
                  <a:pt x="3489197" y="2009266"/>
                </a:moveTo>
                <a:lnTo>
                  <a:pt x="3477894" y="2028723"/>
                </a:lnTo>
                <a:lnTo>
                  <a:pt x="3497325" y="2039950"/>
                </a:lnTo>
                <a:lnTo>
                  <a:pt x="3508628" y="2020493"/>
                </a:lnTo>
                <a:lnTo>
                  <a:pt x="3489197" y="2009266"/>
                </a:lnTo>
                <a:close/>
              </a:path>
              <a:path w="3655059" h="3630295">
                <a:moveTo>
                  <a:pt x="3523868" y="1947798"/>
                </a:moveTo>
                <a:lnTo>
                  <a:pt x="3511930" y="1968449"/>
                </a:lnTo>
                <a:lnTo>
                  <a:pt x="3532504" y="1980374"/>
                </a:lnTo>
                <a:lnTo>
                  <a:pt x="3544442" y="1959724"/>
                </a:lnTo>
                <a:lnTo>
                  <a:pt x="3523868" y="1947798"/>
                </a:lnTo>
                <a:close/>
              </a:path>
              <a:path w="3655059" h="3630295">
                <a:moveTo>
                  <a:pt x="3558539" y="1886356"/>
                </a:moveTo>
                <a:lnTo>
                  <a:pt x="3545839" y="1908187"/>
                </a:lnTo>
                <a:lnTo>
                  <a:pt x="3567683" y="1920798"/>
                </a:lnTo>
                <a:lnTo>
                  <a:pt x="3580256" y="1898954"/>
                </a:lnTo>
                <a:lnTo>
                  <a:pt x="3558539" y="1886356"/>
                </a:lnTo>
                <a:close/>
              </a:path>
              <a:path w="3655059" h="3630295">
                <a:moveTo>
                  <a:pt x="3593210" y="1825091"/>
                </a:moveTo>
                <a:lnTo>
                  <a:pt x="3580129" y="1847862"/>
                </a:lnTo>
                <a:lnTo>
                  <a:pt x="3602862" y="1861019"/>
                </a:lnTo>
                <a:lnTo>
                  <a:pt x="3615943" y="1838248"/>
                </a:lnTo>
                <a:lnTo>
                  <a:pt x="3593210" y="1825091"/>
                </a:lnTo>
                <a:close/>
              </a:path>
              <a:path w="3655059" h="3630295">
                <a:moveTo>
                  <a:pt x="3627881" y="1763636"/>
                </a:moveTo>
                <a:lnTo>
                  <a:pt x="3614038" y="1787601"/>
                </a:lnTo>
                <a:lnTo>
                  <a:pt x="3638041" y="1801444"/>
                </a:lnTo>
                <a:lnTo>
                  <a:pt x="3651884" y="1777479"/>
                </a:lnTo>
                <a:lnTo>
                  <a:pt x="3627881" y="1763636"/>
                </a:lnTo>
                <a:close/>
              </a:path>
              <a:path w="3655059" h="3630295">
                <a:moveTo>
                  <a:pt x="3654551" y="1716084"/>
                </a:moveTo>
                <a:lnTo>
                  <a:pt x="3648074" y="1727339"/>
                </a:lnTo>
                <a:lnTo>
                  <a:pt x="3654551" y="1731078"/>
                </a:lnTo>
                <a:lnTo>
                  <a:pt x="3654551" y="1716084"/>
                </a:lnTo>
                <a:close/>
              </a:path>
              <a:path w="3655059" h="3630295">
                <a:moveTo>
                  <a:pt x="2873628" y="2956445"/>
                </a:moveTo>
                <a:lnTo>
                  <a:pt x="2872612" y="2958350"/>
                </a:lnTo>
                <a:lnTo>
                  <a:pt x="2874517" y="2959442"/>
                </a:lnTo>
                <a:lnTo>
                  <a:pt x="2875533" y="2957550"/>
                </a:lnTo>
                <a:lnTo>
                  <a:pt x="2873628" y="2956445"/>
                </a:lnTo>
                <a:close/>
              </a:path>
              <a:path w="3655059" h="3630295">
                <a:moveTo>
                  <a:pt x="2908299" y="2894990"/>
                </a:moveTo>
                <a:lnTo>
                  <a:pt x="2906521" y="2898076"/>
                </a:lnTo>
                <a:lnTo>
                  <a:pt x="2909696" y="2899867"/>
                </a:lnTo>
                <a:lnTo>
                  <a:pt x="2911474" y="2896781"/>
                </a:lnTo>
                <a:lnTo>
                  <a:pt x="2908299" y="2894990"/>
                </a:lnTo>
                <a:close/>
              </a:path>
              <a:path w="3655059" h="3630295">
                <a:moveTo>
                  <a:pt x="2942970" y="2833535"/>
                </a:moveTo>
                <a:lnTo>
                  <a:pt x="2940557" y="2837814"/>
                </a:lnTo>
                <a:lnTo>
                  <a:pt x="2944748" y="2840278"/>
                </a:lnTo>
                <a:lnTo>
                  <a:pt x="2947288" y="2836011"/>
                </a:lnTo>
                <a:lnTo>
                  <a:pt x="2942970" y="2833535"/>
                </a:lnTo>
                <a:close/>
              </a:path>
              <a:path w="3655059" h="3630295">
                <a:moveTo>
                  <a:pt x="2977768" y="2772270"/>
                </a:moveTo>
                <a:lnTo>
                  <a:pt x="2974720" y="2777502"/>
                </a:lnTo>
                <a:lnTo>
                  <a:pt x="2979927" y="2780512"/>
                </a:lnTo>
                <a:lnTo>
                  <a:pt x="2982975" y="2775292"/>
                </a:lnTo>
                <a:lnTo>
                  <a:pt x="2977768" y="2772270"/>
                </a:lnTo>
                <a:close/>
              </a:path>
              <a:path w="3655059" h="3630295">
                <a:moveTo>
                  <a:pt x="3012439" y="2710827"/>
                </a:moveTo>
                <a:lnTo>
                  <a:pt x="3008629" y="2717228"/>
                </a:lnTo>
                <a:lnTo>
                  <a:pt x="3015106" y="2720936"/>
                </a:lnTo>
                <a:lnTo>
                  <a:pt x="3018789" y="2714523"/>
                </a:lnTo>
                <a:lnTo>
                  <a:pt x="3012439" y="2710827"/>
                </a:lnTo>
                <a:close/>
              </a:path>
              <a:path w="3655059" h="3630295">
                <a:moveTo>
                  <a:pt x="3047110" y="2649562"/>
                </a:moveTo>
                <a:lnTo>
                  <a:pt x="3042919" y="2656916"/>
                </a:lnTo>
                <a:lnTo>
                  <a:pt x="3050158" y="2661157"/>
                </a:lnTo>
                <a:lnTo>
                  <a:pt x="3054476" y="2653804"/>
                </a:lnTo>
                <a:lnTo>
                  <a:pt x="3047110" y="2649562"/>
                </a:lnTo>
                <a:close/>
              </a:path>
              <a:path w="3655059" h="3630295">
                <a:moveTo>
                  <a:pt x="3081781" y="2588107"/>
                </a:moveTo>
                <a:lnTo>
                  <a:pt x="3076828" y="2596641"/>
                </a:lnTo>
                <a:lnTo>
                  <a:pt x="3085337" y="2601582"/>
                </a:lnTo>
                <a:lnTo>
                  <a:pt x="3090290" y="2593035"/>
                </a:lnTo>
                <a:lnTo>
                  <a:pt x="3081781" y="2588107"/>
                </a:lnTo>
                <a:close/>
              </a:path>
              <a:path w="3655059" h="3630295">
                <a:moveTo>
                  <a:pt x="3116452" y="2526652"/>
                </a:moveTo>
                <a:lnTo>
                  <a:pt x="3110864" y="2536380"/>
                </a:lnTo>
                <a:lnTo>
                  <a:pt x="3120516" y="2542006"/>
                </a:lnTo>
                <a:lnTo>
                  <a:pt x="3126231" y="2532265"/>
                </a:lnTo>
                <a:lnTo>
                  <a:pt x="3116452" y="2526652"/>
                </a:lnTo>
                <a:close/>
              </a:path>
              <a:path w="3655059" h="3630295">
                <a:moveTo>
                  <a:pt x="3151123" y="2465387"/>
                </a:moveTo>
                <a:lnTo>
                  <a:pt x="3145027" y="2476068"/>
                </a:lnTo>
                <a:lnTo>
                  <a:pt x="3155695" y="2482227"/>
                </a:lnTo>
                <a:lnTo>
                  <a:pt x="3161791" y="2471546"/>
                </a:lnTo>
                <a:lnTo>
                  <a:pt x="3151123" y="2465387"/>
                </a:lnTo>
                <a:close/>
              </a:path>
              <a:path w="3655059" h="3630295">
                <a:moveTo>
                  <a:pt x="3185794" y="2403932"/>
                </a:moveTo>
                <a:lnTo>
                  <a:pt x="3178936" y="2415793"/>
                </a:lnTo>
                <a:lnTo>
                  <a:pt x="3190874" y="2422651"/>
                </a:lnTo>
                <a:lnTo>
                  <a:pt x="3197732" y="2410790"/>
                </a:lnTo>
                <a:lnTo>
                  <a:pt x="3185794" y="2403932"/>
                </a:lnTo>
                <a:close/>
              </a:path>
              <a:path w="3655059" h="3630295">
                <a:moveTo>
                  <a:pt x="3220465" y="2342476"/>
                </a:moveTo>
                <a:lnTo>
                  <a:pt x="3212972" y="2355532"/>
                </a:lnTo>
                <a:lnTo>
                  <a:pt x="3226053" y="2363063"/>
                </a:lnTo>
                <a:lnTo>
                  <a:pt x="3233546" y="2350007"/>
                </a:lnTo>
                <a:lnTo>
                  <a:pt x="3220465" y="2342476"/>
                </a:lnTo>
                <a:close/>
              </a:path>
              <a:path w="3655059" h="3630295">
                <a:moveTo>
                  <a:pt x="3255263" y="2281212"/>
                </a:moveTo>
                <a:lnTo>
                  <a:pt x="3247135" y="2295220"/>
                </a:lnTo>
                <a:lnTo>
                  <a:pt x="3261105" y="2303297"/>
                </a:lnTo>
                <a:lnTo>
                  <a:pt x="3269233" y="2289301"/>
                </a:lnTo>
                <a:lnTo>
                  <a:pt x="3255263" y="2281212"/>
                </a:lnTo>
                <a:close/>
              </a:path>
              <a:path w="3655059" h="3630295">
                <a:moveTo>
                  <a:pt x="3289934" y="2219756"/>
                </a:moveTo>
                <a:lnTo>
                  <a:pt x="3281171" y="2234945"/>
                </a:lnTo>
                <a:lnTo>
                  <a:pt x="3296284" y="2243708"/>
                </a:lnTo>
                <a:lnTo>
                  <a:pt x="3305047" y="2228532"/>
                </a:lnTo>
                <a:lnTo>
                  <a:pt x="3289934" y="2219756"/>
                </a:lnTo>
                <a:close/>
              </a:path>
              <a:path w="3655059" h="3630295">
                <a:moveTo>
                  <a:pt x="3324605" y="2158301"/>
                </a:moveTo>
                <a:lnTo>
                  <a:pt x="3315080" y="2174684"/>
                </a:lnTo>
                <a:lnTo>
                  <a:pt x="3331463" y="2184133"/>
                </a:lnTo>
                <a:lnTo>
                  <a:pt x="3340988" y="2167762"/>
                </a:lnTo>
                <a:lnTo>
                  <a:pt x="3324605" y="2158301"/>
                </a:lnTo>
                <a:close/>
              </a:path>
              <a:path w="3655059" h="3630295">
                <a:moveTo>
                  <a:pt x="3359276" y="2097036"/>
                </a:moveTo>
                <a:lnTo>
                  <a:pt x="3349243" y="2114359"/>
                </a:lnTo>
                <a:lnTo>
                  <a:pt x="3366642" y="2124367"/>
                </a:lnTo>
                <a:lnTo>
                  <a:pt x="3376548" y="2107044"/>
                </a:lnTo>
                <a:lnTo>
                  <a:pt x="3359276" y="2097036"/>
                </a:lnTo>
                <a:close/>
              </a:path>
              <a:path w="3655059" h="3630295">
                <a:moveTo>
                  <a:pt x="3393947" y="2035771"/>
                </a:moveTo>
                <a:lnTo>
                  <a:pt x="3383406" y="2054047"/>
                </a:lnTo>
                <a:lnTo>
                  <a:pt x="3401694" y="2064600"/>
                </a:lnTo>
                <a:lnTo>
                  <a:pt x="3412235" y="2046325"/>
                </a:lnTo>
                <a:lnTo>
                  <a:pt x="3393947" y="2035771"/>
                </a:lnTo>
                <a:close/>
              </a:path>
              <a:path w="3655059" h="3630295">
                <a:moveTo>
                  <a:pt x="3428618" y="1974316"/>
                </a:moveTo>
                <a:lnTo>
                  <a:pt x="3417442" y="1993772"/>
                </a:lnTo>
                <a:lnTo>
                  <a:pt x="3436873" y="2005012"/>
                </a:lnTo>
                <a:lnTo>
                  <a:pt x="3448176" y="1985556"/>
                </a:lnTo>
                <a:lnTo>
                  <a:pt x="3428618" y="1974316"/>
                </a:lnTo>
                <a:close/>
              </a:path>
              <a:path w="3655059" h="3630295">
                <a:moveTo>
                  <a:pt x="3463416" y="1913051"/>
                </a:moveTo>
                <a:lnTo>
                  <a:pt x="3451605" y="1933460"/>
                </a:lnTo>
                <a:lnTo>
                  <a:pt x="3472052" y="1945246"/>
                </a:lnTo>
                <a:lnTo>
                  <a:pt x="3483736" y="1924837"/>
                </a:lnTo>
                <a:lnTo>
                  <a:pt x="3463416" y="1913051"/>
                </a:lnTo>
                <a:close/>
              </a:path>
              <a:path w="3655059" h="3630295">
                <a:moveTo>
                  <a:pt x="3498087" y="1851596"/>
                </a:moveTo>
                <a:lnTo>
                  <a:pt x="3485641" y="1873199"/>
                </a:lnTo>
                <a:lnTo>
                  <a:pt x="3507231" y="1885670"/>
                </a:lnTo>
                <a:lnTo>
                  <a:pt x="3519677" y="1864067"/>
                </a:lnTo>
                <a:lnTo>
                  <a:pt x="3498087" y="1851596"/>
                </a:lnTo>
                <a:close/>
              </a:path>
              <a:path w="3655059" h="3630295">
                <a:moveTo>
                  <a:pt x="3532758" y="1790141"/>
                </a:moveTo>
                <a:lnTo>
                  <a:pt x="3519550" y="1812924"/>
                </a:lnTo>
                <a:lnTo>
                  <a:pt x="3542410" y="1826082"/>
                </a:lnTo>
                <a:lnTo>
                  <a:pt x="3555491" y="1803298"/>
                </a:lnTo>
                <a:lnTo>
                  <a:pt x="3532758" y="1790141"/>
                </a:lnTo>
                <a:close/>
              </a:path>
              <a:path w="3655059" h="3630295">
                <a:moveTo>
                  <a:pt x="3567429" y="1728876"/>
                </a:moveTo>
                <a:lnTo>
                  <a:pt x="3553713" y="1752612"/>
                </a:lnTo>
                <a:lnTo>
                  <a:pt x="3577462" y="1766315"/>
                </a:lnTo>
                <a:lnTo>
                  <a:pt x="3591178" y="1742579"/>
                </a:lnTo>
                <a:lnTo>
                  <a:pt x="3567429" y="1728876"/>
                </a:lnTo>
                <a:close/>
              </a:path>
              <a:path w="3655059" h="3630295">
                <a:moveTo>
                  <a:pt x="3602100" y="1667433"/>
                </a:moveTo>
                <a:lnTo>
                  <a:pt x="3587749" y="1692351"/>
                </a:lnTo>
                <a:lnTo>
                  <a:pt x="3612641" y="1706727"/>
                </a:lnTo>
                <a:lnTo>
                  <a:pt x="3626992" y="1681810"/>
                </a:lnTo>
                <a:lnTo>
                  <a:pt x="3602100" y="1667433"/>
                </a:lnTo>
                <a:close/>
              </a:path>
              <a:path w="3655059" h="3630295">
                <a:moveTo>
                  <a:pt x="3636898" y="1606156"/>
                </a:moveTo>
                <a:lnTo>
                  <a:pt x="3621912" y="1632026"/>
                </a:lnTo>
                <a:lnTo>
                  <a:pt x="3647820" y="1646961"/>
                </a:lnTo>
                <a:lnTo>
                  <a:pt x="3654551" y="1635242"/>
                </a:lnTo>
                <a:lnTo>
                  <a:pt x="3654551" y="1616382"/>
                </a:lnTo>
                <a:lnTo>
                  <a:pt x="3636898" y="1606156"/>
                </a:lnTo>
                <a:close/>
              </a:path>
              <a:path w="3655059" h="3630295">
                <a:moveTo>
                  <a:pt x="2437256" y="2462529"/>
                </a:moveTo>
                <a:lnTo>
                  <a:pt x="2433700" y="2462529"/>
                </a:lnTo>
                <a:lnTo>
                  <a:pt x="2431668" y="2475229"/>
                </a:lnTo>
                <a:lnTo>
                  <a:pt x="2435224" y="2475229"/>
                </a:lnTo>
                <a:lnTo>
                  <a:pt x="2437256" y="2462529"/>
                </a:lnTo>
                <a:close/>
              </a:path>
              <a:path w="3655059" h="3630295">
                <a:moveTo>
                  <a:pt x="3004819" y="2462529"/>
                </a:moveTo>
                <a:lnTo>
                  <a:pt x="2995548" y="2462529"/>
                </a:lnTo>
                <a:lnTo>
                  <a:pt x="2990214" y="2475229"/>
                </a:lnTo>
                <a:lnTo>
                  <a:pt x="2999485" y="2475229"/>
                </a:lnTo>
                <a:lnTo>
                  <a:pt x="3004819" y="2462529"/>
                </a:lnTo>
                <a:close/>
              </a:path>
              <a:path w="3655059" h="3630295">
                <a:moveTo>
                  <a:pt x="2690875" y="2449829"/>
                </a:moveTo>
                <a:lnTo>
                  <a:pt x="2680715" y="2449829"/>
                </a:lnTo>
                <a:lnTo>
                  <a:pt x="2687065" y="2462529"/>
                </a:lnTo>
                <a:lnTo>
                  <a:pt x="2690875" y="2449829"/>
                </a:lnTo>
                <a:close/>
              </a:path>
              <a:path w="3655059" h="3630295">
                <a:moveTo>
                  <a:pt x="2840100" y="2449829"/>
                </a:moveTo>
                <a:lnTo>
                  <a:pt x="2835655" y="2462529"/>
                </a:lnTo>
                <a:lnTo>
                  <a:pt x="2847593" y="2462529"/>
                </a:lnTo>
                <a:lnTo>
                  <a:pt x="2840100" y="2449829"/>
                </a:lnTo>
                <a:close/>
              </a:path>
              <a:path w="3655059" h="3630295">
                <a:moveTo>
                  <a:pt x="2533776" y="2437129"/>
                </a:moveTo>
                <a:lnTo>
                  <a:pt x="2528823" y="2437129"/>
                </a:lnTo>
                <a:lnTo>
                  <a:pt x="2525902" y="2449829"/>
                </a:lnTo>
                <a:lnTo>
                  <a:pt x="2530982" y="2449829"/>
                </a:lnTo>
                <a:lnTo>
                  <a:pt x="2533776" y="2437129"/>
                </a:lnTo>
                <a:close/>
              </a:path>
              <a:path w="3655059" h="3630295">
                <a:moveTo>
                  <a:pt x="3101212" y="2437129"/>
                </a:moveTo>
                <a:lnTo>
                  <a:pt x="3090798" y="2437129"/>
                </a:lnTo>
                <a:lnTo>
                  <a:pt x="3084702" y="2449829"/>
                </a:lnTo>
                <a:lnTo>
                  <a:pt x="3095116" y="2449829"/>
                </a:lnTo>
                <a:lnTo>
                  <a:pt x="3101212" y="2437129"/>
                </a:lnTo>
                <a:close/>
              </a:path>
              <a:path w="3655059" h="3630295">
                <a:moveTo>
                  <a:pt x="2373248" y="2424429"/>
                </a:moveTo>
                <a:lnTo>
                  <a:pt x="2371343" y="2437129"/>
                </a:lnTo>
                <a:lnTo>
                  <a:pt x="2376677" y="2437129"/>
                </a:lnTo>
                <a:lnTo>
                  <a:pt x="2373248" y="2424429"/>
                </a:lnTo>
                <a:close/>
              </a:path>
              <a:path w="3655059" h="3630295">
                <a:moveTo>
                  <a:pt x="2787141" y="2424429"/>
                </a:moveTo>
                <a:lnTo>
                  <a:pt x="2775203" y="2424429"/>
                </a:lnTo>
                <a:lnTo>
                  <a:pt x="2782823" y="2437129"/>
                </a:lnTo>
                <a:lnTo>
                  <a:pt x="2787141" y="2424429"/>
                </a:lnTo>
                <a:close/>
              </a:path>
              <a:path w="3655059" h="3630295">
                <a:moveTo>
                  <a:pt x="2935096" y="2424429"/>
                </a:moveTo>
                <a:lnTo>
                  <a:pt x="2929889" y="2437129"/>
                </a:lnTo>
                <a:lnTo>
                  <a:pt x="2944113" y="2437129"/>
                </a:lnTo>
                <a:lnTo>
                  <a:pt x="2935096" y="2424429"/>
                </a:lnTo>
                <a:close/>
              </a:path>
              <a:path w="3655059" h="3630295">
                <a:moveTo>
                  <a:pt x="2630169" y="2411729"/>
                </a:moveTo>
                <a:lnTo>
                  <a:pt x="2623946" y="2411729"/>
                </a:lnTo>
                <a:lnTo>
                  <a:pt x="2620390" y="2424429"/>
                </a:lnTo>
                <a:lnTo>
                  <a:pt x="2626613" y="2424429"/>
                </a:lnTo>
                <a:lnTo>
                  <a:pt x="2630169" y="2411729"/>
                </a:lnTo>
                <a:close/>
              </a:path>
              <a:path w="3655059" h="3630295">
                <a:moveTo>
                  <a:pt x="3030219" y="2399029"/>
                </a:moveTo>
                <a:lnTo>
                  <a:pt x="3024250" y="2411729"/>
                </a:lnTo>
                <a:lnTo>
                  <a:pt x="3034664" y="2424429"/>
                </a:lnTo>
                <a:lnTo>
                  <a:pt x="3040633" y="2411729"/>
                </a:lnTo>
                <a:lnTo>
                  <a:pt x="3030219" y="2399029"/>
                </a:lnTo>
                <a:close/>
              </a:path>
              <a:path w="3655059" h="3630295">
                <a:moveTo>
                  <a:pt x="2468371" y="2399029"/>
                </a:moveTo>
                <a:lnTo>
                  <a:pt x="2465704" y="2411729"/>
                </a:lnTo>
                <a:lnTo>
                  <a:pt x="2473197" y="2411729"/>
                </a:lnTo>
                <a:lnTo>
                  <a:pt x="2468371" y="2399029"/>
                </a:lnTo>
                <a:close/>
              </a:path>
              <a:path w="3655059" h="3630295">
                <a:moveTo>
                  <a:pt x="2883534" y="2399029"/>
                </a:moveTo>
                <a:lnTo>
                  <a:pt x="2869691" y="2399029"/>
                </a:lnTo>
                <a:lnTo>
                  <a:pt x="2878454" y="2411729"/>
                </a:lnTo>
                <a:lnTo>
                  <a:pt x="2883534" y="2399029"/>
                </a:lnTo>
                <a:close/>
              </a:path>
              <a:path w="3655059" h="3630295">
                <a:moveTo>
                  <a:pt x="2726435" y="2386329"/>
                </a:moveTo>
                <a:lnTo>
                  <a:pt x="2719069" y="2386329"/>
                </a:lnTo>
                <a:lnTo>
                  <a:pt x="2714878" y="2399029"/>
                </a:lnTo>
                <a:lnTo>
                  <a:pt x="2722244" y="2399029"/>
                </a:lnTo>
                <a:lnTo>
                  <a:pt x="2726435" y="2386329"/>
                </a:lnTo>
                <a:close/>
              </a:path>
              <a:path w="3655059" h="3630295">
                <a:moveTo>
                  <a:pt x="3125469" y="2373629"/>
                </a:moveTo>
                <a:lnTo>
                  <a:pt x="3118738" y="2386329"/>
                </a:lnTo>
                <a:lnTo>
                  <a:pt x="3130295" y="2399029"/>
                </a:lnTo>
                <a:lnTo>
                  <a:pt x="3137026" y="2386329"/>
                </a:lnTo>
                <a:lnTo>
                  <a:pt x="3125469" y="2373629"/>
                </a:lnTo>
                <a:close/>
              </a:path>
              <a:path w="3655059" h="3630295">
                <a:moveTo>
                  <a:pt x="2563494" y="2373629"/>
                </a:moveTo>
                <a:lnTo>
                  <a:pt x="2560065" y="2386329"/>
                </a:lnTo>
                <a:lnTo>
                  <a:pt x="2569463" y="2386329"/>
                </a:lnTo>
                <a:lnTo>
                  <a:pt x="2563494" y="2373629"/>
                </a:lnTo>
                <a:close/>
              </a:path>
              <a:path w="3655059" h="3630295">
                <a:moveTo>
                  <a:pt x="2980054" y="2373629"/>
                </a:moveTo>
                <a:lnTo>
                  <a:pt x="2963925" y="2373629"/>
                </a:lnTo>
                <a:lnTo>
                  <a:pt x="2974085" y="2386329"/>
                </a:lnTo>
                <a:lnTo>
                  <a:pt x="2980054" y="2373629"/>
                </a:lnTo>
                <a:close/>
              </a:path>
              <a:path w="3655059" h="3630295">
                <a:moveTo>
                  <a:pt x="2822955" y="2360929"/>
                </a:moveTo>
                <a:lnTo>
                  <a:pt x="2814192" y="2360929"/>
                </a:lnTo>
                <a:lnTo>
                  <a:pt x="2809112" y="2373629"/>
                </a:lnTo>
                <a:lnTo>
                  <a:pt x="2818002" y="2373629"/>
                </a:lnTo>
                <a:lnTo>
                  <a:pt x="2822955" y="2360929"/>
                </a:lnTo>
                <a:close/>
              </a:path>
              <a:path w="3655059" h="3630295">
                <a:moveTo>
                  <a:pt x="2098420" y="2348229"/>
                </a:moveTo>
                <a:lnTo>
                  <a:pt x="2095880" y="2348229"/>
                </a:lnTo>
                <a:lnTo>
                  <a:pt x="2097531" y="2360929"/>
                </a:lnTo>
                <a:lnTo>
                  <a:pt x="2098420" y="2348229"/>
                </a:lnTo>
                <a:close/>
              </a:path>
              <a:path w="3655059" h="3630295">
                <a:moveTo>
                  <a:pt x="2658744" y="2348229"/>
                </a:moveTo>
                <a:lnTo>
                  <a:pt x="2654553" y="2360929"/>
                </a:lnTo>
                <a:lnTo>
                  <a:pt x="2665856" y="2360929"/>
                </a:lnTo>
                <a:lnTo>
                  <a:pt x="2658744" y="2348229"/>
                </a:lnTo>
                <a:close/>
              </a:path>
              <a:path w="3655059" h="3630295">
                <a:moveTo>
                  <a:pt x="3065017" y="2335529"/>
                </a:moveTo>
                <a:lnTo>
                  <a:pt x="3058413" y="2348229"/>
                </a:lnTo>
                <a:lnTo>
                  <a:pt x="3069843" y="2360929"/>
                </a:lnTo>
                <a:lnTo>
                  <a:pt x="3076320" y="2348229"/>
                </a:lnTo>
                <a:lnTo>
                  <a:pt x="3065017" y="2335529"/>
                </a:lnTo>
                <a:close/>
              </a:path>
              <a:path w="3655059" h="3630295">
                <a:moveTo>
                  <a:pt x="2919348" y="2335529"/>
                </a:moveTo>
                <a:lnTo>
                  <a:pt x="2909442" y="2335529"/>
                </a:lnTo>
                <a:lnTo>
                  <a:pt x="2903600" y="2348229"/>
                </a:lnTo>
                <a:lnTo>
                  <a:pt x="2913633" y="2348229"/>
                </a:lnTo>
                <a:lnTo>
                  <a:pt x="2919348" y="2335529"/>
                </a:lnTo>
                <a:close/>
              </a:path>
              <a:path w="3655059" h="3630295">
                <a:moveTo>
                  <a:pt x="2194813" y="2322829"/>
                </a:moveTo>
                <a:lnTo>
                  <a:pt x="2190241" y="2322829"/>
                </a:lnTo>
                <a:lnTo>
                  <a:pt x="2193162" y="2335529"/>
                </a:lnTo>
                <a:lnTo>
                  <a:pt x="2194813" y="2322829"/>
                </a:lnTo>
                <a:close/>
              </a:path>
              <a:path w="3655059" h="3630295">
                <a:moveTo>
                  <a:pt x="2753740" y="2322829"/>
                </a:moveTo>
                <a:lnTo>
                  <a:pt x="2748914" y="2335529"/>
                </a:lnTo>
                <a:lnTo>
                  <a:pt x="2762376" y="2335529"/>
                </a:lnTo>
                <a:lnTo>
                  <a:pt x="2753740" y="2322829"/>
                </a:lnTo>
                <a:close/>
              </a:path>
              <a:path w="3655059" h="3630295">
                <a:moveTo>
                  <a:pt x="3160013" y="2310129"/>
                </a:moveTo>
                <a:lnTo>
                  <a:pt x="3152647" y="2322829"/>
                </a:lnTo>
                <a:lnTo>
                  <a:pt x="3165474" y="2335529"/>
                </a:lnTo>
                <a:lnTo>
                  <a:pt x="3172840" y="2322829"/>
                </a:lnTo>
                <a:lnTo>
                  <a:pt x="3160013" y="2310129"/>
                </a:lnTo>
                <a:close/>
              </a:path>
              <a:path w="3655059" h="3630295">
                <a:moveTo>
                  <a:pt x="2448178" y="2310129"/>
                </a:moveTo>
                <a:lnTo>
                  <a:pt x="2439542" y="2310129"/>
                </a:lnTo>
                <a:lnTo>
                  <a:pt x="2445003" y="2322829"/>
                </a:lnTo>
                <a:lnTo>
                  <a:pt x="2448178" y="2310129"/>
                </a:lnTo>
                <a:close/>
              </a:path>
              <a:path w="3655059" h="3630295">
                <a:moveTo>
                  <a:pt x="2598165" y="2310129"/>
                </a:moveTo>
                <a:lnTo>
                  <a:pt x="2594101" y="2322829"/>
                </a:lnTo>
                <a:lnTo>
                  <a:pt x="2605277" y="2322829"/>
                </a:lnTo>
                <a:lnTo>
                  <a:pt x="2598165" y="2310129"/>
                </a:lnTo>
                <a:close/>
              </a:path>
              <a:path w="3655059" h="3630295">
                <a:moveTo>
                  <a:pt x="3015741" y="2310129"/>
                </a:moveTo>
                <a:lnTo>
                  <a:pt x="3004565" y="2310129"/>
                </a:lnTo>
                <a:lnTo>
                  <a:pt x="2998088" y="2322829"/>
                </a:lnTo>
                <a:lnTo>
                  <a:pt x="3009264" y="2322829"/>
                </a:lnTo>
                <a:lnTo>
                  <a:pt x="3015741" y="2310129"/>
                </a:lnTo>
                <a:close/>
              </a:path>
              <a:path w="3655059" h="3630295">
                <a:moveTo>
                  <a:pt x="2291333" y="2297429"/>
                </a:moveTo>
                <a:lnTo>
                  <a:pt x="2287015" y="2297429"/>
                </a:lnTo>
                <a:lnTo>
                  <a:pt x="2284602" y="2310129"/>
                </a:lnTo>
                <a:lnTo>
                  <a:pt x="2288793" y="2310129"/>
                </a:lnTo>
                <a:lnTo>
                  <a:pt x="2291333" y="2297429"/>
                </a:lnTo>
                <a:close/>
              </a:path>
              <a:path w="3655059" h="3630295">
                <a:moveTo>
                  <a:pt x="2858896" y="2297429"/>
                </a:moveTo>
                <a:lnTo>
                  <a:pt x="2848863" y="2297429"/>
                </a:lnTo>
                <a:lnTo>
                  <a:pt x="2843148" y="2310129"/>
                </a:lnTo>
                <a:lnTo>
                  <a:pt x="2853054" y="2310129"/>
                </a:lnTo>
                <a:lnTo>
                  <a:pt x="2858896" y="2297429"/>
                </a:lnTo>
                <a:close/>
              </a:path>
              <a:path w="3655059" h="3630295">
                <a:moveTo>
                  <a:pt x="2544698" y="2284729"/>
                </a:moveTo>
                <a:lnTo>
                  <a:pt x="2533776" y="2284729"/>
                </a:lnTo>
                <a:lnTo>
                  <a:pt x="2540634" y="2297429"/>
                </a:lnTo>
                <a:lnTo>
                  <a:pt x="2544698" y="2284729"/>
                </a:lnTo>
                <a:close/>
              </a:path>
              <a:path w="3655059" h="3630295">
                <a:moveTo>
                  <a:pt x="2693415" y="2284729"/>
                </a:moveTo>
                <a:lnTo>
                  <a:pt x="2688589" y="2297429"/>
                </a:lnTo>
                <a:lnTo>
                  <a:pt x="2701670" y="2297429"/>
                </a:lnTo>
                <a:lnTo>
                  <a:pt x="2693415" y="2284729"/>
                </a:lnTo>
                <a:close/>
              </a:path>
              <a:path w="3655059" h="3630295">
                <a:moveTo>
                  <a:pt x="3112261" y="2284729"/>
                </a:moveTo>
                <a:lnTo>
                  <a:pt x="3099688" y="2284729"/>
                </a:lnTo>
                <a:lnTo>
                  <a:pt x="3092449" y="2297429"/>
                </a:lnTo>
                <a:lnTo>
                  <a:pt x="3105022" y="2297429"/>
                </a:lnTo>
                <a:lnTo>
                  <a:pt x="3112261" y="2284729"/>
                </a:lnTo>
                <a:close/>
              </a:path>
              <a:path w="3655059" h="3630295">
                <a:moveTo>
                  <a:pt x="2387599" y="2272029"/>
                </a:moveTo>
                <a:lnTo>
                  <a:pt x="2382138" y="2272029"/>
                </a:lnTo>
                <a:lnTo>
                  <a:pt x="2379090" y="2284729"/>
                </a:lnTo>
                <a:lnTo>
                  <a:pt x="2384551" y="2284729"/>
                </a:lnTo>
                <a:lnTo>
                  <a:pt x="2387599" y="2272029"/>
                </a:lnTo>
                <a:close/>
              </a:path>
              <a:path w="3655059" h="3630295">
                <a:moveTo>
                  <a:pt x="2955035" y="2272029"/>
                </a:moveTo>
                <a:lnTo>
                  <a:pt x="2944113" y="2272029"/>
                </a:lnTo>
                <a:lnTo>
                  <a:pt x="2937763" y="2284729"/>
                </a:lnTo>
                <a:lnTo>
                  <a:pt x="2948685" y="2284729"/>
                </a:lnTo>
                <a:lnTo>
                  <a:pt x="2955035" y="2272029"/>
                </a:lnTo>
                <a:close/>
              </a:path>
              <a:path w="3655059" h="3630295">
                <a:moveTo>
                  <a:pt x="2226563" y="2259329"/>
                </a:moveTo>
                <a:lnTo>
                  <a:pt x="2224277" y="2272029"/>
                </a:lnTo>
                <a:lnTo>
                  <a:pt x="2230627" y="2272029"/>
                </a:lnTo>
                <a:lnTo>
                  <a:pt x="2226563" y="2259329"/>
                </a:lnTo>
                <a:close/>
              </a:path>
              <a:path w="3655059" h="3630295">
                <a:moveTo>
                  <a:pt x="2640964" y="2259329"/>
                </a:moveTo>
                <a:lnTo>
                  <a:pt x="2628264" y="2259329"/>
                </a:lnTo>
                <a:lnTo>
                  <a:pt x="2636392" y="2272029"/>
                </a:lnTo>
                <a:lnTo>
                  <a:pt x="2640964" y="2259329"/>
                </a:lnTo>
                <a:close/>
              </a:path>
              <a:path w="3655059" h="3630295">
                <a:moveTo>
                  <a:pt x="2788411" y="2259329"/>
                </a:moveTo>
                <a:lnTo>
                  <a:pt x="2782823" y="2272029"/>
                </a:lnTo>
                <a:lnTo>
                  <a:pt x="2798190" y="2272029"/>
                </a:lnTo>
                <a:lnTo>
                  <a:pt x="2788411" y="2259329"/>
                </a:lnTo>
                <a:close/>
              </a:path>
              <a:path w="3655059" h="3630295">
                <a:moveTo>
                  <a:pt x="3194811" y="2246629"/>
                </a:moveTo>
                <a:lnTo>
                  <a:pt x="3186810" y="2272029"/>
                </a:lnTo>
                <a:lnTo>
                  <a:pt x="3200653" y="2272029"/>
                </a:lnTo>
                <a:lnTo>
                  <a:pt x="3208527" y="2259329"/>
                </a:lnTo>
                <a:lnTo>
                  <a:pt x="3194811" y="2246629"/>
                </a:lnTo>
                <a:close/>
              </a:path>
              <a:path w="3655059" h="3630295">
                <a:moveTo>
                  <a:pt x="2483992" y="2246629"/>
                </a:moveTo>
                <a:lnTo>
                  <a:pt x="2477388" y="2246629"/>
                </a:lnTo>
                <a:lnTo>
                  <a:pt x="2473578" y="2259329"/>
                </a:lnTo>
                <a:lnTo>
                  <a:pt x="2480182" y="2259329"/>
                </a:lnTo>
                <a:lnTo>
                  <a:pt x="2483992" y="2246629"/>
                </a:lnTo>
                <a:close/>
              </a:path>
              <a:path w="3655059" h="3630295">
                <a:moveTo>
                  <a:pt x="2883661" y="2233929"/>
                </a:moveTo>
                <a:lnTo>
                  <a:pt x="2877311" y="2246629"/>
                </a:lnTo>
                <a:lnTo>
                  <a:pt x="2888233" y="2259329"/>
                </a:lnTo>
                <a:lnTo>
                  <a:pt x="2894583" y="2246629"/>
                </a:lnTo>
                <a:lnTo>
                  <a:pt x="2883661" y="2233929"/>
                </a:lnTo>
                <a:close/>
              </a:path>
              <a:path w="3655059" h="3630295">
                <a:moveTo>
                  <a:pt x="3051555" y="2246629"/>
                </a:moveTo>
                <a:lnTo>
                  <a:pt x="3039236" y="2246629"/>
                </a:lnTo>
                <a:lnTo>
                  <a:pt x="3032124" y="2259329"/>
                </a:lnTo>
                <a:lnTo>
                  <a:pt x="3044443" y="2259329"/>
                </a:lnTo>
                <a:lnTo>
                  <a:pt x="3051555" y="2246629"/>
                </a:lnTo>
                <a:close/>
              </a:path>
              <a:path w="3655059" h="3630295">
                <a:moveTo>
                  <a:pt x="2321813" y="2233929"/>
                </a:moveTo>
                <a:lnTo>
                  <a:pt x="2318765" y="2246629"/>
                </a:lnTo>
                <a:lnTo>
                  <a:pt x="2327020" y="2246629"/>
                </a:lnTo>
                <a:lnTo>
                  <a:pt x="2321813" y="2233929"/>
                </a:lnTo>
                <a:close/>
              </a:path>
              <a:path w="3655059" h="3630295">
                <a:moveTo>
                  <a:pt x="2737484" y="2233929"/>
                </a:moveTo>
                <a:lnTo>
                  <a:pt x="2722498" y="2233929"/>
                </a:lnTo>
                <a:lnTo>
                  <a:pt x="2732023" y="2246629"/>
                </a:lnTo>
                <a:lnTo>
                  <a:pt x="2737484" y="2233929"/>
                </a:lnTo>
                <a:close/>
              </a:path>
              <a:path w="3655059" h="3630295">
                <a:moveTo>
                  <a:pt x="2580385" y="2221229"/>
                </a:moveTo>
                <a:lnTo>
                  <a:pt x="2572511" y="2221229"/>
                </a:lnTo>
                <a:lnTo>
                  <a:pt x="2567939" y="2233929"/>
                </a:lnTo>
                <a:lnTo>
                  <a:pt x="2575813" y="2233929"/>
                </a:lnTo>
                <a:lnTo>
                  <a:pt x="2580385" y="2221229"/>
                </a:lnTo>
                <a:close/>
              </a:path>
              <a:path w="3655059" h="3630295">
                <a:moveTo>
                  <a:pt x="2978784" y="2208529"/>
                </a:moveTo>
                <a:lnTo>
                  <a:pt x="2971799" y="2221229"/>
                </a:lnTo>
                <a:lnTo>
                  <a:pt x="2983864" y="2233929"/>
                </a:lnTo>
                <a:lnTo>
                  <a:pt x="2990849" y="2221229"/>
                </a:lnTo>
                <a:lnTo>
                  <a:pt x="2978784" y="2208529"/>
                </a:lnTo>
                <a:close/>
              </a:path>
              <a:path w="3655059" h="3630295">
                <a:moveTo>
                  <a:pt x="3148075" y="2221229"/>
                </a:moveTo>
                <a:lnTo>
                  <a:pt x="3134359" y="2221229"/>
                </a:lnTo>
                <a:lnTo>
                  <a:pt x="3126358" y="2233929"/>
                </a:lnTo>
                <a:lnTo>
                  <a:pt x="3140074" y="2233929"/>
                </a:lnTo>
                <a:lnTo>
                  <a:pt x="3148075" y="2221229"/>
                </a:lnTo>
                <a:close/>
              </a:path>
              <a:path w="3655059" h="3630295">
                <a:moveTo>
                  <a:pt x="1855977" y="2208529"/>
                </a:moveTo>
                <a:lnTo>
                  <a:pt x="1854453" y="2208529"/>
                </a:lnTo>
                <a:lnTo>
                  <a:pt x="1855469" y="2221229"/>
                </a:lnTo>
                <a:lnTo>
                  <a:pt x="1855977" y="2208529"/>
                </a:lnTo>
                <a:close/>
              </a:path>
              <a:path w="3655059" h="3630295">
                <a:moveTo>
                  <a:pt x="2416809" y="2208529"/>
                </a:moveTo>
                <a:lnTo>
                  <a:pt x="2412999" y="2221229"/>
                </a:lnTo>
                <a:lnTo>
                  <a:pt x="2423540" y="2221229"/>
                </a:lnTo>
                <a:lnTo>
                  <a:pt x="2416809" y="2208529"/>
                </a:lnTo>
                <a:close/>
              </a:path>
              <a:path w="3655059" h="3630295">
                <a:moveTo>
                  <a:pt x="2823209" y="2195829"/>
                </a:moveTo>
                <a:lnTo>
                  <a:pt x="2816986" y="2208529"/>
                </a:lnTo>
                <a:lnTo>
                  <a:pt x="2827654" y="2221229"/>
                </a:lnTo>
                <a:lnTo>
                  <a:pt x="2833877" y="2208529"/>
                </a:lnTo>
                <a:lnTo>
                  <a:pt x="2823209" y="2195829"/>
                </a:lnTo>
                <a:close/>
              </a:path>
              <a:path w="3655059" h="3630295">
                <a:moveTo>
                  <a:pt x="3244468" y="2195829"/>
                </a:moveTo>
                <a:lnTo>
                  <a:pt x="3229482" y="2195829"/>
                </a:lnTo>
                <a:lnTo>
                  <a:pt x="3220846" y="2208529"/>
                </a:lnTo>
                <a:lnTo>
                  <a:pt x="3235832" y="2221229"/>
                </a:lnTo>
                <a:lnTo>
                  <a:pt x="3244468" y="2195829"/>
                </a:lnTo>
                <a:close/>
              </a:path>
              <a:path w="3655059" h="3630295">
                <a:moveTo>
                  <a:pt x="2676905" y="2195829"/>
                </a:moveTo>
                <a:lnTo>
                  <a:pt x="2667634" y="2195829"/>
                </a:lnTo>
                <a:lnTo>
                  <a:pt x="2662300" y="2208529"/>
                </a:lnTo>
                <a:lnTo>
                  <a:pt x="2671571" y="2208529"/>
                </a:lnTo>
                <a:lnTo>
                  <a:pt x="2676905" y="2195829"/>
                </a:lnTo>
                <a:close/>
              </a:path>
              <a:path w="3655059" h="3630295">
                <a:moveTo>
                  <a:pt x="3073907" y="2183129"/>
                </a:moveTo>
                <a:lnTo>
                  <a:pt x="3066033" y="2195829"/>
                </a:lnTo>
                <a:lnTo>
                  <a:pt x="3079622" y="2208529"/>
                </a:lnTo>
                <a:lnTo>
                  <a:pt x="3087369" y="2195829"/>
                </a:lnTo>
                <a:lnTo>
                  <a:pt x="3073907" y="2183129"/>
                </a:lnTo>
                <a:close/>
              </a:path>
              <a:path w="3655059" h="3630295">
                <a:moveTo>
                  <a:pt x="1952243" y="2183129"/>
                </a:moveTo>
                <a:lnTo>
                  <a:pt x="1948941" y="2183129"/>
                </a:lnTo>
                <a:lnTo>
                  <a:pt x="1951100" y="2195829"/>
                </a:lnTo>
                <a:lnTo>
                  <a:pt x="1952243" y="2183129"/>
                </a:lnTo>
                <a:close/>
              </a:path>
              <a:path w="3655059" h="3630295">
                <a:moveTo>
                  <a:pt x="2512059" y="2183129"/>
                </a:moveTo>
                <a:lnTo>
                  <a:pt x="2507741" y="2195829"/>
                </a:lnTo>
                <a:lnTo>
                  <a:pt x="2519679" y="2195829"/>
                </a:lnTo>
                <a:lnTo>
                  <a:pt x="2512059" y="2183129"/>
                </a:lnTo>
                <a:close/>
              </a:path>
              <a:path w="3655059" h="3630295">
                <a:moveTo>
                  <a:pt x="2918332" y="2170429"/>
                </a:moveTo>
                <a:lnTo>
                  <a:pt x="2911347" y="2183129"/>
                </a:lnTo>
                <a:lnTo>
                  <a:pt x="2923412" y="2195829"/>
                </a:lnTo>
                <a:lnTo>
                  <a:pt x="2930397" y="2183129"/>
                </a:lnTo>
                <a:lnTo>
                  <a:pt x="2918332" y="2170429"/>
                </a:lnTo>
                <a:close/>
              </a:path>
              <a:path w="3655059" h="3630295">
                <a:moveTo>
                  <a:pt x="2773171" y="2170429"/>
                </a:moveTo>
                <a:lnTo>
                  <a:pt x="2762757" y="2170429"/>
                </a:lnTo>
                <a:lnTo>
                  <a:pt x="2756788" y="2183129"/>
                </a:lnTo>
                <a:lnTo>
                  <a:pt x="2767202" y="2183129"/>
                </a:lnTo>
                <a:lnTo>
                  <a:pt x="2773171" y="2170429"/>
                </a:lnTo>
                <a:close/>
              </a:path>
              <a:path w="3655059" h="3630295">
                <a:moveTo>
                  <a:pt x="3169030" y="2157729"/>
                </a:moveTo>
                <a:lnTo>
                  <a:pt x="3160521" y="2170429"/>
                </a:lnTo>
                <a:lnTo>
                  <a:pt x="3175253" y="2183129"/>
                </a:lnTo>
                <a:lnTo>
                  <a:pt x="3183762" y="2170429"/>
                </a:lnTo>
                <a:lnTo>
                  <a:pt x="3169030" y="2157729"/>
                </a:lnTo>
                <a:close/>
              </a:path>
              <a:path w="3655059" h="3630295">
                <a:moveTo>
                  <a:pt x="2048636" y="2157729"/>
                </a:moveTo>
                <a:lnTo>
                  <a:pt x="2043429" y="2157729"/>
                </a:lnTo>
                <a:lnTo>
                  <a:pt x="2046731" y="2170429"/>
                </a:lnTo>
                <a:lnTo>
                  <a:pt x="2048636" y="2157729"/>
                </a:lnTo>
                <a:close/>
              </a:path>
              <a:path w="3655059" h="3630295">
                <a:moveTo>
                  <a:pt x="2616199" y="2157729"/>
                </a:moveTo>
                <a:lnTo>
                  <a:pt x="2607182" y="2157729"/>
                </a:lnTo>
                <a:lnTo>
                  <a:pt x="2601975" y="2170429"/>
                </a:lnTo>
                <a:lnTo>
                  <a:pt x="2610992" y="2170429"/>
                </a:lnTo>
                <a:lnTo>
                  <a:pt x="2616199" y="2157729"/>
                </a:lnTo>
                <a:close/>
              </a:path>
              <a:path w="3655059" h="3630295">
                <a:moveTo>
                  <a:pt x="3013455" y="2145029"/>
                </a:moveTo>
                <a:lnTo>
                  <a:pt x="3005835" y="2157729"/>
                </a:lnTo>
                <a:lnTo>
                  <a:pt x="3019043" y="2170429"/>
                </a:lnTo>
                <a:lnTo>
                  <a:pt x="3026663" y="2157729"/>
                </a:lnTo>
                <a:lnTo>
                  <a:pt x="3013455" y="2145029"/>
                </a:lnTo>
                <a:close/>
              </a:path>
              <a:path w="3655059" h="3630295">
                <a:moveTo>
                  <a:pt x="2302128" y="2145029"/>
                </a:moveTo>
                <a:lnTo>
                  <a:pt x="2292476" y="2145029"/>
                </a:lnTo>
                <a:lnTo>
                  <a:pt x="2298572" y="2157729"/>
                </a:lnTo>
                <a:lnTo>
                  <a:pt x="2302128" y="2145029"/>
                </a:lnTo>
                <a:close/>
              </a:path>
              <a:path w="3655059" h="3630295">
                <a:moveTo>
                  <a:pt x="2451607" y="2145029"/>
                </a:moveTo>
                <a:lnTo>
                  <a:pt x="2447162" y="2157729"/>
                </a:lnTo>
                <a:lnTo>
                  <a:pt x="2459227" y="2157729"/>
                </a:lnTo>
                <a:lnTo>
                  <a:pt x="2451607" y="2145029"/>
                </a:lnTo>
                <a:close/>
              </a:path>
              <a:path w="3655059" h="3630295">
                <a:moveTo>
                  <a:pt x="2869691" y="2145029"/>
                </a:moveTo>
                <a:lnTo>
                  <a:pt x="2857880" y="2145029"/>
                </a:lnTo>
                <a:lnTo>
                  <a:pt x="2851022" y="2157729"/>
                </a:lnTo>
                <a:lnTo>
                  <a:pt x="2862833" y="2157729"/>
                </a:lnTo>
                <a:lnTo>
                  <a:pt x="2869691" y="2145029"/>
                </a:lnTo>
                <a:close/>
              </a:path>
              <a:path w="3655059" h="3630295">
                <a:moveTo>
                  <a:pt x="3264153" y="2132329"/>
                </a:moveTo>
                <a:lnTo>
                  <a:pt x="3254882" y="2145029"/>
                </a:lnTo>
                <a:lnTo>
                  <a:pt x="3271011" y="2157729"/>
                </a:lnTo>
                <a:lnTo>
                  <a:pt x="3280282" y="2145029"/>
                </a:lnTo>
                <a:lnTo>
                  <a:pt x="3264153" y="2132329"/>
                </a:lnTo>
                <a:close/>
              </a:path>
              <a:path w="3655059" h="3630295">
                <a:moveTo>
                  <a:pt x="2145156" y="2132329"/>
                </a:moveTo>
                <a:lnTo>
                  <a:pt x="2137663" y="2132329"/>
                </a:lnTo>
                <a:lnTo>
                  <a:pt x="2142362" y="2145029"/>
                </a:lnTo>
                <a:lnTo>
                  <a:pt x="2145156" y="2132329"/>
                </a:lnTo>
                <a:close/>
              </a:path>
              <a:path w="3655059" h="3630295">
                <a:moveTo>
                  <a:pt x="2712465" y="2132329"/>
                </a:moveTo>
                <a:lnTo>
                  <a:pt x="2702305" y="2132329"/>
                </a:lnTo>
                <a:lnTo>
                  <a:pt x="2696463" y="2145029"/>
                </a:lnTo>
                <a:lnTo>
                  <a:pt x="2706623" y="2145029"/>
                </a:lnTo>
                <a:lnTo>
                  <a:pt x="2712465" y="2132329"/>
                </a:lnTo>
                <a:close/>
              </a:path>
              <a:path w="3655059" h="3630295">
                <a:moveTo>
                  <a:pt x="3108578" y="2119629"/>
                </a:moveTo>
                <a:lnTo>
                  <a:pt x="3100196" y="2132329"/>
                </a:lnTo>
                <a:lnTo>
                  <a:pt x="3114674" y="2145029"/>
                </a:lnTo>
                <a:lnTo>
                  <a:pt x="3123056" y="2132329"/>
                </a:lnTo>
                <a:lnTo>
                  <a:pt x="3108578" y="2119629"/>
                </a:lnTo>
                <a:close/>
              </a:path>
              <a:path w="3655059" h="3630295">
                <a:moveTo>
                  <a:pt x="1984882" y="2119629"/>
                </a:moveTo>
                <a:lnTo>
                  <a:pt x="1982977" y="2132329"/>
                </a:lnTo>
                <a:lnTo>
                  <a:pt x="1988184" y="2132329"/>
                </a:lnTo>
                <a:lnTo>
                  <a:pt x="1984882" y="2119629"/>
                </a:lnTo>
                <a:close/>
              </a:path>
              <a:path w="3655059" h="3630295">
                <a:moveTo>
                  <a:pt x="2398521" y="2119629"/>
                </a:moveTo>
                <a:lnTo>
                  <a:pt x="2386964" y="2119629"/>
                </a:lnTo>
                <a:lnTo>
                  <a:pt x="2394203" y="2132329"/>
                </a:lnTo>
                <a:lnTo>
                  <a:pt x="2398521" y="2119629"/>
                </a:lnTo>
                <a:close/>
              </a:path>
              <a:path w="3655059" h="3630295">
                <a:moveTo>
                  <a:pt x="2546730" y="2119629"/>
                </a:moveTo>
                <a:lnTo>
                  <a:pt x="2541650" y="2132329"/>
                </a:lnTo>
                <a:lnTo>
                  <a:pt x="2555493" y="2132329"/>
                </a:lnTo>
                <a:lnTo>
                  <a:pt x="2546730" y="2119629"/>
                </a:lnTo>
                <a:close/>
              </a:path>
              <a:path w="3655059" h="3630295">
                <a:moveTo>
                  <a:pt x="2966084" y="2119629"/>
                </a:moveTo>
                <a:lnTo>
                  <a:pt x="2953003" y="2119629"/>
                </a:lnTo>
                <a:lnTo>
                  <a:pt x="2945510" y="2132329"/>
                </a:lnTo>
                <a:lnTo>
                  <a:pt x="2958464" y="2132329"/>
                </a:lnTo>
                <a:lnTo>
                  <a:pt x="2966084" y="2119629"/>
                </a:lnTo>
                <a:close/>
              </a:path>
              <a:path w="3655059" h="3630295">
                <a:moveTo>
                  <a:pt x="2241549" y="2106929"/>
                </a:moveTo>
                <a:lnTo>
                  <a:pt x="2232151" y="2106929"/>
                </a:lnTo>
                <a:lnTo>
                  <a:pt x="2238120" y="2119629"/>
                </a:lnTo>
                <a:lnTo>
                  <a:pt x="2241549" y="2106929"/>
                </a:lnTo>
                <a:close/>
              </a:path>
              <a:path w="3655059" h="3630295">
                <a:moveTo>
                  <a:pt x="2809112" y="2106929"/>
                </a:moveTo>
                <a:lnTo>
                  <a:pt x="2797428" y="2106929"/>
                </a:lnTo>
                <a:lnTo>
                  <a:pt x="2790697" y="2119629"/>
                </a:lnTo>
                <a:lnTo>
                  <a:pt x="2802381" y="2119629"/>
                </a:lnTo>
                <a:lnTo>
                  <a:pt x="2809112" y="2106929"/>
                </a:lnTo>
                <a:close/>
              </a:path>
              <a:path w="3655059" h="3630295">
                <a:moveTo>
                  <a:pt x="3203701" y="2094229"/>
                </a:moveTo>
                <a:lnTo>
                  <a:pt x="3194557" y="2106929"/>
                </a:lnTo>
                <a:lnTo>
                  <a:pt x="3210432" y="2119629"/>
                </a:lnTo>
                <a:lnTo>
                  <a:pt x="3219576" y="2106929"/>
                </a:lnTo>
                <a:lnTo>
                  <a:pt x="3203701" y="2094229"/>
                </a:lnTo>
                <a:close/>
              </a:path>
              <a:path w="3655059" h="3630295">
                <a:moveTo>
                  <a:pt x="2080005" y="2094229"/>
                </a:moveTo>
                <a:lnTo>
                  <a:pt x="2077338" y="2106929"/>
                </a:lnTo>
                <a:lnTo>
                  <a:pt x="2084450" y="2106929"/>
                </a:lnTo>
                <a:lnTo>
                  <a:pt x="2080005" y="2094229"/>
                </a:lnTo>
                <a:close/>
              </a:path>
              <a:path w="3655059" h="3630295">
                <a:moveTo>
                  <a:pt x="2494787" y="2094229"/>
                </a:moveTo>
                <a:lnTo>
                  <a:pt x="2481325" y="2094229"/>
                </a:lnTo>
                <a:lnTo>
                  <a:pt x="2489961" y="2106929"/>
                </a:lnTo>
                <a:lnTo>
                  <a:pt x="2494787" y="2094229"/>
                </a:lnTo>
                <a:close/>
              </a:path>
              <a:path w="3655059" h="3630295">
                <a:moveTo>
                  <a:pt x="2641853" y="2094229"/>
                </a:moveTo>
                <a:lnTo>
                  <a:pt x="2636011" y="2106929"/>
                </a:lnTo>
                <a:lnTo>
                  <a:pt x="2652013" y="2106929"/>
                </a:lnTo>
                <a:lnTo>
                  <a:pt x="2641853" y="2094229"/>
                </a:lnTo>
                <a:close/>
              </a:path>
              <a:path w="3655059" h="3630295">
                <a:moveTo>
                  <a:pt x="3048126" y="2081529"/>
                </a:moveTo>
                <a:lnTo>
                  <a:pt x="3039998" y="2106929"/>
                </a:lnTo>
                <a:lnTo>
                  <a:pt x="3054222" y="2106929"/>
                </a:lnTo>
                <a:lnTo>
                  <a:pt x="3062350" y="2094229"/>
                </a:lnTo>
                <a:lnTo>
                  <a:pt x="3048126" y="2081529"/>
                </a:lnTo>
                <a:close/>
              </a:path>
              <a:path w="3655059" h="3630295">
                <a:moveTo>
                  <a:pt x="2337815" y="2081529"/>
                </a:moveTo>
                <a:lnTo>
                  <a:pt x="2330703" y="2081529"/>
                </a:lnTo>
                <a:lnTo>
                  <a:pt x="2326639" y="2094229"/>
                </a:lnTo>
                <a:lnTo>
                  <a:pt x="2333751" y="2094229"/>
                </a:lnTo>
                <a:lnTo>
                  <a:pt x="2337815" y="2081529"/>
                </a:lnTo>
                <a:close/>
              </a:path>
              <a:path w="3655059" h="3630295">
                <a:moveTo>
                  <a:pt x="2736976" y="2068829"/>
                </a:moveTo>
                <a:lnTo>
                  <a:pt x="2730372" y="2081529"/>
                </a:lnTo>
                <a:lnTo>
                  <a:pt x="2741802" y="2094229"/>
                </a:lnTo>
                <a:lnTo>
                  <a:pt x="2748406" y="2081529"/>
                </a:lnTo>
                <a:lnTo>
                  <a:pt x="2736976" y="2068829"/>
                </a:lnTo>
                <a:close/>
              </a:path>
              <a:path w="3655059" h="3630295">
                <a:moveTo>
                  <a:pt x="2905632" y="2081529"/>
                </a:moveTo>
                <a:lnTo>
                  <a:pt x="2892551" y="2081529"/>
                </a:lnTo>
                <a:lnTo>
                  <a:pt x="2885058" y="2094229"/>
                </a:lnTo>
                <a:lnTo>
                  <a:pt x="2898012" y="2094229"/>
                </a:lnTo>
                <a:lnTo>
                  <a:pt x="2905632" y="2081529"/>
                </a:lnTo>
                <a:close/>
              </a:path>
              <a:path w="3655059" h="3630295">
                <a:moveTo>
                  <a:pt x="3298824" y="2068829"/>
                </a:moveTo>
                <a:lnTo>
                  <a:pt x="3289045" y="2081529"/>
                </a:lnTo>
                <a:lnTo>
                  <a:pt x="3306063" y="2094229"/>
                </a:lnTo>
                <a:lnTo>
                  <a:pt x="3315969" y="2081529"/>
                </a:lnTo>
                <a:lnTo>
                  <a:pt x="3298824" y="2068829"/>
                </a:lnTo>
                <a:close/>
              </a:path>
              <a:path w="3655059" h="3630295">
                <a:moveTo>
                  <a:pt x="2175128" y="2068829"/>
                </a:moveTo>
                <a:lnTo>
                  <a:pt x="2171826" y="2081529"/>
                </a:lnTo>
                <a:lnTo>
                  <a:pt x="2180843" y="2081529"/>
                </a:lnTo>
                <a:lnTo>
                  <a:pt x="2175128" y="2068829"/>
                </a:lnTo>
                <a:close/>
              </a:path>
              <a:path w="3655059" h="3630295">
                <a:moveTo>
                  <a:pt x="2581401" y="2056129"/>
                </a:moveTo>
                <a:lnTo>
                  <a:pt x="2575686" y="2068829"/>
                </a:lnTo>
                <a:lnTo>
                  <a:pt x="2585592" y="2081529"/>
                </a:lnTo>
                <a:lnTo>
                  <a:pt x="2591307" y="2068829"/>
                </a:lnTo>
                <a:lnTo>
                  <a:pt x="2581401" y="2056129"/>
                </a:lnTo>
                <a:close/>
              </a:path>
              <a:path w="3655059" h="3630295">
                <a:moveTo>
                  <a:pt x="3143249" y="2056129"/>
                </a:moveTo>
                <a:lnTo>
                  <a:pt x="3134232" y="2081529"/>
                </a:lnTo>
                <a:lnTo>
                  <a:pt x="3149853" y="2081529"/>
                </a:lnTo>
                <a:lnTo>
                  <a:pt x="3158870" y="2068829"/>
                </a:lnTo>
                <a:lnTo>
                  <a:pt x="3143249" y="2056129"/>
                </a:lnTo>
                <a:close/>
              </a:path>
              <a:path w="3655059" h="3630295">
                <a:moveTo>
                  <a:pt x="2434335" y="2056129"/>
                </a:moveTo>
                <a:lnTo>
                  <a:pt x="2425826" y="2056129"/>
                </a:lnTo>
                <a:lnTo>
                  <a:pt x="2420873" y="2068829"/>
                </a:lnTo>
                <a:lnTo>
                  <a:pt x="2429382" y="2068829"/>
                </a:lnTo>
                <a:lnTo>
                  <a:pt x="2434335" y="2056129"/>
                </a:lnTo>
                <a:close/>
              </a:path>
              <a:path w="3655059" h="3630295">
                <a:moveTo>
                  <a:pt x="2832099" y="2043429"/>
                </a:moveTo>
                <a:lnTo>
                  <a:pt x="2824733" y="2056129"/>
                </a:lnTo>
                <a:lnTo>
                  <a:pt x="2837560" y="2068829"/>
                </a:lnTo>
                <a:lnTo>
                  <a:pt x="2844926" y="2056129"/>
                </a:lnTo>
                <a:lnTo>
                  <a:pt x="2832099" y="2043429"/>
                </a:lnTo>
                <a:close/>
              </a:path>
              <a:path w="3655059" h="3630295">
                <a:moveTo>
                  <a:pt x="3001771" y="2056129"/>
                </a:moveTo>
                <a:lnTo>
                  <a:pt x="2987674" y="2056129"/>
                </a:lnTo>
                <a:lnTo>
                  <a:pt x="2979673" y="2068829"/>
                </a:lnTo>
                <a:lnTo>
                  <a:pt x="2993643" y="2068829"/>
                </a:lnTo>
                <a:lnTo>
                  <a:pt x="3001771" y="2056129"/>
                </a:lnTo>
                <a:close/>
              </a:path>
              <a:path w="3655059" h="3630295">
                <a:moveTo>
                  <a:pt x="1709800" y="2043429"/>
                </a:moveTo>
                <a:lnTo>
                  <a:pt x="1707514" y="2043429"/>
                </a:lnTo>
                <a:lnTo>
                  <a:pt x="1709038" y="2056129"/>
                </a:lnTo>
                <a:lnTo>
                  <a:pt x="1709800" y="2043429"/>
                </a:lnTo>
                <a:close/>
              </a:path>
              <a:path w="3655059" h="3630295">
                <a:moveTo>
                  <a:pt x="2270251" y="2043429"/>
                </a:moveTo>
                <a:lnTo>
                  <a:pt x="2266314" y="2056129"/>
                </a:lnTo>
                <a:lnTo>
                  <a:pt x="2277109" y="2056129"/>
                </a:lnTo>
                <a:lnTo>
                  <a:pt x="2270251" y="2043429"/>
                </a:lnTo>
                <a:close/>
              </a:path>
              <a:path w="3655059" h="3630295">
                <a:moveTo>
                  <a:pt x="2676524" y="2030729"/>
                </a:moveTo>
                <a:lnTo>
                  <a:pt x="2670174" y="2043429"/>
                </a:lnTo>
                <a:lnTo>
                  <a:pt x="2681223" y="2056129"/>
                </a:lnTo>
                <a:lnTo>
                  <a:pt x="2687700" y="2043429"/>
                </a:lnTo>
                <a:lnTo>
                  <a:pt x="2676524" y="2030729"/>
                </a:lnTo>
                <a:close/>
              </a:path>
              <a:path w="3655059" h="3630295">
                <a:moveTo>
                  <a:pt x="3098291" y="2030729"/>
                </a:moveTo>
                <a:lnTo>
                  <a:pt x="3082797" y="2030729"/>
                </a:lnTo>
                <a:lnTo>
                  <a:pt x="3073907" y="2043429"/>
                </a:lnTo>
                <a:lnTo>
                  <a:pt x="3089401" y="2056129"/>
                </a:lnTo>
                <a:lnTo>
                  <a:pt x="3098291" y="2030729"/>
                </a:lnTo>
                <a:close/>
              </a:path>
              <a:path w="3655059" h="3630295">
                <a:moveTo>
                  <a:pt x="3238372" y="2030729"/>
                </a:moveTo>
                <a:lnTo>
                  <a:pt x="3228720" y="2056129"/>
                </a:lnTo>
                <a:lnTo>
                  <a:pt x="3245484" y="2056129"/>
                </a:lnTo>
                <a:lnTo>
                  <a:pt x="3255263" y="2043429"/>
                </a:lnTo>
                <a:lnTo>
                  <a:pt x="3238372" y="2030729"/>
                </a:lnTo>
                <a:close/>
              </a:path>
              <a:path w="3655059" h="3630295">
                <a:moveTo>
                  <a:pt x="2530728" y="2030729"/>
                </a:moveTo>
                <a:lnTo>
                  <a:pt x="2520949" y="2030729"/>
                </a:lnTo>
                <a:lnTo>
                  <a:pt x="2515361" y="2043429"/>
                </a:lnTo>
                <a:lnTo>
                  <a:pt x="2525140" y="2043429"/>
                </a:lnTo>
                <a:lnTo>
                  <a:pt x="2530728" y="2030729"/>
                </a:lnTo>
                <a:close/>
              </a:path>
              <a:path w="3655059" h="3630295">
                <a:moveTo>
                  <a:pt x="2927222" y="2018029"/>
                </a:moveTo>
                <a:lnTo>
                  <a:pt x="2919221" y="2030729"/>
                </a:lnTo>
                <a:lnTo>
                  <a:pt x="2933191" y="2043429"/>
                </a:lnTo>
                <a:lnTo>
                  <a:pt x="2941192" y="2030729"/>
                </a:lnTo>
                <a:lnTo>
                  <a:pt x="2927222" y="2018029"/>
                </a:lnTo>
                <a:close/>
              </a:path>
              <a:path w="3655059" h="3630295">
                <a:moveTo>
                  <a:pt x="1806193" y="2018029"/>
                </a:moveTo>
                <a:lnTo>
                  <a:pt x="1802002" y="2018029"/>
                </a:lnTo>
                <a:lnTo>
                  <a:pt x="1804669" y="2030729"/>
                </a:lnTo>
                <a:lnTo>
                  <a:pt x="1806193" y="2018029"/>
                </a:lnTo>
                <a:close/>
              </a:path>
              <a:path w="3655059" h="3630295">
                <a:moveTo>
                  <a:pt x="2373629" y="2018029"/>
                </a:moveTo>
                <a:lnTo>
                  <a:pt x="2365374" y="2018029"/>
                </a:lnTo>
                <a:lnTo>
                  <a:pt x="2360548" y="2030729"/>
                </a:lnTo>
                <a:lnTo>
                  <a:pt x="2368930" y="2030729"/>
                </a:lnTo>
                <a:lnTo>
                  <a:pt x="2373629" y="2018029"/>
                </a:lnTo>
                <a:close/>
              </a:path>
              <a:path w="3655059" h="3630295">
                <a:moveTo>
                  <a:pt x="2771647" y="2005329"/>
                </a:moveTo>
                <a:lnTo>
                  <a:pt x="2764408" y="2018029"/>
                </a:lnTo>
                <a:lnTo>
                  <a:pt x="2776981" y="2030729"/>
                </a:lnTo>
                <a:lnTo>
                  <a:pt x="2784220" y="2018029"/>
                </a:lnTo>
                <a:lnTo>
                  <a:pt x="2771647" y="2005329"/>
                </a:lnTo>
                <a:close/>
              </a:path>
              <a:path w="3655059" h="3630295">
                <a:moveTo>
                  <a:pt x="3177920" y="1992629"/>
                </a:moveTo>
                <a:lnTo>
                  <a:pt x="3168268" y="2018029"/>
                </a:lnTo>
                <a:lnTo>
                  <a:pt x="3185032" y="2030729"/>
                </a:lnTo>
                <a:lnTo>
                  <a:pt x="3194811" y="2005329"/>
                </a:lnTo>
                <a:lnTo>
                  <a:pt x="3177920" y="1992629"/>
                </a:lnTo>
                <a:close/>
              </a:path>
              <a:path w="3655059" h="3630295">
                <a:moveTo>
                  <a:pt x="3333495" y="2005329"/>
                </a:moveTo>
                <a:lnTo>
                  <a:pt x="3322954" y="2030729"/>
                </a:lnTo>
                <a:lnTo>
                  <a:pt x="3341242" y="2030729"/>
                </a:lnTo>
                <a:lnTo>
                  <a:pt x="3351783" y="2018029"/>
                </a:lnTo>
                <a:lnTo>
                  <a:pt x="3333495" y="2005329"/>
                </a:lnTo>
                <a:close/>
              </a:path>
              <a:path w="3655059" h="3630295">
                <a:moveTo>
                  <a:pt x="2209799" y="2005329"/>
                </a:moveTo>
                <a:lnTo>
                  <a:pt x="2205862" y="2018029"/>
                </a:lnTo>
                <a:lnTo>
                  <a:pt x="2216657" y="2018029"/>
                </a:lnTo>
                <a:lnTo>
                  <a:pt x="2209799" y="2005329"/>
                </a:lnTo>
                <a:close/>
              </a:path>
              <a:path w="3655059" h="3630295">
                <a:moveTo>
                  <a:pt x="2626994" y="2005329"/>
                </a:moveTo>
                <a:lnTo>
                  <a:pt x="2616072" y="2005329"/>
                </a:lnTo>
                <a:lnTo>
                  <a:pt x="2609849" y="2018029"/>
                </a:lnTo>
                <a:lnTo>
                  <a:pt x="2620771" y="2018029"/>
                </a:lnTo>
                <a:lnTo>
                  <a:pt x="2626994" y="2005329"/>
                </a:lnTo>
                <a:close/>
              </a:path>
              <a:path w="3655059" h="3630295">
                <a:moveTo>
                  <a:pt x="3022345" y="1992629"/>
                </a:moveTo>
                <a:lnTo>
                  <a:pt x="3013582" y="2005329"/>
                </a:lnTo>
                <a:lnTo>
                  <a:pt x="3028822" y="2018029"/>
                </a:lnTo>
                <a:lnTo>
                  <a:pt x="3037585" y="2005329"/>
                </a:lnTo>
                <a:lnTo>
                  <a:pt x="3022345" y="1992629"/>
                </a:lnTo>
                <a:close/>
              </a:path>
              <a:path w="3655059" h="3630295">
                <a:moveTo>
                  <a:pt x="1902713" y="1992629"/>
                </a:moveTo>
                <a:lnTo>
                  <a:pt x="1896363" y="1992629"/>
                </a:lnTo>
                <a:lnTo>
                  <a:pt x="1900300" y="2005329"/>
                </a:lnTo>
                <a:lnTo>
                  <a:pt x="1902713" y="1992629"/>
                </a:lnTo>
                <a:close/>
              </a:path>
              <a:path w="3655059" h="3630295">
                <a:moveTo>
                  <a:pt x="2470276" y="1992629"/>
                </a:moveTo>
                <a:lnTo>
                  <a:pt x="2460497" y="1992629"/>
                </a:lnTo>
                <a:lnTo>
                  <a:pt x="2454909" y="2005329"/>
                </a:lnTo>
                <a:lnTo>
                  <a:pt x="2464561" y="2005329"/>
                </a:lnTo>
                <a:lnTo>
                  <a:pt x="2470276" y="1992629"/>
                </a:lnTo>
                <a:close/>
              </a:path>
              <a:path w="3655059" h="3630295">
                <a:moveTo>
                  <a:pt x="2866770" y="1979929"/>
                </a:moveTo>
                <a:lnTo>
                  <a:pt x="2858896" y="1992629"/>
                </a:lnTo>
                <a:lnTo>
                  <a:pt x="2872612" y="2005329"/>
                </a:lnTo>
                <a:lnTo>
                  <a:pt x="2880613" y="1992629"/>
                </a:lnTo>
                <a:lnTo>
                  <a:pt x="2866770" y="1979929"/>
                </a:lnTo>
                <a:close/>
              </a:path>
              <a:path w="3655059" h="3630295">
                <a:moveTo>
                  <a:pt x="3273043" y="1967229"/>
                </a:moveTo>
                <a:lnTo>
                  <a:pt x="3262629" y="1992629"/>
                </a:lnTo>
                <a:lnTo>
                  <a:pt x="3280663" y="2005329"/>
                </a:lnTo>
                <a:lnTo>
                  <a:pt x="3291077" y="1979929"/>
                </a:lnTo>
                <a:lnTo>
                  <a:pt x="3273043" y="1967229"/>
                </a:lnTo>
                <a:close/>
              </a:path>
              <a:path w="3655059" h="3630295">
                <a:moveTo>
                  <a:pt x="2156078" y="1979929"/>
                </a:moveTo>
                <a:lnTo>
                  <a:pt x="2145537" y="1979929"/>
                </a:lnTo>
                <a:lnTo>
                  <a:pt x="2152141" y="1992629"/>
                </a:lnTo>
                <a:lnTo>
                  <a:pt x="2156078" y="1979929"/>
                </a:lnTo>
                <a:close/>
              </a:path>
              <a:path w="3655059" h="3630295">
                <a:moveTo>
                  <a:pt x="2304922" y="1979929"/>
                </a:moveTo>
                <a:lnTo>
                  <a:pt x="2300350" y="1992629"/>
                </a:lnTo>
                <a:lnTo>
                  <a:pt x="2313050" y="1992629"/>
                </a:lnTo>
                <a:lnTo>
                  <a:pt x="2304922" y="1979929"/>
                </a:lnTo>
                <a:close/>
              </a:path>
              <a:path w="3655059" h="3630295">
                <a:moveTo>
                  <a:pt x="2723514" y="1979929"/>
                </a:moveTo>
                <a:lnTo>
                  <a:pt x="2711195" y="1979929"/>
                </a:lnTo>
                <a:lnTo>
                  <a:pt x="2704083" y="1992629"/>
                </a:lnTo>
                <a:lnTo>
                  <a:pt x="2716402" y="1992629"/>
                </a:lnTo>
                <a:lnTo>
                  <a:pt x="2723514" y="1979929"/>
                </a:lnTo>
                <a:close/>
              </a:path>
              <a:path w="3655059" h="3630295">
                <a:moveTo>
                  <a:pt x="3117468" y="1967229"/>
                </a:moveTo>
                <a:lnTo>
                  <a:pt x="3107943" y="1979929"/>
                </a:lnTo>
                <a:lnTo>
                  <a:pt x="3124580" y="1992629"/>
                </a:lnTo>
                <a:lnTo>
                  <a:pt x="3134105" y="1979929"/>
                </a:lnTo>
                <a:lnTo>
                  <a:pt x="3117468" y="1967229"/>
                </a:lnTo>
                <a:close/>
              </a:path>
              <a:path w="3655059" h="3630295">
                <a:moveTo>
                  <a:pt x="1998979" y="1967229"/>
                </a:moveTo>
                <a:lnTo>
                  <a:pt x="1990724" y="1967229"/>
                </a:lnTo>
                <a:lnTo>
                  <a:pt x="1996058" y="1979929"/>
                </a:lnTo>
                <a:lnTo>
                  <a:pt x="1998979" y="1967229"/>
                </a:lnTo>
                <a:close/>
              </a:path>
              <a:path w="3655059" h="3630295">
                <a:moveTo>
                  <a:pt x="2566415" y="1967229"/>
                </a:moveTo>
                <a:lnTo>
                  <a:pt x="2555747" y="1967229"/>
                </a:lnTo>
                <a:lnTo>
                  <a:pt x="2549524" y="1979929"/>
                </a:lnTo>
                <a:lnTo>
                  <a:pt x="2560192" y="1979929"/>
                </a:lnTo>
                <a:lnTo>
                  <a:pt x="2566415" y="1967229"/>
                </a:lnTo>
                <a:close/>
              </a:path>
              <a:path w="3655059" h="3630295">
                <a:moveTo>
                  <a:pt x="2962020" y="1954529"/>
                </a:moveTo>
                <a:lnTo>
                  <a:pt x="2953384" y="1967229"/>
                </a:lnTo>
                <a:lnTo>
                  <a:pt x="2968243" y="1979929"/>
                </a:lnTo>
                <a:lnTo>
                  <a:pt x="2976879" y="1967229"/>
                </a:lnTo>
                <a:lnTo>
                  <a:pt x="2962020" y="1954529"/>
                </a:lnTo>
                <a:close/>
              </a:path>
              <a:path w="3655059" h="3630295">
                <a:moveTo>
                  <a:pt x="3368293" y="1941829"/>
                </a:moveTo>
                <a:lnTo>
                  <a:pt x="3357117" y="1967229"/>
                </a:lnTo>
                <a:lnTo>
                  <a:pt x="3376421" y="1979929"/>
                </a:lnTo>
                <a:lnTo>
                  <a:pt x="3387470" y="1954529"/>
                </a:lnTo>
                <a:lnTo>
                  <a:pt x="3368293" y="1941829"/>
                </a:lnTo>
                <a:close/>
              </a:path>
              <a:path w="3655059" h="3630295">
                <a:moveTo>
                  <a:pt x="1838197" y="1954529"/>
                </a:moveTo>
                <a:lnTo>
                  <a:pt x="1836038" y="1967229"/>
                </a:lnTo>
                <a:lnTo>
                  <a:pt x="1842007" y="1967229"/>
                </a:lnTo>
                <a:lnTo>
                  <a:pt x="1838197" y="1954529"/>
                </a:lnTo>
                <a:close/>
              </a:path>
              <a:path w="3655059" h="3630295">
                <a:moveTo>
                  <a:pt x="2252344" y="1954529"/>
                </a:moveTo>
                <a:lnTo>
                  <a:pt x="2240025" y="1954529"/>
                </a:lnTo>
                <a:lnTo>
                  <a:pt x="2247772" y="1967229"/>
                </a:lnTo>
                <a:lnTo>
                  <a:pt x="2252344" y="1954529"/>
                </a:lnTo>
                <a:close/>
              </a:path>
              <a:path w="3655059" h="3630295">
                <a:moveTo>
                  <a:pt x="2400045" y="1954529"/>
                </a:moveTo>
                <a:lnTo>
                  <a:pt x="2394584" y="1967229"/>
                </a:lnTo>
                <a:lnTo>
                  <a:pt x="2409570" y="1967229"/>
                </a:lnTo>
                <a:lnTo>
                  <a:pt x="2400045" y="1954529"/>
                </a:lnTo>
                <a:close/>
              </a:path>
              <a:path w="3655059" h="3630295">
                <a:moveTo>
                  <a:pt x="2806445" y="1941829"/>
                </a:moveTo>
                <a:lnTo>
                  <a:pt x="2798571" y="1967229"/>
                </a:lnTo>
                <a:lnTo>
                  <a:pt x="2812033" y="1967229"/>
                </a:lnTo>
                <a:lnTo>
                  <a:pt x="2819907" y="1954529"/>
                </a:lnTo>
                <a:lnTo>
                  <a:pt x="2806445" y="1941829"/>
                </a:lnTo>
                <a:close/>
              </a:path>
              <a:path w="3655059" h="3630295">
                <a:moveTo>
                  <a:pt x="3230498" y="1941829"/>
                </a:moveTo>
                <a:lnTo>
                  <a:pt x="3212718" y="1941829"/>
                </a:lnTo>
                <a:lnTo>
                  <a:pt x="3202431" y="1954529"/>
                </a:lnTo>
                <a:lnTo>
                  <a:pt x="3220211" y="1967229"/>
                </a:lnTo>
                <a:lnTo>
                  <a:pt x="3230498" y="1941829"/>
                </a:lnTo>
                <a:close/>
              </a:path>
              <a:path w="3655059" h="3630295">
                <a:moveTo>
                  <a:pt x="2095372" y="1941829"/>
                </a:moveTo>
                <a:lnTo>
                  <a:pt x="2085212" y="1941829"/>
                </a:lnTo>
                <a:lnTo>
                  <a:pt x="2091689" y="1954529"/>
                </a:lnTo>
                <a:lnTo>
                  <a:pt x="2095372" y="1941829"/>
                </a:lnTo>
                <a:close/>
              </a:path>
              <a:path w="3655059" h="3630295">
                <a:moveTo>
                  <a:pt x="2495168" y="1929129"/>
                </a:moveTo>
                <a:lnTo>
                  <a:pt x="2489072" y="1941829"/>
                </a:lnTo>
                <a:lnTo>
                  <a:pt x="2499740" y="1954529"/>
                </a:lnTo>
                <a:lnTo>
                  <a:pt x="2505836" y="1941829"/>
                </a:lnTo>
                <a:lnTo>
                  <a:pt x="2495168" y="1929129"/>
                </a:lnTo>
                <a:close/>
              </a:path>
              <a:path w="3655059" h="3630295">
                <a:moveTo>
                  <a:pt x="2662935" y="1941829"/>
                </a:moveTo>
                <a:lnTo>
                  <a:pt x="2650743" y="1941829"/>
                </a:lnTo>
                <a:lnTo>
                  <a:pt x="2643758" y="1954529"/>
                </a:lnTo>
                <a:lnTo>
                  <a:pt x="2655950" y="1954529"/>
                </a:lnTo>
                <a:lnTo>
                  <a:pt x="2662935" y="1941829"/>
                </a:lnTo>
                <a:close/>
              </a:path>
              <a:path w="3655059" h="3630295">
                <a:moveTo>
                  <a:pt x="3057016" y="1929129"/>
                </a:moveTo>
                <a:lnTo>
                  <a:pt x="3047618" y="1941829"/>
                </a:lnTo>
                <a:lnTo>
                  <a:pt x="3064001" y="1954529"/>
                </a:lnTo>
                <a:lnTo>
                  <a:pt x="3073399" y="1941829"/>
                </a:lnTo>
                <a:lnTo>
                  <a:pt x="3057016" y="1929129"/>
                </a:lnTo>
                <a:close/>
              </a:path>
              <a:path w="3655059" h="3630295">
                <a:moveTo>
                  <a:pt x="1933320" y="1929129"/>
                </a:moveTo>
                <a:lnTo>
                  <a:pt x="1930526" y="1941829"/>
                </a:lnTo>
                <a:lnTo>
                  <a:pt x="1938273" y="1941829"/>
                </a:lnTo>
                <a:lnTo>
                  <a:pt x="1933320" y="1929129"/>
                </a:lnTo>
                <a:close/>
              </a:path>
              <a:path w="3655059" h="3630295">
                <a:moveTo>
                  <a:pt x="2348864" y="1929129"/>
                </a:moveTo>
                <a:lnTo>
                  <a:pt x="2334259" y="1929129"/>
                </a:lnTo>
                <a:lnTo>
                  <a:pt x="2343530" y="1941829"/>
                </a:lnTo>
                <a:lnTo>
                  <a:pt x="2348864" y="1929129"/>
                </a:lnTo>
                <a:close/>
              </a:path>
              <a:path w="3655059" h="3630295">
                <a:moveTo>
                  <a:pt x="2901441" y="1916429"/>
                </a:moveTo>
                <a:lnTo>
                  <a:pt x="2892805" y="1941829"/>
                </a:lnTo>
                <a:lnTo>
                  <a:pt x="2907791" y="1941829"/>
                </a:lnTo>
                <a:lnTo>
                  <a:pt x="2916427" y="1929129"/>
                </a:lnTo>
                <a:lnTo>
                  <a:pt x="2901441" y="1916429"/>
                </a:lnTo>
                <a:close/>
              </a:path>
              <a:path w="3655059" h="3630295">
                <a:moveTo>
                  <a:pt x="3326764" y="1916429"/>
                </a:moveTo>
                <a:lnTo>
                  <a:pt x="3307841" y="1916429"/>
                </a:lnTo>
                <a:lnTo>
                  <a:pt x="3296792" y="1929129"/>
                </a:lnTo>
                <a:lnTo>
                  <a:pt x="3315842" y="1941829"/>
                </a:lnTo>
                <a:lnTo>
                  <a:pt x="3326764" y="1916429"/>
                </a:lnTo>
                <a:close/>
              </a:path>
              <a:path w="3655059" h="3630295">
                <a:moveTo>
                  <a:pt x="2191638" y="1916429"/>
                </a:moveTo>
                <a:lnTo>
                  <a:pt x="2179700" y="1916429"/>
                </a:lnTo>
                <a:lnTo>
                  <a:pt x="2187320" y="1929129"/>
                </a:lnTo>
                <a:lnTo>
                  <a:pt x="2191638" y="1916429"/>
                </a:lnTo>
                <a:close/>
              </a:path>
              <a:path w="3655059" h="3630295">
                <a:moveTo>
                  <a:pt x="2590418" y="1903729"/>
                </a:moveTo>
                <a:lnTo>
                  <a:pt x="2583560" y="1916429"/>
                </a:lnTo>
                <a:lnTo>
                  <a:pt x="2595371" y="1929129"/>
                </a:lnTo>
                <a:lnTo>
                  <a:pt x="2602229" y="1916429"/>
                </a:lnTo>
                <a:lnTo>
                  <a:pt x="2590418" y="1903729"/>
                </a:lnTo>
                <a:close/>
              </a:path>
              <a:path w="3655059" h="3630295">
                <a:moveTo>
                  <a:pt x="2759455" y="1916429"/>
                </a:moveTo>
                <a:lnTo>
                  <a:pt x="2745866" y="1916429"/>
                </a:lnTo>
                <a:lnTo>
                  <a:pt x="2738119" y="1929129"/>
                </a:lnTo>
                <a:lnTo>
                  <a:pt x="2751581" y="1929129"/>
                </a:lnTo>
                <a:lnTo>
                  <a:pt x="2759455" y="1916429"/>
                </a:lnTo>
                <a:close/>
              </a:path>
              <a:path w="3655059" h="3630295">
                <a:moveTo>
                  <a:pt x="3152266" y="1903729"/>
                </a:moveTo>
                <a:lnTo>
                  <a:pt x="3142106" y="1916429"/>
                </a:lnTo>
                <a:lnTo>
                  <a:pt x="3159632" y="1929129"/>
                </a:lnTo>
                <a:lnTo>
                  <a:pt x="3169792" y="1916429"/>
                </a:lnTo>
                <a:lnTo>
                  <a:pt x="3152266" y="1903729"/>
                </a:lnTo>
                <a:close/>
              </a:path>
              <a:path w="3655059" h="3630295">
                <a:moveTo>
                  <a:pt x="2028443" y="1903729"/>
                </a:moveTo>
                <a:lnTo>
                  <a:pt x="2024760" y="1916429"/>
                </a:lnTo>
                <a:lnTo>
                  <a:pt x="2034920" y="1916429"/>
                </a:lnTo>
                <a:lnTo>
                  <a:pt x="2028443" y="1903729"/>
                </a:lnTo>
                <a:close/>
              </a:path>
              <a:path w="3655059" h="3630295">
                <a:moveTo>
                  <a:pt x="2434843" y="1891029"/>
                </a:moveTo>
                <a:lnTo>
                  <a:pt x="2428747" y="1903729"/>
                </a:lnTo>
                <a:lnTo>
                  <a:pt x="2439161" y="1916429"/>
                </a:lnTo>
                <a:lnTo>
                  <a:pt x="2445257" y="1903729"/>
                </a:lnTo>
                <a:lnTo>
                  <a:pt x="2434843" y="1891029"/>
                </a:lnTo>
                <a:close/>
              </a:path>
              <a:path w="3655059" h="3630295">
                <a:moveTo>
                  <a:pt x="2996691" y="1891029"/>
                </a:moveTo>
                <a:lnTo>
                  <a:pt x="2987293" y="1916429"/>
                </a:lnTo>
                <a:lnTo>
                  <a:pt x="3003422" y="1916429"/>
                </a:lnTo>
                <a:lnTo>
                  <a:pt x="3012820" y="1903729"/>
                </a:lnTo>
                <a:lnTo>
                  <a:pt x="2996691" y="1891029"/>
                </a:lnTo>
                <a:close/>
              </a:path>
              <a:path w="3655059" h="3630295">
                <a:moveTo>
                  <a:pt x="3402964" y="1878329"/>
                </a:moveTo>
                <a:lnTo>
                  <a:pt x="3391280" y="1903729"/>
                </a:lnTo>
                <a:lnTo>
                  <a:pt x="3411473" y="1916429"/>
                </a:lnTo>
                <a:lnTo>
                  <a:pt x="3423157" y="1891029"/>
                </a:lnTo>
                <a:lnTo>
                  <a:pt x="3402964" y="1878329"/>
                </a:lnTo>
                <a:close/>
              </a:path>
              <a:path w="3655059" h="3630295">
                <a:moveTo>
                  <a:pt x="2288158" y="1891029"/>
                </a:moveTo>
                <a:lnTo>
                  <a:pt x="2279141" y="1891029"/>
                </a:lnTo>
                <a:lnTo>
                  <a:pt x="2273934" y="1903729"/>
                </a:lnTo>
                <a:lnTo>
                  <a:pt x="2282951" y="1903729"/>
                </a:lnTo>
                <a:lnTo>
                  <a:pt x="2288158" y="1891029"/>
                </a:lnTo>
                <a:close/>
              </a:path>
              <a:path w="3655059" h="3630295">
                <a:moveTo>
                  <a:pt x="2685414" y="1878329"/>
                </a:moveTo>
                <a:lnTo>
                  <a:pt x="2677794" y="1891029"/>
                </a:lnTo>
                <a:lnTo>
                  <a:pt x="2691129" y="1903729"/>
                </a:lnTo>
                <a:lnTo>
                  <a:pt x="2698749" y="1891029"/>
                </a:lnTo>
                <a:lnTo>
                  <a:pt x="2685414" y="1878329"/>
                </a:lnTo>
                <a:close/>
              </a:path>
              <a:path w="3655059" h="3630295">
                <a:moveTo>
                  <a:pt x="2855721" y="1891029"/>
                </a:moveTo>
                <a:lnTo>
                  <a:pt x="2840989" y="1891029"/>
                </a:lnTo>
                <a:lnTo>
                  <a:pt x="2832607" y="1903729"/>
                </a:lnTo>
                <a:lnTo>
                  <a:pt x="2847212" y="1903729"/>
                </a:lnTo>
                <a:lnTo>
                  <a:pt x="2855721" y="1891029"/>
                </a:lnTo>
                <a:close/>
              </a:path>
              <a:path w="3655059" h="3630295">
                <a:moveTo>
                  <a:pt x="3247389" y="1878329"/>
                </a:moveTo>
                <a:lnTo>
                  <a:pt x="3236340" y="1891029"/>
                </a:lnTo>
                <a:lnTo>
                  <a:pt x="3255390" y="1903729"/>
                </a:lnTo>
                <a:lnTo>
                  <a:pt x="3266312" y="1891029"/>
                </a:lnTo>
                <a:lnTo>
                  <a:pt x="3247389" y="1878329"/>
                </a:lnTo>
                <a:close/>
              </a:path>
              <a:path w="3655059" h="3630295">
                <a:moveTo>
                  <a:pt x="1563623" y="1878329"/>
                </a:moveTo>
                <a:lnTo>
                  <a:pt x="1560702" y="1878329"/>
                </a:lnTo>
                <a:lnTo>
                  <a:pt x="1562607" y="1891029"/>
                </a:lnTo>
                <a:lnTo>
                  <a:pt x="1563623" y="1878329"/>
                </a:lnTo>
                <a:close/>
              </a:path>
              <a:path w="3655059" h="3630295">
                <a:moveTo>
                  <a:pt x="2131059" y="1878329"/>
                </a:moveTo>
                <a:lnTo>
                  <a:pt x="2123693" y="1878329"/>
                </a:lnTo>
                <a:lnTo>
                  <a:pt x="2119375" y="1891029"/>
                </a:lnTo>
                <a:lnTo>
                  <a:pt x="2126741" y="1891029"/>
                </a:lnTo>
                <a:lnTo>
                  <a:pt x="2131059" y="1878329"/>
                </a:lnTo>
                <a:close/>
              </a:path>
              <a:path w="3655059" h="3630295">
                <a:moveTo>
                  <a:pt x="2529966" y="1865629"/>
                </a:moveTo>
                <a:lnTo>
                  <a:pt x="2523235" y="1878329"/>
                </a:lnTo>
                <a:lnTo>
                  <a:pt x="2534792" y="1891029"/>
                </a:lnTo>
                <a:lnTo>
                  <a:pt x="2541523" y="1878329"/>
                </a:lnTo>
                <a:lnTo>
                  <a:pt x="2529966" y="1865629"/>
                </a:lnTo>
                <a:close/>
              </a:path>
              <a:path w="3655059" h="3630295">
                <a:moveTo>
                  <a:pt x="2952114" y="1865629"/>
                </a:moveTo>
                <a:lnTo>
                  <a:pt x="2936239" y="1865629"/>
                </a:lnTo>
                <a:lnTo>
                  <a:pt x="2926968" y="1878329"/>
                </a:lnTo>
                <a:lnTo>
                  <a:pt x="2942970" y="1891029"/>
                </a:lnTo>
                <a:lnTo>
                  <a:pt x="2952114" y="1865629"/>
                </a:lnTo>
                <a:close/>
              </a:path>
              <a:path w="3655059" h="3630295">
                <a:moveTo>
                  <a:pt x="3091814" y="1865629"/>
                </a:moveTo>
                <a:lnTo>
                  <a:pt x="3081781" y="1891029"/>
                </a:lnTo>
                <a:lnTo>
                  <a:pt x="3099053" y="1891029"/>
                </a:lnTo>
                <a:lnTo>
                  <a:pt x="3109086" y="1878329"/>
                </a:lnTo>
                <a:lnTo>
                  <a:pt x="3091814" y="1865629"/>
                </a:lnTo>
                <a:close/>
              </a:path>
              <a:path w="3655059" h="3630295">
                <a:moveTo>
                  <a:pt x="1967991" y="1865629"/>
                </a:moveTo>
                <a:lnTo>
                  <a:pt x="1964435" y="1878329"/>
                </a:lnTo>
                <a:lnTo>
                  <a:pt x="1974214" y="1878329"/>
                </a:lnTo>
                <a:lnTo>
                  <a:pt x="1967991" y="1865629"/>
                </a:lnTo>
                <a:close/>
              </a:path>
              <a:path w="3655059" h="3630295">
                <a:moveTo>
                  <a:pt x="2384551" y="1865629"/>
                </a:moveTo>
                <a:lnTo>
                  <a:pt x="2374391" y="1865629"/>
                </a:lnTo>
                <a:lnTo>
                  <a:pt x="2368422" y="1878329"/>
                </a:lnTo>
                <a:lnTo>
                  <a:pt x="2378709" y="1878329"/>
                </a:lnTo>
                <a:lnTo>
                  <a:pt x="2384551" y="1865629"/>
                </a:lnTo>
                <a:close/>
              </a:path>
              <a:path w="3655059" h="3630295">
                <a:moveTo>
                  <a:pt x="2780664" y="1852929"/>
                </a:moveTo>
                <a:lnTo>
                  <a:pt x="2772282" y="1865629"/>
                </a:lnTo>
                <a:lnTo>
                  <a:pt x="2786760" y="1878329"/>
                </a:lnTo>
                <a:lnTo>
                  <a:pt x="2795142" y="1865629"/>
                </a:lnTo>
                <a:lnTo>
                  <a:pt x="2780664" y="1852929"/>
                </a:lnTo>
                <a:close/>
              </a:path>
              <a:path w="3655059" h="3630295">
                <a:moveTo>
                  <a:pt x="3342512" y="1852929"/>
                </a:moveTo>
                <a:lnTo>
                  <a:pt x="3330828" y="1865629"/>
                </a:lnTo>
                <a:lnTo>
                  <a:pt x="3351021" y="1878329"/>
                </a:lnTo>
                <a:lnTo>
                  <a:pt x="3362578" y="1865629"/>
                </a:lnTo>
                <a:lnTo>
                  <a:pt x="3342512" y="1852929"/>
                </a:lnTo>
                <a:close/>
              </a:path>
              <a:path w="3655059" h="3630295">
                <a:moveTo>
                  <a:pt x="1660016" y="1852929"/>
                </a:moveTo>
                <a:lnTo>
                  <a:pt x="1655063" y="1852929"/>
                </a:lnTo>
                <a:lnTo>
                  <a:pt x="1658238" y="1865629"/>
                </a:lnTo>
                <a:lnTo>
                  <a:pt x="1660016" y="1852929"/>
                </a:lnTo>
                <a:close/>
              </a:path>
              <a:path w="3655059" h="3630295">
                <a:moveTo>
                  <a:pt x="2227579" y="1852929"/>
                </a:moveTo>
                <a:lnTo>
                  <a:pt x="2218816" y="1852929"/>
                </a:lnTo>
                <a:lnTo>
                  <a:pt x="2213736" y="1865629"/>
                </a:lnTo>
                <a:lnTo>
                  <a:pt x="2222499" y="1865629"/>
                </a:lnTo>
                <a:lnTo>
                  <a:pt x="2227579" y="1852929"/>
                </a:lnTo>
                <a:close/>
              </a:path>
              <a:path w="3655059" h="3630295">
                <a:moveTo>
                  <a:pt x="2625089" y="1840229"/>
                </a:moveTo>
                <a:lnTo>
                  <a:pt x="2617469" y="1852929"/>
                </a:lnTo>
                <a:lnTo>
                  <a:pt x="2630550" y="1865629"/>
                </a:lnTo>
                <a:lnTo>
                  <a:pt x="2638043" y="1852929"/>
                </a:lnTo>
                <a:lnTo>
                  <a:pt x="2625089" y="1840229"/>
                </a:lnTo>
                <a:close/>
              </a:path>
              <a:path w="3655059" h="3630295">
                <a:moveTo>
                  <a:pt x="3031362" y="1827529"/>
                </a:moveTo>
                <a:lnTo>
                  <a:pt x="3021329" y="1852929"/>
                </a:lnTo>
                <a:lnTo>
                  <a:pt x="3038601" y="1865629"/>
                </a:lnTo>
                <a:lnTo>
                  <a:pt x="3048634" y="1840229"/>
                </a:lnTo>
                <a:lnTo>
                  <a:pt x="3031362" y="1827529"/>
                </a:lnTo>
                <a:close/>
              </a:path>
              <a:path w="3655059" h="3630295">
                <a:moveTo>
                  <a:pt x="3186937" y="1840229"/>
                </a:moveTo>
                <a:lnTo>
                  <a:pt x="3176015" y="1865629"/>
                </a:lnTo>
                <a:lnTo>
                  <a:pt x="3194811" y="1865629"/>
                </a:lnTo>
                <a:lnTo>
                  <a:pt x="3205606" y="1852929"/>
                </a:lnTo>
                <a:lnTo>
                  <a:pt x="3186937" y="1840229"/>
                </a:lnTo>
                <a:close/>
              </a:path>
              <a:path w="3655059" h="3630295">
                <a:moveTo>
                  <a:pt x="2063114" y="1840229"/>
                </a:moveTo>
                <a:lnTo>
                  <a:pt x="2058923" y="1852929"/>
                </a:lnTo>
                <a:lnTo>
                  <a:pt x="2070480" y="1852929"/>
                </a:lnTo>
                <a:lnTo>
                  <a:pt x="2063114" y="1840229"/>
                </a:lnTo>
                <a:close/>
              </a:path>
              <a:path w="3655059" h="3630295">
                <a:moveTo>
                  <a:pt x="2481071" y="1840229"/>
                </a:moveTo>
                <a:lnTo>
                  <a:pt x="2469387" y="1840229"/>
                </a:lnTo>
                <a:lnTo>
                  <a:pt x="2462783" y="1852929"/>
                </a:lnTo>
                <a:lnTo>
                  <a:pt x="2474340" y="1852929"/>
                </a:lnTo>
                <a:lnTo>
                  <a:pt x="2481071" y="1840229"/>
                </a:lnTo>
                <a:close/>
              </a:path>
              <a:path w="3655059" h="3630295">
                <a:moveTo>
                  <a:pt x="2875660" y="1827529"/>
                </a:moveTo>
                <a:lnTo>
                  <a:pt x="2866516" y="1840229"/>
                </a:lnTo>
                <a:lnTo>
                  <a:pt x="2882391" y="1852929"/>
                </a:lnTo>
                <a:lnTo>
                  <a:pt x="2891662" y="1840229"/>
                </a:lnTo>
                <a:lnTo>
                  <a:pt x="2875660" y="1827529"/>
                </a:lnTo>
                <a:close/>
              </a:path>
              <a:path w="3655059" h="3630295">
                <a:moveTo>
                  <a:pt x="3437635" y="1827529"/>
                </a:moveTo>
                <a:lnTo>
                  <a:pt x="3425316" y="1840229"/>
                </a:lnTo>
                <a:lnTo>
                  <a:pt x="3446652" y="1852929"/>
                </a:lnTo>
                <a:lnTo>
                  <a:pt x="3458971" y="1840229"/>
                </a:lnTo>
                <a:lnTo>
                  <a:pt x="3437635" y="1827529"/>
                </a:lnTo>
                <a:close/>
              </a:path>
              <a:path w="3655059" h="3630295">
                <a:moveTo>
                  <a:pt x="1756536" y="1827529"/>
                </a:moveTo>
                <a:lnTo>
                  <a:pt x="1749424" y="1827529"/>
                </a:lnTo>
                <a:lnTo>
                  <a:pt x="1753869" y="1840229"/>
                </a:lnTo>
                <a:lnTo>
                  <a:pt x="1756536" y="1827529"/>
                </a:lnTo>
                <a:close/>
              </a:path>
              <a:path w="3655059" h="3630295">
                <a:moveTo>
                  <a:pt x="2324099" y="1827529"/>
                </a:moveTo>
                <a:lnTo>
                  <a:pt x="2313812" y="1827529"/>
                </a:lnTo>
                <a:lnTo>
                  <a:pt x="2307970" y="1840229"/>
                </a:lnTo>
                <a:lnTo>
                  <a:pt x="2318130" y="1840229"/>
                </a:lnTo>
                <a:lnTo>
                  <a:pt x="2324099" y="1827529"/>
                </a:lnTo>
                <a:close/>
              </a:path>
              <a:path w="3655059" h="3630295">
                <a:moveTo>
                  <a:pt x="2720212" y="1814829"/>
                </a:moveTo>
                <a:lnTo>
                  <a:pt x="2711957" y="1827529"/>
                </a:lnTo>
                <a:lnTo>
                  <a:pt x="2726181" y="1840229"/>
                </a:lnTo>
                <a:lnTo>
                  <a:pt x="2734436" y="1827529"/>
                </a:lnTo>
                <a:lnTo>
                  <a:pt x="2720212" y="1814829"/>
                </a:lnTo>
                <a:close/>
              </a:path>
              <a:path w="3655059" h="3630295">
                <a:moveTo>
                  <a:pt x="3126485" y="1802129"/>
                </a:moveTo>
                <a:lnTo>
                  <a:pt x="3115817" y="1827529"/>
                </a:lnTo>
                <a:lnTo>
                  <a:pt x="3134232" y="1840229"/>
                </a:lnTo>
                <a:lnTo>
                  <a:pt x="3144900" y="1814829"/>
                </a:lnTo>
                <a:lnTo>
                  <a:pt x="3126485" y="1802129"/>
                </a:lnTo>
                <a:close/>
              </a:path>
              <a:path w="3655059" h="3630295">
                <a:moveTo>
                  <a:pt x="3282060" y="1814829"/>
                </a:moveTo>
                <a:lnTo>
                  <a:pt x="3270503" y="1840229"/>
                </a:lnTo>
                <a:lnTo>
                  <a:pt x="3290442" y="1840229"/>
                </a:lnTo>
                <a:lnTo>
                  <a:pt x="3301999" y="1827529"/>
                </a:lnTo>
                <a:lnTo>
                  <a:pt x="3282060" y="1814829"/>
                </a:lnTo>
                <a:close/>
              </a:path>
              <a:path w="3655059" h="3630295">
                <a:moveTo>
                  <a:pt x="1596516" y="1814829"/>
                </a:moveTo>
                <a:lnTo>
                  <a:pt x="1594865" y="1827529"/>
                </a:lnTo>
                <a:lnTo>
                  <a:pt x="1599310" y="1827529"/>
                </a:lnTo>
                <a:lnTo>
                  <a:pt x="1596516" y="1814829"/>
                </a:lnTo>
                <a:close/>
              </a:path>
              <a:path w="3655059" h="3630295">
                <a:moveTo>
                  <a:pt x="2009901" y="1814829"/>
                </a:moveTo>
                <a:lnTo>
                  <a:pt x="1998598" y="1814829"/>
                </a:lnTo>
                <a:lnTo>
                  <a:pt x="2005710" y="1827529"/>
                </a:lnTo>
                <a:lnTo>
                  <a:pt x="2009901" y="1814829"/>
                </a:lnTo>
                <a:close/>
              </a:path>
              <a:path w="3655059" h="3630295">
                <a:moveTo>
                  <a:pt x="2158364" y="1814829"/>
                </a:moveTo>
                <a:lnTo>
                  <a:pt x="2153411" y="1827529"/>
                </a:lnTo>
                <a:lnTo>
                  <a:pt x="2166873" y="1827529"/>
                </a:lnTo>
                <a:lnTo>
                  <a:pt x="2158364" y="1814829"/>
                </a:lnTo>
                <a:close/>
              </a:path>
              <a:path w="3655059" h="3630295">
                <a:moveTo>
                  <a:pt x="2577464" y="1814829"/>
                </a:moveTo>
                <a:lnTo>
                  <a:pt x="2564637" y="1814829"/>
                </a:lnTo>
                <a:lnTo>
                  <a:pt x="2557144" y="1827529"/>
                </a:lnTo>
                <a:lnTo>
                  <a:pt x="2569971" y="1827529"/>
                </a:lnTo>
                <a:lnTo>
                  <a:pt x="2577464" y="1814829"/>
                </a:lnTo>
                <a:close/>
              </a:path>
              <a:path w="3655059" h="3630295">
                <a:moveTo>
                  <a:pt x="2987928" y="1802129"/>
                </a:moveTo>
                <a:lnTo>
                  <a:pt x="2970910" y="1802129"/>
                </a:lnTo>
                <a:lnTo>
                  <a:pt x="2961004" y="1814829"/>
                </a:lnTo>
                <a:lnTo>
                  <a:pt x="2978149" y="1827529"/>
                </a:lnTo>
                <a:lnTo>
                  <a:pt x="2987928" y="1802129"/>
                </a:lnTo>
                <a:close/>
              </a:path>
              <a:path w="3655059" h="3630295">
                <a:moveTo>
                  <a:pt x="3377183" y="1789429"/>
                </a:moveTo>
                <a:lnTo>
                  <a:pt x="3364864" y="1814829"/>
                </a:lnTo>
                <a:lnTo>
                  <a:pt x="3386200" y="1827529"/>
                </a:lnTo>
                <a:lnTo>
                  <a:pt x="3398519" y="1802129"/>
                </a:lnTo>
                <a:lnTo>
                  <a:pt x="3377183" y="1789429"/>
                </a:lnTo>
                <a:close/>
              </a:path>
              <a:path w="3655059" h="3630295">
                <a:moveTo>
                  <a:pt x="1852802" y="1802129"/>
                </a:moveTo>
                <a:lnTo>
                  <a:pt x="1843912" y="1802129"/>
                </a:lnTo>
                <a:lnTo>
                  <a:pt x="1849627" y="1814829"/>
                </a:lnTo>
                <a:lnTo>
                  <a:pt x="1852802" y="1802129"/>
                </a:lnTo>
                <a:close/>
              </a:path>
              <a:path w="3655059" h="3630295">
                <a:moveTo>
                  <a:pt x="2420365" y="1802129"/>
                </a:moveTo>
                <a:lnTo>
                  <a:pt x="2409062" y="1802129"/>
                </a:lnTo>
                <a:lnTo>
                  <a:pt x="2402458" y="1814829"/>
                </a:lnTo>
                <a:lnTo>
                  <a:pt x="2413888" y="1814829"/>
                </a:lnTo>
                <a:lnTo>
                  <a:pt x="2420365" y="1802129"/>
                </a:lnTo>
                <a:close/>
              </a:path>
              <a:path w="3655059" h="3630295">
                <a:moveTo>
                  <a:pt x="2815335" y="1789429"/>
                </a:moveTo>
                <a:lnTo>
                  <a:pt x="2806191" y="1802129"/>
                </a:lnTo>
                <a:lnTo>
                  <a:pt x="2821939" y="1814829"/>
                </a:lnTo>
                <a:lnTo>
                  <a:pt x="2830956" y="1802129"/>
                </a:lnTo>
                <a:lnTo>
                  <a:pt x="2815335" y="1789429"/>
                </a:lnTo>
                <a:close/>
              </a:path>
              <a:path w="3655059" h="3630295">
                <a:moveTo>
                  <a:pt x="3221608" y="1776729"/>
                </a:moveTo>
                <a:lnTo>
                  <a:pt x="3210305" y="1802129"/>
                </a:lnTo>
                <a:lnTo>
                  <a:pt x="3229990" y="1814829"/>
                </a:lnTo>
                <a:lnTo>
                  <a:pt x="3241293" y="1789429"/>
                </a:lnTo>
                <a:lnTo>
                  <a:pt x="3221608" y="1776729"/>
                </a:lnTo>
                <a:close/>
              </a:path>
              <a:path w="3655059" h="3630295">
                <a:moveTo>
                  <a:pt x="1691512" y="1789429"/>
                </a:moveTo>
                <a:lnTo>
                  <a:pt x="1689099" y="1802129"/>
                </a:lnTo>
                <a:lnTo>
                  <a:pt x="1695830" y="1802129"/>
                </a:lnTo>
                <a:lnTo>
                  <a:pt x="1691512" y="1789429"/>
                </a:lnTo>
                <a:close/>
              </a:path>
              <a:path w="3655059" h="3630295">
                <a:moveTo>
                  <a:pt x="2106167" y="1789429"/>
                </a:moveTo>
                <a:lnTo>
                  <a:pt x="2093086" y="1789429"/>
                </a:lnTo>
                <a:lnTo>
                  <a:pt x="2101468" y="1802129"/>
                </a:lnTo>
                <a:lnTo>
                  <a:pt x="2106167" y="1789429"/>
                </a:lnTo>
                <a:close/>
              </a:path>
              <a:path w="3655059" h="3630295">
                <a:moveTo>
                  <a:pt x="2253487" y="1789429"/>
                </a:moveTo>
                <a:lnTo>
                  <a:pt x="2247645" y="1802129"/>
                </a:lnTo>
                <a:lnTo>
                  <a:pt x="2263393" y="1802129"/>
                </a:lnTo>
                <a:lnTo>
                  <a:pt x="2253487" y="1789429"/>
                </a:lnTo>
                <a:close/>
              </a:path>
              <a:path w="3655059" h="3630295">
                <a:moveTo>
                  <a:pt x="2659760" y="1776729"/>
                </a:moveTo>
                <a:lnTo>
                  <a:pt x="2651632" y="1802129"/>
                </a:lnTo>
                <a:lnTo>
                  <a:pt x="2665729" y="1802129"/>
                </a:lnTo>
                <a:lnTo>
                  <a:pt x="2673730" y="1789429"/>
                </a:lnTo>
                <a:lnTo>
                  <a:pt x="2659760" y="1776729"/>
                </a:lnTo>
                <a:close/>
              </a:path>
              <a:path w="3655059" h="3630295">
                <a:moveTo>
                  <a:pt x="3084321" y="1776729"/>
                </a:moveTo>
                <a:lnTo>
                  <a:pt x="3066033" y="1776729"/>
                </a:lnTo>
                <a:lnTo>
                  <a:pt x="3055492" y="1789429"/>
                </a:lnTo>
                <a:lnTo>
                  <a:pt x="3073780" y="1802129"/>
                </a:lnTo>
                <a:lnTo>
                  <a:pt x="3084321" y="1776729"/>
                </a:lnTo>
                <a:close/>
              </a:path>
              <a:path w="3655059" h="3630295">
                <a:moveTo>
                  <a:pt x="3472306" y="1764029"/>
                </a:moveTo>
                <a:lnTo>
                  <a:pt x="3459352" y="1789429"/>
                </a:lnTo>
                <a:lnTo>
                  <a:pt x="3481831" y="1802129"/>
                </a:lnTo>
                <a:lnTo>
                  <a:pt x="3494785" y="1776729"/>
                </a:lnTo>
                <a:lnTo>
                  <a:pt x="3472306" y="1764029"/>
                </a:lnTo>
                <a:close/>
              </a:path>
              <a:path w="3655059" h="3630295">
                <a:moveTo>
                  <a:pt x="1949195" y="1776729"/>
                </a:moveTo>
                <a:lnTo>
                  <a:pt x="1938400" y="1776729"/>
                </a:lnTo>
                <a:lnTo>
                  <a:pt x="1945258" y="1789429"/>
                </a:lnTo>
                <a:lnTo>
                  <a:pt x="1949195" y="1776729"/>
                </a:lnTo>
                <a:close/>
              </a:path>
              <a:path w="3655059" h="3630295">
                <a:moveTo>
                  <a:pt x="2348610" y="1764029"/>
                </a:moveTo>
                <a:lnTo>
                  <a:pt x="2342133" y="1776729"/>
                </a:lnTo>
                <a:lnTo>
                  <a:pt x="2353309" y="1789429"/>
                </a:lnTo>
                <a:lnTo>
                  <a:pt x="2359786" y="1776729"/>
                </a:lnTo>
                <a:lnTo>
                  <a:pt x="2348610" y="1764029"/>
                </a:lnTo>
                <a:close/>
              </a:path>
              <a:path w="3655059" h="3630295">
                <a:moveTo>
                  <a:pt x="2516758" y="1776729"/>
                </a:moveTo>
                <a:lnTo>
                  <a:pt x="2504185" y="1776729"/>
                </a:lnTo>
                <a:lnTo>
                  <a:pt x="2496946" y="1789429"/>
                </a:lnTo>
                <a:lnTo>
                  <a:pt x="2509519" y="1789429"/>
                </a:lnTo>
                <a:lnTo>
                  <a:pt x="2516758" y="1776729"/>
                </a:lnTo>
                <a:close/>
              </a:path>
              <a:path w="3655059" h="3630295">
                <a:moveTo>
                  <a:pt x="2910458" y="1764029"/>
                </a:moveTo>
                <a:lnTo>
                  <a:pt x="2900679" y="1776729"/>
                </a:lnTo>
                <a:lnTo>
                  <a:pt x="2917570" y="1789429"/>
                </a:lnTo>
                <a:lnTo>
                  <a:pt x="2927222" y="1776729"/>
                </a:lnTo>
                <a:lnTo>
                  <a:pt x="2910458" y="1764029"/>
                </a:lnTo>
                <a:close/>
              </a:path>
              <a:path w="3655059" h="3630295">
                <a:moveTo>
                  <a:pt x="3316731" y="1751329"/>
                </a:moveTo>
                <a:lnTo>
                  <a:pt x="3304539" y="1776729"/>
                </a:lnTo>
                <a:lnTo>
                  <a:pt x="3325621" y="1789429"/>
                </a:lnTo>
                <a:lnTo>
                  <a:pt x="3337813" y="1764029"/>
                </a:lnTo>
                <a:lnTo>
                  <a:pt x="3316731" y="1751329"/>
                </a:lnTo>
                <a:close/>
              </a:path>
              <a:path w="3655059" h="3630295">
                <a:moveTo>
                  <a:pt x="1786762" y="1764029"/>
                </a:moveTo>
                <a:lnTo>
                  <a:pt x="1783587" y="1776729"/>
                </a:lnTo>
                <a:lnTo>
                  <a:pt x="1792223" y="1776729"/>
                </a:lnTo>
                <a:lnTo>
                  <a:pt x="1786762" y="1764029"/>
                </a:lnTo>
                <a:close/>
              </a:path>
              <a:path w="3655059" h="3630295">
                <a:moveTo>
                  <a:pt x="2193035" y="1751329"/>
                </a:moveTo>
                <a:lnTo>
                  <a:pt x="2187447" y="1764029"/>
                </a:lnTo>
                <a:lnTo>
                  <a:pt x="2197099" y="1776729"/>
                </a:lnTo>
                <a:lnTo>
                  <a:pt x="2202687" y="1764029"/>
                </a:lnTo>
                <a:lnTo>
                  <a:pt x="2193035" y="1751329"/>
                </a:lnTo>
                <a:close/>
              </a:path>
              <a:path w="3655059" h="3630295">
                <a:moveTo>
                  <a:pt x="2754883" y="1751329"/>
                </a:moveTo>
                <a:lnTo>
                  <a:pt x="2745993" y="1776729"/>
                </a:lnTo>
                <a:lnTo>
                  <a:pt x="2761360" y="1776729"/>
                </a:lnTo>
                <a:lnTo>
                  <a:pt x="2770250" y="1764029"/>
                </a:lnTo>
                <a:lnTo>
                  <a:pt x="2754883" y="1751329"/>
                </a:lnTo>
                <a:close/>
              </a:path>
              <a:path w="3655059" h="3630295">
                <a:moveTo>
                  <a:pt x="3180587" y="1751329"/>
                </a:moveTo>
                <a:lnTo>
                  <a:pt x="3161156" y="1751329"/>
                </a:lnTo>
                <a:lnTo>
                  <a:pt x="3149980" y="1764029"/>
                </a:lnTo>
                <a:lnTo>
                  <a:pt x="3169411" y="1776729"/>
                </a:lnTo>
                <a:lnTo>
                  <a:pt x="3180587" y="1751329"/>
                </a:lnTo>
                <a:close/>
              </a:path>
              <a:path w="3655059" h="3630295">
                <a:moveTo>
                  <a:pt x="2045588" y="1751329"/>
                </a:moveTo>
                <a:lnTo>
                  <a:pt x="2032761" y="1751329"/>
                </a:lnTo>
                <a:lnTo>
                  <a:pt x="2040889" y="1764029"/>
                </a:lnTo>
                <a:lnTo>
                  <a:pt x="2045588" y="1751329"/>
                </a:lnTo>
                <a:close/>
              </a:path>
              <a:path w="3655059" h="3630295">
                <a:moveTo>
                  <a:pt x="2443733" y="1738629"/>
                </a:moveTo>
                <a:lnTo>
                  <a:pt x="2436367" y="1751329"/>
                </a:lnTo>
                <a:lnTo>
                  <a:pt x="2448940" y="1764029"/>
                </a:lnTo>
                <a:lnTo>
                  <a:pt x="2456306" y="1751329"/>
                </a:lnTo>
                <a:lnTo>
                  <a:pt x="2443733" y="1738629"/>
                </a:lnTo>
                <a:close/>
              </a:path>
              <a:path w="3655059" h="3630295">
                <a:moveTo>
                  <a:pt x="2613278" y="1751329"/>
                </a:moveTo>
                <a:lnTo>
                  <a:pt x="2599308" y="1751329"/>
                </a:lnTo>
                <a:lnTo>
                  <a:pt x="2591180" y="1764029"/>
                </a:lnTo>
                <a:lnTo>
                  <a:pt x="2605150" y="1764029"/>
                </a:lnTo>
                <a:lnTo>
                  <a:pt x="2613278" y="1751329"/>
                </a:lnTo>
                <a:close/>
              </a:path>
              <a:path w="3655059" h="3630295">
                <a:moveTo>
                  <a:pt x="3005581" y="1738629"/>
                </a:moveTo>
                <a:lnTo>
                  <a:pt x="2995167" y="1751329"/>
                </a:lnTo>
                <a:lnTo>
                  <a:pt x="3013201" y="1764029"/>
                </a:lnTo>
                <a:lnTo>
                  <a:pt x="3023615" y="1751329"/>
                </a:lnTo>
                <a:lnTo>
                  <a:pt x="3005581" y="1738629"/>
                </a:lnTo>
                <a:close/>
              </a:path>
              <a:path w="3655059" h="3630295">
                <a:moveTo>
                  <a:pt x="3411854" y="1725929"/>
                </a:moveTo>
                <a:lnTo>
                  <a:pt x="3399027" y="1751329"/>
                </a:lnTo>
                <a:lnTo>
                  <a:pt x="3421252" y="1764029"/>
                </a:lnTo>
                <a:lnTo>
                  <a:pt x="3434206" y="1738629"/>
                </a:lnTo>
                <a:lnTo>
                  <a:pt x="3411854" y="1725929"/>
                </a:lnTo>
                <a:close/>
              </a:path>
              <a:path w="3655059" h="3630295">
                <a:moveTo>
                  <a:pt x="1888743" y="1738629"/>
                </a:moveTo>
                <a:lnTo>
                  <a:pt x="1881885" y="1738629"/>
                </a:lnTo>
                <a:lnTo>
                  <a:pt x="1877821" y="1751329"/>
                </a:lnTo>
                <a:lnTo>
                  <a:pt x="1884679" y="1751329"/>
                </a:lnTo>
                <a:lnTo>
                  <a:pt x="1888743" y="1738629"/>
                </a:lnTo>
                <a:close/>
              </a:path>
              <a:path w="3655059" h="3630295">
                <a:moveTo>
                  <a:pt x="2288158" y="1725929"/>
                </a:moveTo>
                <a:lnTo>
                  <a:pt x="2281808" y="1738629"/>
                </a:lnTo>
                <a:lnTo>
                  <a:pt x="2292730" y="1751329"/>
                </a:lnTo>
                <a:lnTo>
                  <a:pt x="2299080" y="1738629"/>
                </a:lnTo>
                <a:lnTo>
                  <a:pt x="2288158" y="1725929"/>
                </a:lnTo>
                <a:close/>
              </a:path>
              <a:path w="3655059" h="3630295">
                <a:moveTo>
                  <a:pt x="2850006" y="1725929"/>
                </a:moveTo>
                <a:lnTo>
                  <a:pt x="2840227" y="1751329"/>
                </a:lnTo>
                <a:lnTo>
                  <a:pt x="2857118" y="1751329"/>
                </a:lnTo>
                <a:lnTo>
                  <a:pt x="2866770" y="1738629"/>
                </a:lnTo>
                <a:lnTo>
                  <a:pt x="2850006" y="1725929"/>
                </a:lnTo>
                <a:close/>
              </a:path>
              <a:path w="3655059" h="3630295">
                <a:moveTo>
                  <a:pt x="3256279" y="1713229"/>
                </a:moveTo>
                <a:lnTo>
                  <a:pt x="3244214" y="1738629"/>
                </a:lnTo>
                <a:lnTo>
                  <a:pt x="3265042" y="1751329"/>
                </a:lnTo>
                <a:lnTo>
                  <a:pt x="3277107" y="1725929"/>
                </a:lnTo>
                <a:lnTo>
                  <a:pt x="3256279" y="1713229"/>
                </a:lnTo>
                <a:close/>
              </a:path>
              <a:path w="3655059" h="3630295">
                <a:moveTo>
                  <a:pt x="2142108" y="1725929"/>
                </a:moveTo>
                <a:lnTo>
                  <a:pt x="2127122" y="1725929"/>
                </a:lnTo>
                <a:lnTo>
                  <a:pt x="2136520" y="1738629"/>
                </a:lnTo>
                <a:lnTo>
                  <a:pt x="2142108" y="1725929"/>
                </a:lnTo>
                <a:close/>
              </a:path>
              <a:path w="3655059" h="3630295">
                <a:moveTo>
                  <a:pt x="2538856" y="1713229"/>
                </a:moveTo>
                <a:lnTo>
                  <a:pt x="2530855" y="1725929"/>
                </a:lnTo>
                <a:lnTo>
                  <a:pt x="2544698" y="1738629"/>
                </a:lnTo>
                <a:lnTo>
                  <a:pt x="2552572" y="1725929"/>
                </a:lnTo>
                <a:lnTo>
                  <a:pt x="2538856" y="1713229"/>
                </a:lnTo>
                <a:close/>
              </a:path>
              <a:path w="3655059" h="3630295">
                <a:moveTo>
                  <a:pt x="2709544" y="1725929"/>
                </a:moveTo>
                <a:lnTo>
                  <a:pt x="2694431" y="1725929"/>
                </a:lnTo>
                <a:lnTo>
                  <a:pt x="2685668" y="1738629"/>
                </a:lnTo>
                <a:lnTo>
                  <a:pt x="2700781" y="1738629"/>
                </a:lnTo>
                <a:lnTo>
                  <a:pt x="2709544" y="1725929"/>
                </a:lnTo>
                <a:close/>
              </a:path>
              <a:path w="3655059" h="3630295">
                <a:moveTo>
                  <a:pt x="3100704" y="1713229"/>
                </a:moveTo>
                <a:lnTo>
                  <a:pt x="3089528" y="1725929"/>
                </a:lnTo>
                <a:lnTo>
                  <a:pt x="3108959" y="1738629"/>
                </a:lnTo>
                <a:lnTo>
                  <a:pt x="3120135" y="1725929"/>
                </a:lnTo>
                <a:lnTo>
                  <a:pt x="3100704" y="1713229"/>
                </a:lnTo>
                <a:close/>
              </a:path>
              <a:path w="3655059" h="3630295">
                <a:moveTo>
                  <a:pt x="3506977" y="1700529"/>
                </a:moveTo>
                <a:lnTo>
                  <a:pt x="3493515" y="1725929"/>
                </a:lnTo>
                <a:lnTo>
                  <a:pt x="3516883" y="1738629"/>
                </a:lnTo>
                <a:lnTo>
                  <a:pt x="3530472" y="1713229"/>
                </a:lnTo>
                <a:lnTo>
                  <a:pt x="3506977" y="1700529"/>
                </a:lnTo>
                <a:close/>
              </a:path>
              <a:path w="3655059" h="3630295">
                <a:moveTo>
                  <a:pt x="1417446" y="1713229"/>
                </a:moveTo>
                <a:lnTo>
                  <a:pt x="1413763" y="1713229"/>
                </a:lnTo>
                <a:lnTo>
                  <a:pt x="1416176" y="1725929"/>
                </a:lnTo>
                <a:lnTo>
                  <a:pt x="1417446" y="1713229"/>
                </a:lnTo>
                <a:close/>
              </a:path>
              <a:path w="3655059" h="3630295">
                <a:moveTo>
                  <a:pt x="1985009" y="1713229"/>
                </a:moveTo>
                <a:lnTo>
                  <a:pt x="1977008" y="1713229"/>
                </a:lnTo>
                <a:lnTo>
                  <a:pt x="1972309" y="1725929"/>
                </a:lnTo>
                <a:lnTo>
                  <a:pt x="1980437" y="1725929"/>
                </a:lnTo>
                <a:lnTo>
                  <a:pt x="1985009" y="1713229"/>
                </a:lnTo>
                <a:close/>
              </a:path>
              <a:path w="3655059" h="3630295">
                <a:moveTo>
                  <a:pt x="2383281" y="1700529"/>
                </a:moveTo>
                <a:lnTo>
                  <a:pt x="2376169" y="1713229"/>
                </a:lnTo>
                <a:lnTo>
                  <a:pt x="2388488" y="1725929"/>
                </a:lnTo>
                <a:lnTo>
                  <a:pt x="2395600" y="1713229"/>
                </a:lnTo>
                <a:lnTo>
                  <a:pt x="2383281" y="1700529"/>
                </a:lnTo>
                <a:close/>
              </a:path>
              <a:path w="3655059" h="3630295">
                <a:moveTo>
                  <a:pt x="2789554" y="1687829"/>
                </a:moveTo>
                <a:lnTo>
                  <a:pt x="2779902" y="1713229"/>
                </a:lnTo>
                <a:lnTo>
                  <a:pt x="2796539" y="1725929"/>
                </a:lnTo>
                <a:lnTo>
                  <a:pt x="2806064" y="1700529"/>
                </a:lnTo>
                <a:lnTo>
                  <a:pt x="2789554" y="1687829"/>
                </a:lnTo>
                <a:close/>
              </a:path>
              <a:path w="3655059" h="3630295">
                <a:moveTo>
                  <a:pt x="2945129" y="1700529"/>
                </a:moveTo>
                <a:lnTo>
                  <a:pt x="2934715" y="1725929"/>
                </a:lnTo>
                <a:lnTo>
                  <a:pt x="2952749" y="1725929"/>
                </a:lnTo>
                <a:lnTo>
                  <a:pt x="2963163" y="1713229"/>
                </a:lnTo>
                <a:lnTo>
                  <a:pt x="2945129" y="1700529"/>
                </a:lnTo>
                <a:close/>
              </a:path>
              <a:path w="3655059" h="3630295">
                <a:moveTo>
                  <a:pt x="3351402" y="1687829"/>
                </a:moveTo>
                <a:lnTo>
                  <a:pt x="3338448" y="1713229"/>
                </a:lnTo>
                <a:lnTo>
                  <a:pt x="3360800" y="1725929"/>
                </a:lnTo>
                <a:lnTo>
                  <a:pt x="3373627" y="1700529"/>
                </a:lnTo>
                <a:lnTo>
                  <a:pt x="3351402" y="1687829"/>
                </a:lnTo>
                <a:close/>
              </a:path>
              <a:path w="3655059" h="3630295">
                <a:moveTo>
                  <a:pt x="1821433" y="1700529"/>
                </a:moveTo>
                <a:lnTo>
                  <a:pt x="1817623" y="1713229"/>
                </a:lnTo>
                <a:lnTo>
                  <a:pt x="1828037" y="1713229"/>
                </a:lnTo>
                <a:lnTo>
                  <a:pt x="1821433" y="1700529"/>
                </a:lnTo>
                <a:close/>
              </a:path>
              <a:path w="3655059" h="3630295">
                <a:moveTo>
                  <a:pt x="2238374" y="1700529"/>
                </a:moveTo>
                <a:lnTo>
                  <a:pt x="2221610" y="1700529"/>
                </a:lnTo>
                <a:lnTo>
                  <a:pt x="2232278" y="1713229"/>
                </a:lnTo>
                <a:lnTo>
                  <a:pt x="2238374" y="1700529"/>
                </a:lnTo>
                <a:close/>
              </a:path>
              <a:path w="3655059" h="3630295">
                <a:moveTo>
                  <a:pt x="2633979" y="1687829"/>
                </a:moveTo>
                <a:lnTo>
                  <a:pt x="2625343" y="1700529"/>
                </a:lnTo>
                <a:lnTo>
                  <a:pt x="2640329" y="1713229"/>
                </a:lnTo>
                <a:lnTo>
                  <a:pt x="2648965" y="1700529"/>
                </a:lnTo>
                <a:lnTo>
                  <a:pt x="2633979" y="1687829"/>
                </a:lnTo>
                <a:close/>
              </a:path>
              <a:path w="3655059" h="3630295">
                <a:moveTo>
                  <a:pt x="3195827" y="1687829"/>
                </a:moveTo>
                <a:lnTo>
                  <a:pt x="3183889" y="1700529"/>
                </a:lnTo>
                <a:lnTo>
                  <a:pt x="3204590" y="1713229"/>
                </a:lnTo>
                <a:lnTo>
                  <a:pt x="3216528" y="1700529"/>
                </a:lnTo>
                <a:lnTo>
                  <a:pt x="3195827" y="1687829"/>
                </a:lnTo>
                <a:close/>
              </a:path>
              <a:path w="3655059" h="3630295">
                <a:moveTo>
                  <a:pt x="1513966" y="1687829"/>
                </a:moveTo>
                <a:lnTo>
                  <a:pt x="1507997" y="1687829"/>
                </a:lnTo>
                <a:lnTo>
                  <a:pt x="1511807" y="1700529"/>
                </a:lnTo>
                <a:lnTo>
                  <a:pt x="1513966" y="1687829"/>
                </a:lnTo>
                <a:close/>
              </a:path>
              <a:path w="3655059" h="3630295">
                <a:moveTo>
                  <a:pt x="2081402" y="1687829"/>
                </a:moveTo>
                <a:lnTo>
                  <a:pt x="2072131" y="1687829"/>
                </a:lnTo>
                <a:lnTo>
                  <a:pt x="2066797" y="1700529"/>
                </a:lnTo>
                <a:lnTo>
                  <a:pt x="2076068" y="1700529"/>
                </a:lnTo>
                <a:lnTo>
                  <a:pt x="2081402" y="1687829"/>
                </a:lnTo>
                <a:close/>
              </a:path>
              <a:path w="3655059" h="3630295">
                <a:moveTo>
                  <a:pt x="2478404" y="1675129"/>
                </a:moveTo>
                <a:lnTo>
                  <a:pt x="2470657" y="1687829"/>
                </a:lnTo>
                <a:lnTo>
                  <a:pt x="2484119" y="1700529"/>
                </a:lnTo>
                <a:lnTo>
                  <a:pt x="2491866" y="1687829"/>
                </a:lnTo>
                <a:lnTo>
                  <a:pt x="2478404" y="1675129"/>
                </a:lnTo>
                <a:close/>
              </a:path>
              <a:path w="3655059" h="3630295">
                <a:moveTo>
                  <a:pt x="2884677" y="1662429"/>
                </a:moveTo>
                <a:lnTo>
                  <a:pt x="2874390" y="1687829"/>
                </a:lnTo>
                <a:lnTo>
                  <a:pt x="2892170" y="1700529"/>
                </a:lnTo>
                <a:lnTo>
                  <a:pt x="2902457" y="1675129"/>
                </a:lnTo>
                <a:lnTo>
                  <a:pt x="2884677" y="1662429"/>
                </a:lnTo>
                <a:close/>
              </a:path>
              <a:path w="3655059" h="3630295">
                <a:moveTo>
                  <a:pt x="3040252" y="1675129"/>
                </a:moveTo>
                <a:lnTo>
                  <a:pt x="3029203" y="1700529"/>
                </a:lnTo>
                <a:lnTo>
                  <a:pt x="3048380" y="1700529"/>
                </a:lnTo>
                <a:lnTo>
                  <a:pt x="3059429" y="1687829"/>
                </a:lnTo>
                <a:lnTo>
                  <a:pt x="3040252" y="1675129"/>
                </a:lnTo>
                <a:close/>
              </a:path>
              <a:path w="3655059" h="3630295">
                <a:moveTo>
                  <a:pt x="3446525" y="1662429"/>
                </a:moveTo>
                <a:lnTo>
                  <a:pt x="3432936" y="1687829"/>
                </a:lnTo>
                <a:lnTo>
                  <a:pt x="3456431" y="1700529"/>
                </a:lnTo>
                <a:lnTo>
                  <a:pt x="3470020" y="1675129"/>
                </a:lnTo>
                <a:lnTo>
                  <a:pt x="3446525" y="1662429"/>
                </a:lnTo>
                <a:close/>
              </a:path>
              <a:path w="3655059" h="3630295">
                <a:moveTo>
                  <a:pt x="1767331" y="1675129"/>
                </a:moveTo>
                <a:lnTo>
                  <a:pt x="1757298" y="1675129"/>
                </a:lnTo>
                <a:lnTo>
                  <a:pt x="1763648" y="1687829"/>
                </a:lnTo>
                <a:lnTo>
                  <a:pt x="1767331" y="1675129"/>
                </a:lnTo>
                <a:close/>
              </a:path>
              <a:path w="3655059" h="3630295">
                <a:moveTo>
                  <a:pt x="1916556" y="1675129"/>
                </a:moveTo>
                <a:lnTo>
                  <a:pt x="1911984" y="1687829"/>
                </a:lnTo>
                <a:lnTo>
                  <a:pt x="1924430" y="1687829"/>
                </a:lnTo>
                <a:lnTo>
                  <a:pt x="1916556" y="1675129"/>
                </a:lnTo>
                <a:close/>
              </a:path>
              <a:path w="3655059" h="3630295">
                <a:moveTo>
                  <a:pt x="2334894" y="1675129"/>
                </a:moveTo>
                <a:lnTo>
                  <a:pt x="2322829" y="1675129"/>
                </a:lnTo>
                <a:lnTo>
                  <a:pt x="2315844" y="1687829"/>
                </a:lnTo>
                <a:lnTo>
                  <a:pt x="2327909" y="1687829"/>
                </a:lnTo>
                <a:lnTo>
                  <a:pt x="2334894" y="1675129"/>
                </a:lnTo>
                <a:close/>
              </a:path>
              <a:path w="3655059" h="3630295">
                <a:moveTo>
                  <a:pt x="2745485" y="1662429"/>
                </a:moveTo>
                <a:lnTo>
                  <a:pt x="2729102" y="1662429"/>
                </a:lnTo>
                <a:lnTo>
                  <a:pt x="2719704" y="1675129"/>
                </a:lnTo>
                <a:lnTo>
                  <a:pt x="2735960" y="1687829"/>
                </a:lnTo>
                <a:lnTo>
                  <a:pt x="2745485" y="1662429"/>
                </a:lnTo>
                <a:close/>
              </a:path>
              <a:path w="3655059" h="3630295">
                <a:moveTo>
                  <a:pt x="3290950" y="1662429"/>
                </a:moveTo>
                <a:lnTo>
                  <a:pt x="3278250" y="1675129"/>
                </a:lnTo>
                <a:lnTo>
                  <a:pt x="3300221" y="1687829"/>
                </a:lnTo>
                <a:lnTo>
                  <a:pt x="3313048" y="1675129"/>
                </a:lnTo>
                <a:lnTo>
                  <a:pt x="3290950" y="1662429"/>
                </a:lnTo>
                <a:close/>
              </a:path>
              <a:path w="3655059" h="3630295">
                <a:moveTo>
                  <a:pt x="1610359" y="1662429"/>
                </a:moveTo>
                <a:lnTo>
                  <a:pt x="1602485" y="1662429"/>
                </a:lnTo>
                <a:lnTo>
                  <a:pt x="1607438" y="1675129"/>
                </a:lnTo>
                <a:lnTo>
                  <a:pt x="1610359" y="1662429"/>
                </a:lnTo>
                <a:close/>
              </a:path>
              <a:path w="3655059" h="3630295">
                <a:moveTo>
                  <a:pt x="2177922" y="1662429"/>
                </a:moveTo>
                <a:lnTo>
                  <a:pt x="2167254" y="1662429"/>
                </a:lnTo>
                <a:lnTo>
                  <a:pt x="2161031" y="1675129"/>
                </a:lnTo>
                <a:lnTo>
                  <a:pt x="2171699" y="1675129"/>
                </a:lnTo>
                <a:lnTo>
                  <a:pt x="2177922" y="1662429"/>
                </a:lnTo>
                <a:close/>
              </a:path>
              <a:path w="3655059" h="3630295">
                <a:moveTo>
                  <a:pt x="2573527" y="1649729"/>
                </a:moveTo>
                <a:lnTo>
                  <a:pt x="2565018" y="1662429"/>
                </a:lnTo>
                <a:lnTo>
                  <a:pt x="2579750" y="1675129"/>
                </a:lnTo>
                <a:lnTo>
                  <a:pt x="2588259" y="1662429"/>
                </a:lnTo>
                <a:lnTo>
                  <a:pt x="2573527" y="1649729"/>
                </a:lnTo>
                <a:close/>
              </a:path>
              <a:path w="3655059" h="3630295">
                <a:moveTo>
                  <a:pt x="2979800" y="1637029"/>
                </a:moveTo>
                <a:lnTo>
                  <a:pt x="2968878" y="1662429"/>
                </a:lnTo>
                <a:lnTo>
                  <a:pt x="2987801" y="1675129"/>
                </a:lnTo>
                <a:lnTo>
                  <a:pt x="2998850" y="1649729"/>
                </a:lnTo>
                <a:lnTo>
                  <a:pt x="2979800" y="1637029"/>
                </a:lnTo>
                <a:close/>
              </a:path>
              <a:path w="3655059" h="3630295">
                <a:moveTo>
                  <a:pt x="3135375" y="1649729"/>
                </a:moveTo>
                <a:lnTo>
                  <a:pt x="3123691" y="1675129"/>
                </a:lnTo>
                <a:lnTo>
                  <a:pt x="3144011" y="1675129"/>
                </a:lnTo>
                <a:lnTo>
                  <a:pt x="3155822" y="1662429"/>
                </a:lnTo>
                <a:lnTo>
                  <a:pt x="3135375" y="1649729"/>
                </a:lnTo>
                <a:close/>
              </a:path>
              <a:path w="3655059" h="3630295">
                <a:moveTo>
                  <a:pt x="3541648" y="1637029"/>
                </a:moveTo>
                <a:lnTo>
                  <a:pt x="3527424" y="1662429"/>
                </a:lnTo>
                <a:lnTo>
                  <a:pt x="3552062" y="1675129"/>
                </a:lnTo>
                <a:lnTo>
                  <a:pt x="3566413" y="1649729"/>
                </a:lnTo>
                <a:lnTo>
                  <a:pt x="3541648" y="1637029"/>
                </a:lnTo>
                <a:close/>
              </a:path>
              <a:path w="3655059" h="3630295">
                <a:moveTo>
                  <a:pt x="1449831" y="1649729"/>
                </a:moveTo>
                <a:lnTo>
                  <a:pt x="1447799" y="1662429"/>
                </a:lnTo>
                <a:lnTo>
                  <a:pt x="1453387" y="1662429"/>
                </a:lnTo>
                <a:lnTo>
                  <a:pt x="1449831" y="1649729"/>
                </a:lnTo>
                <a:close/>
              </a:path>
              <a:path w="3655059" h="3630295">
                <a:moveTo>
                  <a:pt x="1863724" y="1649729"/>
                </a:moveTo>
                <a:lnTo>
                  <a:pt x="1851786" y="1649729"/>
                </a:lnTo>
                <a:lnTo>
                  <a:pt x="1859279" y="1662429"/>
                </a:lnTo>
                <a:lnTo>
                  <a:pt x="1863724" y="1649729"/>
                </a:lnTo>
                <a:close/>
              </a:path>
              <a:path w="3655059" h="3630295">
                <a:moveTo>
                  <a:pt x="2011679" y="1649729"/>
                </a:moveTo>
                <a:lnTo>
                  <a:pt x="2006345" y="1662429"/>
                </a:lnTo>
                <a:lnTo>
                  <a:pt x="2020950" y="1662429"/>
                </a:lnTo>
                <a:lnTo>
                  <a:pt x="2011679" y="1649729"/>
                </a:lnTo>
                <a:close/>
              </a:path>
              <a:path w="3655059" h="3630295">
                <a:moveTo>
                  <a:pt x="2417952" y="1637029"/>
                </a:moveTo>
                <a:lnTo>
                  <a:pt x="2410078" y="1662429"/>
                </a:lnTo>
                <a:lnTo>
                  <a:pt x="2423667" y="1662429"/>
                </a:lnTo>
                <a:lnTo>
                  <a:pt x="2431414" y="1649729"/>
                </a:lnTo>
                <a:lnTo>
                  <a:pt x="2417952" y="1637029"/>
                </a:lnTo>
                <a:close/>
              </a:path>
              <a:path w="3655059" h="3630295">
                <a:moveTo>
                  <a:pt x="2841751" y="1637029"/>
                </a:moveTo>
                <a:lnTo>
                  <a:pt x="2824225" y="1637029"/>
                </a:lnTo>
                <a:lnTo>
                  <a:pt x="2814065" y="1649729"/>
                </a:lnTo>
                <a:lnTo>
                  <a:pt x="2831718" y="1662429"/>
                </a:lnTo>
                <a:lnTo>
                  <a:pt x="2841751" y="1637029"/>
                </a:lnTo>
                <a:close/>
              </a:path>
              <a:path w="3655059" h="3630295">
                <a:moveTo>
                  <a:pt x="3230498" y="1624329"/>
                </a:moveTo>
                <a:lnTo>
                  <a:pt x="3217925" y="1649729"/>
                </a:lnTo>
                <a:lnTo>
                  <a:pt x="3239769" y="1662429"/>
                </a:lnTo>
                <a:lnTo>
                  <a:pt x="3252342" y="1637029"/>
                </a:lnTo>
                <a:lnTo>
                  <a:pt x="3230498" y="1624329"/>
                </a:lnTo>
                <a:close/>
              </a:path>
              <a:path w="3655059" h="3630295">
                <a:moveTo>
                  <a:pt x="3386073" y="1637029"/>
                </a:moveTo>
                <a:lnTo>
                  <a:pt x="3372738" y="1649729"/>
                </a:lnTo>
                <a:lnTo>
                  <a:pt x="3395979" y="1662429"/>
                </a:lnTo>
                <a:lnTo>
                  <a:pt x="3409314" y="1649729"/>
                </a:lnTo>
                <a:lnTo>
                  <a:pt x="3386073" y="1637029"/>
                </a:lnTo>
                <a:close/>
              </a:path>
              <a:path w="3655059" h="3630295">
                <a:moveTo>
                  <a:pt x="1706752" y="1637029"/>
                </a:moveTo>
                <a:lnTo>
                  <a:pt x="1696973" y="1637029"/>
                </a:lnTo>
                <a:lnTo>
                  <a:pt x="1703196" y="1649729"/>
                </a:lnTo>
                <a:lnTo>
                  <a:pt x="1706752" y="1637029"/>
                </a:lnTo>
                <a:close/>
              </a:path>
              <a:path w="3655059" h="3630295">
                <a:moveTo>
                  <a:pt x="2274188" y="1637029"/>
                </a:moveTo>
                <a:lnTo>
                  <a:pt x="2262377" y="1637029"/>
                </a:lnTo>
                <a:lnTo>
                  <a:pt x="2255519" y="1649729"/>
                </a:lnTo>
                <a:lnTo>
                  <a:pt x="2267457" y="1649729"/>
                </a:lnTo>
                <a:lnTo>
                  <a:pt x="2274188" y="1637029"/>
                </a:lnTo>
                <a:close/>
              </a:path>
              <a:path w="3655059" h="3630295">
                <a:moveTo>
                  <a:pt x="2668650" y="1624329"/>
                </a:moveTo>
                <a:lnTo>
                  <a:pt x="2659379" y="1637029"/>
                </a:lnTo>
                <a:lnTo>
                  <a:pt x="2675508" y="1649729"/>
                </a:lnTo>
                <a:lnTo>
                  <a:pt x="2684779" y="1637029"/>
                </a:lnTo>
                <a:lnTo>
                  <a:pt x="2668650" y="1624329"/>
                </a:lnTo>
                <a:close/>
              </a:path>
              <a:path w="3655059" h="3630295">
                <a:moveTo>
                  <a:pt x="3074923" y="1611629"/>
                </a:moveTo>
                <a:lnTo>
                  <a:pt x="3063366" y="1637029"/>
                </a:lnTo>
                <a:lnTo>
                  <a:pt x="3083559" y="1649729"/>
                </a:lnTo>
                <a:lnTo>
                  <a:pt x="3095116" y="1624329"/>
                </a:lnTo>
                <a:lnTo>
                  <a:pt x="3074923" y="1611629"/>
                </a:lnTo>
                <a:close/>
              </a:path>
              <a:path w="3655059" h="3630295">
                <a:moveTo>
                  <a:pt x="1544954" y="1624329"/>
                </a:moveTo>
                <a:lnTo>
                  <a:pt x="1542160" y="1637029"/>
                </a:lnTo>
                <a:lnTo>
                  <a:pt x="1549653" y="1637029"/>
                </a:lnTo>
                <a:lnTo>
                  <a:pt x="1544954" y="1624329"/>
                </a:lnTo>
                <a:close/>
              </a:path>
              <a:path w="3655059" h="3630295">
                <a:moveTo>
                  <a:pt x="1960244" y="1624329"/>
                </a:moveTo>
                <a:lnTo>
                  <a:pt x="1946020" y="1624329"/>
                </a:lnTo>
                <a:lnTo>
                  <a:pt x="1955037" y="1637029"/>
                </a:lnTo>
                <a:lnTo>
                  <a:pt x="1960244" y="1624329"/>
                </a:lnTo>
                <a:close/>
              </a:path>
              <a:path w="3655059" h="3630295">
                <a:moveTo>
                  <a:pt x="2106802" y="1624329"/>
                </a:moveTo>
                <a:lnTo>
                  <a:pt x="2100833" y="1637029"/>
                </a:lnTo>
                <a:lnTo>
                  <a:pt x="2117216" y="1637029"/>
                </a:lnTo>
                <a:lnTo>
                  <a:pt x="2106802" y="1624329"/>
                </a:lnTo>
                <a:close/>
              </a:path>
              <a:path w="3655059" h="3630295">
                <a:moveTo>
                  <a:pt x="2513075" y="1611629"/>
                </a:moveTo>
                <a:lnTo>
                  <a:pt x="2504566" y="1637029"/>
                </a:lnTo>
                <a:lnTo>
                  <a:pt x="2519298" y="1637029"/>
                </a:lnTo>
                <a:lnTo>
                  <a:pt x="2527807" y="1624329"/>
                </a:lnTo>
                <a:lnTo>
                  <a:pt x="2513075" y="1611629"/>
                </a:lnTo>
                <a:close/>
              </a:path>
              <a:path w="3655059" h="3630295">
                <a:moveTo>
                  <a:pt x="2938271" y="1611629"/>
                </a:moveTo>
                <a:lnTo>
                  <a:pt x="2919348" y="1611629"/>
                </a:lnTo>
                <a:lnTo>
                  <a:pt x="2908426" y="1624329"/>
                </a:lnTo>
                <a:lnTo>
                  <a:pt x="2927349" y="1637029"/>
                </a:lnTo>
                <a:lnTo>
                  <a:pt x="2938271" y="1611629"/>
                </a:lnTo>
                <a:close/>
              </a:path>
              <a:path w="3655059" h="3630295">
                <a:moveTo>
                  <a:pt x="3325621" y="1598929"/>
                </a:moveTo>
                <a:lnTo>
                  <a:pt x="3312413" y="1624329"/>
                </a:lnTo>
                <a:lnTo>
                  <a:pt x="3335400" y="1637029"/>
                </a:lnTo>
                <a:lnTo>
                  <a:pt x="3348735" y="1611629"/>
                </a:lnTo>
                <a:lnTo>
                  <a:pt x="3325621" y="1598929"/>
                </a:lnTo>
                <a:close/>
              </a:path>
              <a:path w="3655059" h="3630295">
                <a:moveTo>
                  <a:pt x="3481196" y="1598929"/>
                </a:moveTo>
                <a:lnTo>
                  <a:pt x="3467099" y="1624329"/>
                </a:lnTo>
                <a:lnTo>
                  <a:pt x="3491610" y="1637029"/>
                </a:lnTo>
                <a:lnTo>
                  <a:pt x="3505707" y="1624329"/>
                </a:lnTo>
                <a:lnTo>
                  <a:pt x="3481196" y="1598929"/>
                </a:lnTo>
                <a:close/>
              </a:path>
              <a:path w="3655059" h="3630295">
                <a:moveTo>
                  <a:pt x="1803018" y="1611629"/>
                </a:moveTo>
                <a:lnTo>
                  <a:pt x="1791461" y="1611629"/>
                </a:lnTo>
                <a:lnTo>
                  <a:pt x="1798827" y="1624329"/>
                </a:lnTo>
                <a:lnTo>
                  <a:pt x="1803018" y="1611629"/>
                </a:lnTo>
                <a:close/>
              </a:path>
              <a:path w="3655059" h="3630295">
                <a:moveTo>
                  <a:pt x="2201925" y="1598929"/>
                </a:moveTo>
                <a:lnTo>
                  <a:pt x="2195194" y="1611629"/>
                </a:lnTo>
                <a:lnTo>
                  <a:pt x="2206878" y="1624329"/>
                </a:lnTo>
                <a:lnTo>
                  <a:pt x="2213609" y="1611629"/>
                </a:lnTo>
                <a:lnTo>
                  <a:pt x="2201925" y="1598929"/>
                </a:lnTo>
                <a:close/>
              </a:path>
              <a:path w="3655059" h="3630295">
                <a:moveTo>
                  <a:pt x="2370835" y="1611629"/>
                </a:moveTo>
                <a:lnTo>
                  <a:pt x="2357500" y="1611629"/>
                </a:lnTo>
                <a:lnTo>
                  <a:pt x="2349880" y="1624329"/>
                </a:lnTo>
                <a:lnTo>
                  <a:pt x="2363088" y="1624329"/>
                </a:lnTo>
                <a:lnTo>
                  <a:pt x="2370835" y="1611629"/>
                </a:lnTo>
                <a:close/>
              </a:path>
              <a:path w="3655059" h="3630295">
                <a:moveTo>
                  <a:pt x="2763773" y="1598929"/>
                </a:moveTo>
                <a:lnTo>
                  <a:pt x="2753867" y="1611629"/>
                </a:lnTo>
                <a:lnTo>
                  <a:pt x="2771139" y="1624329"/>
                </a:lnTo>
                <a:lnTo>
                  <a:pt x="2781172" y="1611629"/>
                </a:lnTo>
                <a:lnTo>
                  <a:pt x="2763773" y="1598929"/>
                </a:lnTo>
                <a:close/>
              </a:path>
              <a:path w="3655059" h="3630295">
                <a:moveTo>
                  <a:pt x="3170046" y="1586229"/>
                </a:moveTo>
                <a:lnTo>
                  <a:pt x="3157600" y="1611629"/>
                </a:lnTo>
                <a:lnTo>
                  <a:pt x="3179190" y="1624329"/>
                </a:lnTo>
                <a:lnTo>
                  <a:pt x="3191636" y="1598929"/>
                </a:lnTo>
                <a:lnTo>
                  <a:pt x="3170046" y="1586229"/>
                </a:lnTo>
                <a:close/>
              </a:path>
              <a:path w="3655059" h="3630295">
                <a:moveTo>
                  <a:pt x="3576319" y="1573529"/>
                </a:moveTo>
                <a:lnTo>
                  <a:pt x="3561460" y="1598929"/>
                </a:lnTo>
                <a:lnTo>
                  <a:pt x="3587241" y="1624329"/>
                </a:lnTo>
                <a:lnTo>
                  <a:pt x="3602227" y="1586229"/>
                </a:lnTo>
                <a:lnTo>
                  <a:pt x="3576319" y="1573529"/>
                </a:lnTo>
                <a:close/>
              </a:path>
              <a:path w="3655059" h="3630295">
                <a:moveTo>
                  <a:pt x="1640077" y="1598929"/>
                </a:moveTo>
                <a:lnTo>
                  <a:pt x="1636648" y="1611629"/>
                </a:lnTo>
                <a:lnTo>
                  <a:pt x="1646046" y="1611629"/>
                </a:lnTo>
                <a:lnTo>
                  <a:pt x="1640077" y="1598929"/>
                </a:lnTo>
                <a:close/>
              </a:path>
              <a:path w="3655059" h="3630295">
                <a:moveTo>
                  <a:pt x="2046350" y="1586229"/>
                </a:moveTo>
                <a:lnTo>
                  <a:pt x="2040508" y="1598929"/>
                </a:lnTo>
                <a:lnTo>
                  <a:pt x="2050668" y="1611629"/>
                </a:lnTo>
                <a:lnTo>
                  <a:pt x="2056510" y="1598929"/>
                </a:lnTo>
                <a:lnTo>
                  <a:pt x="2046350" y="1586229"/>
                </a:lnTo>
                <a:close/>
              </a:path>
              <a:path w="3655059" h="3630295">
                <a:moveTo>
                  <a:pt x="2608198" y="1586229"/>
                </a:moveTo>
                <a:lnTo>
                  <a:pt x="2599054" y="1611629"/>
                </a:lnTo>
                <a:lnTo>
                  <a:pt x="2614929" y="1611629"/>
                </a:lnTo>
                <a:lnTo>
                  <a:pt x="2624073" y="1598929"/>
                </a:lnTo>
                <a:lnTo>
                  <a:pt x="2608198" y="1586229"/>
                </a:lnTo>
                <a:close/>
              </a:path>
              <a:path w="3655059" h="3630295">
                <a:moveTo>
                  <a:pt x="3014471" y="1573529"/>
                </a:moveTo>
                <a:lnTo>
                  <a:pt x="3002914" y="1598929"/>
                </a:lnTo>
                <a:lnTo>
                  <a:pt x="3022980" y="1611629"/>
                </a:lnTo>
                <a:lnTo>
                  <a:pt x="3034664" y="1586229"/>
                </a:lnTo>
                <a:lnTo>
                  <a:pt x="3014471" y="1573529"/>
                </a:lnTo>
                <a:close/>
              </a:path>
              <a:path w="3655059" h="3630295">
                <a:moveTo>
                  <a:pt x="3420744" y="1573529"/>
                </a:moveTo>
                <a:lnTo>
                  <a:pt x="3406647" y="1598929"/>
                </a:lnTo>
                <a:lnTo>
                  <a:pt x="3431158" y="1611629"/>
                </a:lnTo>
                <a:lnTo>
                  <a:pt x="3445255" y="1586229"/>
                </a:lnTo>
                <a:lnTo>
                  <a:pt x="3420744" y="1573529"/>
                </a:lnTo>
                <a:close/>
              </a:path>
              <a:path w="3655059" h="3630295">
                <a:moveTo>
                  <a:pt x="1899538" y="1586229"/>
                </a:moveTo>
                <a:lnTo>
                  <a:pt x="1885695" y="1586229"/>
                </a:lnTo>
                <a:lnTo>
                  <a:pt x="1894458" y="1598929"/>
                </a:lnTo>
                <a:lnTo>
                  <a:pt x="1899538" y="1586229"/>
                </a:lnTo>
                <a:close/>
              </a:path>
              <a:path w="3655059" h="3630295">
                <a:moveTo>
                  <a:pt x="2297048" y="1573529"/>
                </a:moveTo>
                <a:lnTo>
                  <a:pt x="2289555" y="1586229"/>
                </a:lnTo>
                <a:lnTo>
                  <a:pt x="2302509" y="1598929"/>
                </a:lnTo>
                <a:lnTo>
                  <a:pt x="2310129" y="1586229"/>
                </a:lnTo>
                <a:lnTo>
                  <a:pt x="2297048" y="1573529"/>
                </a:lnTo>
                <a:close/>
              </a:path>
              <a:path w="3655059" h="3630295">
                <a:moveTo>
                  <a:pt x="2467101" y="1586229"/>
                </a:moveTo>
                <a:lnTo>
                  <a:pt x="2452623" y="1586229"/>
                </a:lnTo>
                <a:lnTo>
                  <a:pt x="2444241" y="1598929"/>
                </a:lnTo>
                <a:lnTo>
                  <a:pt x="2458719" y="1598929"/>
                </a:lnTo>
                <a:lnTo>
                  <a:pt x="2467101" y="1586229"/>
                </a:lnTo>
                <a:close/>
              </a:path>
              <a:path w="3655059" h="3630295">
                <a:moveTo>
                  <a:pt x="2858896" y="1573529"/>
                </a:moveTo>
                <a:lnTo>
                  <a:pt x="2848101" y="1586229"/>
                </a:lnTo>
                <a:lnTo>
                  <a:pt x="2866897" y="1598929"/>
                </a:lnTo>
                <a:lnTo>
                  <a:pt x="2877692" y="1586229"/>
                </a:lnTo>
                <a:lnTo>
                  <a:pt x="2858896" y="1573529"/>
                </a:lnTo>
                <a:close/>
              </a:path>
              <a:path w="3655059" h="3630295">
                <a:moveTo>
                  <a:pt x="3265296" y="1560829"/>
                </a:moveTo>
                <a:lnTo>
                  <a:pt x="3252088" y="1586229"/>
                </a:lnTo>
                <a:lnTo>
                  <a:pt x="3274821" y="1598929"/>
                </a:lnTo>
                <a:lnTo>
                  <a:pt x="3288029" y="1573529"/>
                </a:lnTo>
                <a:lnTo>
                  <a:pt x="3265296" y="1560829"/>
                </a:lnTo>
                <a:close/>
              </a:path>
              <a:path w="3655059" h="3630295">
                <a:moveTo>
                  <a:pt x="1742566" y="1573529"/>
                </a:moveTo>
                <a:lnTo>
                  <a:pt x="1735200" y="1573529"/>
                </a:lnTo>
                <a:lnTo>
                  <a:pt x="1731009" y="1586229"/>
                </a:lnTo>
                <a:lnTo>
                  <a:pt x="1738248" y="1586229"/>
                </a:lnTo>
                <a:lnTo>
                  <a:pt x="1742566" y="1573529"/>
                </a:lnTo>
                <a:close/>
              </a:path>
              <a:path w="3655059" h="3630295">
                <a:moveTo>
                  <a:pt x="2141473" y="1560829"/>
                </a:moveTo>
                <a:lnTo>
                  <a:pt x="2134996" y="1573529"/>
                </a:lnTo>
                <a:lnTo>
                  <a:pt x="2146299" y="1586229"/>
                </a:lnTo>
                <a:lnTo>
                  <a:pt x="2152903" y="1573529"/>
                </a:lnTo>
                <a:lnTo>
                  <a:pt x="2141473" y="1560829"/>
                </a:lnTo>
                <a:close/>
              </a:path>
              <a:path w="3655059" h="3630295">
                <a:moveTo>
                  <a:pt x="2563621" y="1560829"/>
                </a:moveTo>
                <a:lnTo>
                  <a:pt x="2547746" y="1560829"/>
                </a:lnTo>
                <a:lnTo>
                  <a:pt x="2538602" y="1573529"/>
                </a:lnTo>
                <a:lnTo>
                  <a:pt x="2554477" y="1586229"/>
                </a:lnTo>
                <a:lnTo>
                  <a:pt x="2563621" y="1560829"/>
                </a:lnTo>
                <a:close/>
              </a:path>
              <a:path w="3655059" h="3630295">
                <a:moveTo>
                  <a:pt x="2703321" y="1560829"/>
                </a:moveTo>
                <a:lnTo>
                  <a:pt x="2693542" y="1586229"/>
                </a:lnTo>
                <a:lnTo>
                  <a:pt x="2710560" y="1586229"/>
                </a:lnTo>
                <a:lnTo>
                  <a:pt x="2720466" y="1573529"/>
                </a:lnTo>
                <a:lnTo>
                  <a:pt x="2703321" y="1560829"/>
                </a:lnTo>
                <a:close/>
              </a:path>
              <a:path w="3655059" h="3630295">
                <a:moveTo>
                  <a:pt x="3109594" y="1548129"/>
                </a:moveTo>
                <a:lnTo>
                  <a:pt x="3097275" y="1573529"/>
                </a:lnTo>
                <a:lnTo>
                  <a:pt x="3118738" y="1586229"/>
                </a:lnTo>
                <a:lnTo>
                  <a:pt x="3131057" y="1560829"/>
                </a:lnTo>
                <a:lnTo>
                  <a:pt x="3109594" y="1548129"/>
                </a:lnTo>
                <a:close/>
              </a:path>
              <a:path w="3655059" h="3630295">
                <a:moveTo>
                  <a:pt x="3515867" y="1548129"/>
                </a:moveTo>
                <a:lnTo>
                  <a:pt x="3501135" y="1573529"/>
                </a:lnTo>
                <a:lnTo>
                  <a:pt x="3526789" y="1586229"/>
                </a:lnTo>
                <a:lnTo>
                  <a:pt x="3541521" y="1560829"/>
                </a:lnTo>
                <a:lnTo>
                  <a:pt x="3515867" y="1548129"/>
                </a:lnTo>
                <a:close/>
              </a:path>
              <a:path w="3655059" h="3630295">
                <a:moveTo>
                  <a:pt x="1579625" y="1560829"/>
                </a:moveTo>
                <a:lnTo>
                  <a:pt x="1576196" y="1573529"/>
                </a:lnTo>
                <a:lnTo>
                  <a:pt x="1585594" y="1573529"/>
                </a:lnTo>
                <a:lnTo>
                  <a:pt x="1579625" y="1560829"/>
                </a:lnTo>
                <a:close/>
              </a:path>
              <a:path w="3655059" h="3630295">
                <a:moveTo>
                  <a:pt x="1996058" y="1560829"/>
                </a:moveTo>
                <a:lnTo>
                  <a:pt x="1980056" y="1560829"/>
                </a:lnTo>
                <a:lnTo>
                  <a:pt x="1990216" y="1573529"/>
                </a:lnTo>
                <a:lnTo>
                  <a:pt x="1996058" y="1560829"/>
                </a:lnTo>
                <a:close/>
              </a:path>
              <a:path w="3655059" h="3630295">
                <a:moveTo>
                  <a:pt x="2392171" y="1548129"/>
                </a:moveTo>
                <a:lnTo>
                  <a:pt x="2384043" y="1560829"/>
                </a:lnTo>
                <a:lnTo>
                  <a:pt x="2398267" y="1573529"/>
                </a:lnTo>
                <a:lnTo>
                  <a:pt x="2406395" y="1560829"/>
                </a:lnTo>
                <a:lnTo>
                  <a:pt x="2392171" y="1548129"/>
                </a:lnTo>
                <a:close/>
              </a:path>
              <a:path w="3655059" h="3630295">
                <a:moveTo>
                  <a:pt x="2954019" y="1548129"/>
                </a:moveTo>
                <a:lnTo>
                  <a:pt x="2942589" y="1560829"/>
                </a:lnTo>
                <a:lnTo>
                  <a:pt x="2962528" y="1573529"/>
                </a:lnTo>
                <a:lnTo>
                  <a:pt x="2973958" y="1560829"/>
                </a:lnTo>
                <a:lnTo>
                  <a:pt x="2954019" y="1548129"/>
                </a:lnTo>
                <a:close/>
              </a:path>
              <a:path w="3655059" h="3630295">
                <a:moveTo>
                  <a:pt x="3360292" y="1535429"/>
                </a:moveTo>
                <a:lnTo>
                  <a:pt x="3346322" y="1560829"/>
                </a:lnTo>
                <a:lnTo>
                  <a:pt x="3370579" y="1573529"/>
                </a:lnTo>
                <a:lnTo>
                  <a:pt x="3384549" y="1548129"/>
                </a:lnTo>
                <a:lnTo>
                  <a:pt x="3360292" y="1535429"/>
                </a:lnTo>
                <a:close/>
              </a:path>
              <a:path w="3655059" h="3630295">
                <a:moveTo>
                  <a:pt x="1271396" y="1548129"/>
                </a:moveTo>
                <a:lnTo>
                  <a:pt x="1266824" y="1548129"/>
                </a:lnTo>
                <a:lnTo>
                  <a:pt x="1269745" y="1560829"/>
                </a:lnTo>
                <a:lnTo>
                  <a:pt x="1271396" y="1548129"/>
                </a:lnTo>
                <a:close/>
              </a:path>
              <a:path w="3655059" h="3630295">
                <a:moveTo>
                  <a:pt x="1838832" y="1548129"/>
                </a:moveTo>
                <a:lnTo>
                  <a:pt x="1830323" y="1548129"/>
                </a:lnTo>
                <a:lnTo>
                  <a:pt x="1825370" y="1560829"/>
                </a:lnTo>
                <a:lnTo>
                  <a:pt x="1834006" y="1560829"/>
                </a:lnTo>
                <a:lnTo>
                  <a:pt x="1838832" y="1548129"/>
                </a:lnTo>
                <a:close/>
              </a:path>
              <a:path w="3655059" h="3630295">
                <a:moveTo>
                  <a:pt x="2236596" y="1535429"/>
                </a:moveTo>
                <a:lnTo>
                  <a:pt x="2229230" y="1548129"/>
                </a:lnTo>
                <a:lnTo>
                  <a:pt x="2242057" y="1560829"/>
                </a:lnTo>
                <a:lnTo>
                  <a:pt x="2249423" y="1548129"/>
                </a:lnTo>
                <a:lnTo>
                  <a:pt x="2236596" y="1535429"/>
                </a:lnTo>
                <a:close/>
              </a:path>
              <a:path w="3655059" h="3630295">
                <a:moveTo>
                  <a:pt x="2642869" y="1522729"/>
                </a:moveTo>
                <a:lnTo>
                  <a:pt x="2633090" y="1548129"/>
                </a:lnTo>
                <a:lnTo>
                  <a:pt x="2650108" y="1560829"/>
                </a:lnTo>
                <a:lnTo>
                  <a:pt x="2660014" y="1535429"/>
                </a:lnTo>
                <a:lnTo>
                  <a:pt x="2642869" y="1522729"/>
                </a:lnTo>
                <a:close/>
              </a:path>
              <a:path w="3655059" h="3630295">
                <a:moveTo>
                  <a:pt x="2798444" y="1535429"/>
                </a:moveTo>
                <a:lnTo>
                  <a:pt x="2787776" y="1560829"/>
                </a:lnTo>
                <a:lnTo>
                  <a:pt x="2806318" y="1560829"/>
                </a:lnTo>
                <a:lnTo>
                  <a:pt x="2816986" y="1548129"/>
                </a:lnTo>
                <a:lnTo>
                  <a:pt x="2798444" y="1535429"/>
                </a:lnTo>
                <a:close/>
              </a:path>
              <a:path w="3655059" h="3630295">
                <a:moveTo>
                  <a:pt x="3204844" y="1522729"/>
                </a:moveTo>
                <a:lnTo>
                  <a:pt x="3191763" y="1548129"/>
                </a:lnTo>
                <a:lnTo>
                  <a:pt x="3214369" y="1560829"/>
                </a:lnTo>
                <a:lnTo>
                  <a:pt x="3227323" y="1535429"/>
                </a:lnTo>
                <a:lnTo>
                  <a:pt x="3204844" y="1522729"/>
                </a:lnTo>
                <a:close/>
              </a:path>
              <a:path w="3655059" h="3630295">
                <a:moveTo>
                  <a:pt x="3611117" y="1510029"/>
                </a:moveTo>
                <a:lnTo>
                  <a:pt x="3595623" y="1548129"/>
                </a:lnTo>
                <a:lnTo>
                  <a:pt x="3622420" y="1560829"/>
                </a:lnTo>
                <a:lnTo>
                  <a:pt x="3637914" y="1535429"/>
                </a:lnTo>
                <a:lnTo>
                  <a:pt x="3611117" y="1510029"/>
                </a:lnTo>
                <a:close/>
              </a:path>
              <a:path w="3655059" h="3630295">
                <a:moveTo>
                  <a:pt x="1674748" y="1535429"/>
                </a:moveTo>
                <a:lnTo>
                  <a:pt x="1670684" y="1548129"/>
                </a:lnTo>
                <a:lnTo>
                  <a:pt x="1681860" y="1548129"/>
                </a:lnTo>
                <a:lnTo>
                  <a:pt x="1674748" y="1535429"/>
                </a:lnTo>
                <a:close/>
              </a:path>
              <a:path w="3655059" h="3630295">
                <a:moveTo>
                  <a:pt x="2092451" y="1535429"/>
                </a:moveTo>
                <a:lnTo>
                  <a:pt x="2074417" y="1535429"/>
                </a:lnTo>
                <a:lnTo>
                  <a:pt x="2085847" y="1548129"/>
                </a:lnTo>
                <a:lnTo>
                  <a:pt x="2092451" y="1535429"/>
                </a:lnTo>
                <a:close/>
              </a:path>
              <a:path w="3655059" h="3630295">
                <a:moveTo>
                  <a:pt x="2487294" y="1522729"/>
                </a:moveTo>
                <a:lnTo>
                  <a:pt x="2478277" y="1535429"/>
                </a:lnTo>
                <a:lnTo>
                  <a:pt x="2493898" y="1548129"/>
                </a:lnTo>
                <a:lnTo>
                  <a:pt x="2502915" y="1535429"/>
                </a:lnTo>
                <a:lnTo>
                  <a:pt x="2487294" y="1522729"/>
                </a:lnTo>
                <a:close/>
              </a:path>
              <a:path w="3655059" h="3630295">
                <a:moveTo>
                  <a:pt x="3049269" y="1522729"/>
                </a:moveTo>
                <a:lnTo>
                  <a:pt x="3037077" y="1535429"/>
                </a:lnTo>
                <a:lnTo>
                  <a:pt x="3058159" y="1548129"/>
                </a:lnTo>
                <a:lnTo>
                  <a:pt x="3070351" y="1535429"/>
                </a:lnTo>
                <a:lnTo>
                  <a:pt x="3049269" y="1522729"/>
                </a:lnTo>
                <a:close/>
              </a:path>
              <a:path w="3655059" h="3630295">
                <a:moveTo>
                  <a:pt x="3455542" y="1510029"/>
                </a:moveTo>
                <a:lnTo>
                  <a:pt x="3440810" y="1535429"/>
                </a:lnTo>
                <a:lnTo>
                  <a:pt x="3466210" y="1548129"/>
                </a:lnTo>
                <a:lnTo>
                  <a:pt x="3480815" y="1522729"/>
                </a:lnTo>
                <a:lnTo>
                  <a:pt x="3455542" y="1510029"/>
                </a:lnTo>
                <a:close/>
              </a:path>
              <a:path w="3655059" h="3630295">
                <a:moveTo>
                  <a:pt x="1367916" y="1522729"/>
                </a:moveTo>
                <a:lnTo>
                  <a:pt x="1361185" y="1522729"/>
                </a:lnTo>
                <a:lnTo>
                  <a:pt x="1365376" y="1535429"/>
                </a:lnTo>
                <a:lnTo>
                  <a:pt x="1367916" y="1522729"/>
                </a:lnTo>
                <a:close/>
              </a:path>
              <a:path w="3655059" h="3630295">
                <a:moveTo>
                  <a:pt x="1935479" y="1522729"/>
                </a:moveTo>
                <a:lnTo>
                  <a:pt x="1925446" y="1522729"/>
                </a:lnTo>
                <a:lnTo>
                  <a:pt x="1919731" y="1535429"/>
                </a:lnTo>
                <a:lnTo>
                  <a:pt x="1929637" y="1535429"/>
                </a:lnTo>
                <a:lnTo>
                  <a:pt x="1935479" y="1522729"/>
                </a:lnTo>
                <a:close/>
              </a:path>
              <a:path w="3655059" h="3630295">
                <a:moveTo>
                  <a:pt x="2331719" y="1510029"/>
                </a:moveTo>
                <a:lnTo>
                  <a:pt x="2323718" y="1522729"/>
                </a:lnTo>
                <a:lnTo>
                  <a:pt x="2337688" y="1535429"/>
                </a:lnTo>
                <a:lnTo>
                  <a:pt x="2345816" y="1522729"/>
                </a:lnTo>
                <a:lnTo>
                  <a:pt x="2331719" y="1510029"/>
                </a:lnTo>
                <a:close/>
              </a:path>
              <a:path w="3655059" h="3630295">
                <a:moveTo>
                  <a:pt x="2737992" y="1497329"/>
                </a:moveTo>
                <a:lnTo>
                  <a:pt x="2727451" y="1522729"/>
                </a:lnTo>
                <a:lnTo>
                  <a:pt x="2745739" y="1535429"/>
                </a:lnTo>
                <a:lnTo>
                  <a:pt x="2756280" y="1510029"/>
                </a:lnTo>
                <a:lnTo>
                  <a:pt x="2737992" y="1497329"/>
                </a:lnTo>
                <a:close/>
              </a:path>
              <a:path w="3655059" h="3630295">
                <a:moveTo>
                  <a:pt x="2893694" y="1510029"/>
                </a:moveTo>
                <a:lnTo>
                  <a:pt x="2882264" y="1535429"/>
                </a:lnTo>
                <a:lnTo>
                  <a:pt x="2901949" y="1535429"/>
                </a:lnTo>
                <a:lnTo>
                  <a:pt x="2913379" y="1522729"/>
                </a:lnTo>
                <a:lnTo>
                  <a:pt x="2893694" y="1510029"/>
                </a:lnTo>
                <a:close/>
              </a:path>
              <a:path w="3655059" h="3630295">
                <a:moveTo>
                  <a:pt x="3299967" y="1497329"/>
                </a:moveTo>
                <a:lnTo>
                  <a:pt x="3286124" y="1522729"/>
                </a:lnTo>
                <a:lnTo>
                  <a:pt x="3310000" y="1535429"/>
                </a:lnTo>
                <a:lnTo>
                  <a:pt x="3323843" y="1510029"/>
                </a:lnTo>
                <a:lnTo>
                  <a:pt x="3299967" y="1497329"/>
                </a:lnTo>
                <a:close/>
              </a:path>
              <a:path w="3655059" h="3630295">
                <a:moveTo>
                  <a:pt x="1208023" y="1510029"/>
                </a:moveTo>
                <a:lnTo>
                  <a:pt x="1206499" y="1522729"/>
                </a:lnTo>
                <a:lnTo>
                  <a:pt x="1210690" y="1522729"/>
                </a:lnTo>
                <a:lnTo>
                  <a:pt x="1208023" y="1510029"/>
                </a:lnTo>
                <a:close/>
              </a:path>
              <a:path w="3655059" h="3630295">
                <a:moveTo>
                  <a:pt x="1621154" y="1510029"/>
                </a:moveTo>
                <a:lnTo>
                  <a:pt x="1610359" y="1510029"/>
                </a:lnTo>
                <a:lnTo>
                  <a:pt x="1617217" y="1522729"/>
                </a:lnTo>
                <a:lnTo>
                  <a:pt x="1621154" y="1510029"/>
                </a:lnTo>
                <a:close/>
              </a:path>
              <a:path w="3655059" h="3630295">
                <a:moveTo>
                  <a:pt x="1769871" y="1510029"/>
                </a:moveTo>
                <a:lnTo>
                  <a:pt x="1765172" y="1522729"/>
                </a:lnTo>
                <a:lnTo>
                  <a:pt x="1778253" y="1522729"/>
                </a:lnTo>
                <a:lnTo>
                  <a:pt x="1769871" y="1510029"/>
                </a:lnTo>
                <a:close/>
              </a:path>
              <a:path w="3655059" h="3630295">
                <a:moveTo>
                  <a:pt x="2188717" y="1510029"/>
                </a:moveTo>
                <a:lnTo>
                  <a:pt x="2168905" y="1510029"/>
                </a:lnTo>
                <a:lnTo>
                  <a:pt x="2181478" y="1522729"/>
                </a:lnTo>
                <a:lnTo>
                  <a:pt x="2188717" y="1510029"/>
                </a:lnTo>
                <a:close/>
              </a:path>
              <a:path w="3655059" h="3630295">
                <a:moveTo>
                  <a:pt x="2599308" y="1497329"/>
                </a:moveTo>
                <a:lnTo>
                  <a:pt x="2582417" y="1497329"/>
                </a:lnTo>
                <a:lnTo>
                  <a:pt x="2572765" y="1510029"/>
                </a:lnTo>
                <a:lnTo>
                  <a:pt x="2589529" y="1522729"/>
                </a:lnTo>
                <a:lnTo>
                  <a:pt x="2599308" y="1497329"/>
                </a:lnTo>
                <a:close/>
              </a:path>
              <a:path w="3655059" h="3630295">
                <a:moveTo>
                  <a:pt x="2988690" y="1484629"/>
                </a:moveTo>
                <a:lnTo>
                  <a:pt x="2976498" y="1510029"/>
                </a:lnTo>
                <a:lnTo>
                  <a:pt x="2997707" y="1522729"/>
                </a:lnTo>
                <a:lnTo>
                  <a:pt x="3009899" y="1497329"/>
                </a:lnTo>
                <a:lnTo>
                  <a:pt x="2988690" y="1484629"/>
                </a:lnTo>
                <a:close/>
              </a:path>
              <a:path w="3655059" h="3630295">
                <a:moveTo>
                  <a:pt x="3144265" y="1497329"/>
                </a:moveTo>
                <a:lnTo>
                  <a:pt x="3131311" y="1510029"/>
                </a:lnTo>
                <a:lnTo>
                  <a:pt x="3153790" y="1522729"/>
                </a:lnTo>
                <a:lnTo>
                  <a:pt x="3166871" y="1510029"/>
                </a:lnTo>
                <a:lnTo>
                  <a:pt x="3144265" y="1497329"/>
                </a:lnTo>
                <a:close/>
              </a:path>
              <a:path w="3655059" h="3630295">
                <a:moveTo>
                  <a:pt x="3550665" y="1484629"/>
                </a:moveTo>
                <a:lnTo>
                  <a:pt x="3535298" y="1510029"/>
                </a:lnTo>
                <a:lnTo>
                  <a:pt x="3561841" y="1522729"/>
                </a:lnTo>
                <a:lnTo>
                  <a:pt x="3577208" y="1497329"/>
                </a:lnTo>
                <a:lnTo>
                  <a:pt x="3550665" y="1484629"/>
                </a:lnTo>
                <a:close/>
              </a:path>
              <a:path w="3655059" h="3630295">
                <a:moveTo>
                  <a:pt x="1464182" y="1497329"/>
                </a:moveTo>
                <a:lnTo>
                  <a:pt x="1455546" y="1497329"/>
                </a:lnTo>
                <a:lnTo>
                  <a:pt x="1461007" y="1510029"/>
                </a:lnTo>
                <a:lnTo>
                  <a:pt x="1464182" y="1497329"/>
                </a:lnTo>
                <a:close/>
              </a:path>
              <a:path w="3655059" h="3630295">
                <a:moveTo>
                  <a:pt x="2031745" y="1497329"/>
                </a:moveTo>
                <a:lnTo>
                  <a:pt x="2020569" y="1497329"/>
                </a:lnTo>
                <a:lnTo>
                  <a:pt x="2014219" y="1510029"/>
                </a:lnTo>
                <a:lnTo>
                  <a:pt x="2025268" y="1510029"/>
                </a:lnTo>
                <a:lnTo>
                  <a:pt x="2031745" y="1497329"/>
                </a:lnTo>
                <a:close/>
              </a:path>
              <a:path w="3655059" h="3630295">
                <a:moveTo>
                  <a:pt x="2426842" y="1484629"/>
                </a:moveTo>
                <a:lnTo>
                  <a:pt x="2417952" y="1497329"/>
                </a:lnTo>
                <a:lnTo>
                  <a:pt x="2433446" y="1510029"/>
                </a:lnTo>
                <a:lnTo>
                  <a:pt x="2442336" y="1497329"/>
                </a:lnTo>
                <a:lnTo>
                  <a:pt x="2426842" y="1484629"/>
                </a:lnTo>
                <a:close/>
              </a:path>
              <a:path w="3655059" h="3630295">
                <a:moveTo>
                  <a:pt x="2833242" y="1471930"/>
                </a:moveTo>
                <a:lnTo>
                  <a:pt x="2821939" y="1497329"/>
                </a:lnTo>
                <a:lnTo>
                  <a:pt x="2841370" y="1510029"/>
                </a:lnTo>
                <a:lnTo>
                  <a:pt x="2852673" y="1484629"/>
                </a:lnTo>
                <a:lnTo>
                  <a:pt x="2833242" y="1471930"/>
                </a:lnTo>
                <a:close/>
              </a:path>
              <a:path w="3655059" h="3630295">
                <a:moveTo>
                  <a:pt x="3394963" y="1471930"/>
                </a:moveTo>
                <a:lnTo>
                  <a:pt x="3380358" y="1497329"/>
                </a:lnTo>
                <a:lnTo>
                  <a:pt x="3405758" y="1510029"/>
                </a:lnTo>
                <a:lnTo>
                  <a:pt x="3420363" y="1484629"/>
                </a:lnTo>
                <a:lnTo>
                  <a:pt x="3394963" y="1471930"/>
                </a:lnTo>
                <a:close/>
              </a:path>
              <a:path w="3655059" h="3630295">
                <a:moveTo>
                  <a:pt x="1303146" y="1484629"/>
                </a:moveTo>
                <a:lnTo>
                  <a:pt x="1300860" y="1497329"/>
                </a:lnTo>
                <a:lnTo>
                  <a:pt x="1307210" y="1497329"/>
                </a:lnTo>
                <a:lnTo>
                  <a:pt x="1303146" y="1484629"/>
                </a:lnTo>
                <a:close/>
              </a:path>
              <a:path w="3655059" h="3630295">
                <a:moveTo>
                  <a:pt x="1717547" y="1484629"/>
                </a:moveTo>
                <a:lnTo>
                  <a:pt x="1704847" y="1484629"/>
                </a:lnTo>
                <a:lnTo>
                  <a:pt x="1712848" y="1497329"/>
                </a:lnTo>
                <a:lnTo>
                  <a:pt x="1717547" y="1484629"/>
                </a:lnTo>
                <a:close/>
              </a:path>
              <a:path w="3655059" h="3630295">
                <a:moveTo>
                  <a:pt x="1864994" y="1484629"/>
                </a:moveTo>
                <a:lnTo>
                  <a:pt x="1859406" y="1497329"/>
                </a:lnTo>
                <a:lnTo>
                  <a:pt x="1874773" y="1497329"/>
                </a:lnTo>
                <a:lnTo>
                  <a:pt x="1864994" y="1484629"/>
                </a:lnTo>
                <a:close/>
              </a:path>
              <a:path w="3655059" h="3630295">
                <a:moveTo>
                  <a:pt x="2271394" y="1471930"/>
                </a:moveTo>
                <a:lnTo>
                  <a:pt x="2263393" y="1497329"/>
                </a:lnTo>
                <a:lnTo>
                  <a:pt x="2277109" y="1497329"/>
                </a:lnTo>
                <a:lnTo>
                  <a:pt x="2285110" y="1484629"/>
                </a:lnTo>
                <a:lnTo>
                  <a:pt x="2271394" y="1471930"/>
                </a:lnTo>
                <a:close/>
              </a:path>
              <a:path w="3655059" h="3630295">
                <a:moveTo>
                  <a:pt x="2695701" y="1471930"/>
                </a:moveTo>
                <a:lnTo>
                  <a:pt x="2677667" y="1471930"/>
                </a:lnTo>
                <a:lnTo>
                  <a:pt x="2667253" y="1484629"/>
                </a:lnTo>
                <a:lnTo>
                  <a:pt x="2685287" y="1497329"/>
                </a:lnTo>
                <a:lnTo>
                  <a:pt x="2695701" y="1471930"/>
                </a:lnTo>
                <a:close/>
              </a:path>
              <a:path w="3655059" h="3630295">
                <a:moveTo>
                  <a:pt x="3083940" y="1459230"/>
                </a:moveTo>
                <a:lnTo>
                  <a:pt x="3070986" y="1484629"/>
                </a:lnTo>
                <a:lnTo>
                  <a:pt x="3093338" y="1497329"/>
                </a:lnTo>
                <a:lnTo>
                  <a:pt x="3106165" y="1471930"/>
                </a:lnTo>
                <a:lnTo>
                  <a:pt x="3083940" y="1459230"/>
                </a:lnTo>
                <a:close/>
              </a:path>
              <a:path w="3655059" h="3630295">
                <a:moveTo>
                  <a:pt x="3239515" y="1459230"/>
                </a:moveTo>
                <a:lnTo>
                  <a:pt x="3225799" y="1484629"/>
                </a:lnTo>
                <a:lnTo>
                  <a:pt x="3249548" y="1497329"/>
                </a:lnTo>
                <a:lnTo>
                  <a:pt x="3263137" y="1484629"/>
                </a:lnTo>
                <a:lnTo>
                  <a:pt x="3239515" y="1459230"/>
                </a:lnTo>
                <a:close/>
              </a:path>
              <a:path w="3655059" h="3630295">
                <a:moveTo>
                  <a:pt x="3645788" y="1459230"/>
                </a:moveTo>
                <a:lnTo>
                  <a:pt x="3629532" y="1484629"/>
                </a:lnTo>
                <a:lnTo>
                  <a:pt x="3654551" y="1495950"/>
                </a:lnTo>
                <a:lnTo>
                  <a:pt x="3654551" y="1463213"/>
                </a:lnTo>
                <a:lnTo>
                  <a:pt x="3645788" y="1459230"/>
                </a:lnTo>
                <a:close/>
              </a:path>
              <a:path w="3655059" h="3630295">
                <a:moveTo>
                  <a:pt x="1560702" y="1471930"/>
                </a:moveTo>
                <a:lnTo>
                  <a:pt x="1549907" y="1471930"/>
                </a:lnTo>
                <a:lnTo>
                  <a:pt x="1556765" y="1484629"/>
                </a:lnTo>
                <a:lnTo>
                  <a:pt x="1560702" y="1471930"/>
                </a:lnTo>
                <a:close/>
              </a:path>
              <a:path w="3655059" h="3630295">
                <a:moveTo>
                  <a:pt x="2128265" y="1471930"/>
                </a:moveTo>
                <a:lnTo>
                  <a:pt x="2115692" y="1471930"/>
                </a:lnTo>
                <a:lnTo>
                  <a:pt x="2108453" y="1484629"/>
                </a:lnTo>
                <a:lnTo>
                  <a:pt x="2121026" y="1484629"/>
                </a:lnTo>
                <a:lnTo>
                  <a:pt x="2128265" y="1471930"/>
                </a:lnTo>
                <a:close/>
              </a:path>
              <a:path w="3655059" h="3630295">
                <a:moveTo>
                  <a:pt x="2522092" y="1459230"/>
                </a:moveTo>
                <a:lnTo>
                  <a:pt x="2512440" y="1471930"/>
                </a:lnTo>
                <a:lnTo>
                  <a:pt x="2529077" y="1484629"/>
                </a:lnTo>
                <a:lnTo>
                  <a:pt x="2538602" y="1471930"/>
                </a:lnTo>
                <a:lnTo>
                  <a:pt x="2522092" y="1459230"/>
                </a:lnTo>
                <a:close/>
              </a:path>
              <a:path w="3655059" h="3630295">
                <a:moveTo>
                  <a:pt x="2928365" y="1446530"/>
                </a:moveTo>
                <a:lnTo>
                  <a:pt x="2916300" y="1471930"/>
                </a:lnTo>
                <a:lnTo>
                  <a:pt x="2937128" y="1484629"/>
                </a:lnTo>
                <a:lnTo>
                  <a:pt x="2949193" y="1459230"/>
                </a:lnTo>
                <a:lnTo>
                  <a:pt x="2928365" y="1446530"/>
                </a:lnTo>
                <a:close/>
              </a:path>
              <a:path w="3655059" h="3630295">
                <a:moveTo>
                  <a:pt x="3490213" y="1446530"/>
                </a:moveTo>
                <a:lnTo>
                  <a:pt x="3474973" y="1471930"/>
                </a:lnTo>
                <a:lnTo>
                  <a:pt x="3501389" y="1484629"/>
                </a:lnTo>
                <a:lnTo>
                  <a:pt x="3516502" y="1459230"/>
                </a:lnTo>
                <a:lnTo>
                  <a:pt x="3490213" y="1446530"/>
                </a:lnTo>
                <a:close/>
              </a:path>
              <a:path w="3655059" h="3630295">
                <a:moveTo>
                  <a:pt x="1398269" y="1459230"/>
                </a:moveTo>
                <a:lnTo>
                  <a:pt x="1395348" y="1471930"/>
                </a:lnTo>
                <a:lnTo>
                  <a:pt x="1403476" y="1471930"/>
                </a:lnTo>
                <a:lnTo>
                  <a:pt x="1398269" y="1459230"/>
                </a:lnTo>
                <a:close/>
              </a:path>
              <a:path w="3655059" h="3630295">
                <a:moveTo>
                  <a:pt x="1804542" y="1446530"/>
                </a:moveTo>
                <a:lnTo>
                  <a:pt x="1799081" y="1459230"/>
                </a:lnTo>
                <a:lnTo>
                  <a:pt x="1808606" y="1471930"/>
                </a:lnTo>
                <a:lnTo>
                  <a:pt x="1814067" y="1459230"/>
                </a:lnTo>
                <a:lnTo>
                  <a:pt x="1804542" y="1446530"/>
                </a:lnTo>
                <a:close/>
              </a:path>
              <a:path w="3655059" h="3630295">
                <a:moveTo>
                  <a:pt x="1960117" y="1459230"/>
                </a:moveTo>
                <a:lnTo>
                  <a:pt x="1953894" y="1471930"/>
                </a:lnTo>
                <a:lnTo>
                  <a:pt x="1971039" y="1471930"/>
                </a:lnTo>
                <a:lnTo>
                  <a:pt x="1960117" y="1459230"/>
                </a:lnTo>
                <a:close/>
              </a:path>
              <a:path w="3655059" h="3630295">
                <a:moveTo>
                  <a:pt x="2366390" y="1446530"/>
                </a:moveTo>
                <a:lnTo>
                  <a:pt x="2357627" y="1471930"/>
                </a:lnTo>
                <a:lnTo>
                  <a:pt x="2372867" y="1471930"/>
                </a:lnTo>
                <a:lnTo>
                  <a:pt x="2381630" y="1459230"/>
                </a:lnTo>
                <a:lnTo>
                  <a:pt x="2366390" y="1446530"/>
                </a:lnTo>
                <a:close/>
              </a:path>
              <a:path w="3655059" h="3630295">
                <a:moveTo>
                  <a:pt x="2791967" y="1446530"/>
                </a:moveTo>
                <a:lnTo>
                  <a:pt x="2772790" y="1446530"/>
                </a:lnTo>
                <a:lnTo>
                  <a:pt x="2761614" y="1459230"/>
                </a:lnTo>
                <a:lnTo>
                  <a:pt x="2780918" y="1471930"/>
                </a:lnTo>
                <a:lnTo>
                  <a:pt x="2791967" y="1446530"/>
                </a:lnTo>
                <a:close/>
              </a:path>
              <a:path w="3655059" h="3630295">
                <a:moveTo>
                  <a:pt x="3179063" y="1433830"/>
                </a:moveTo>
                <a:lnTo>
                  <a:pt x="3165474" y="1459230"/>
                </a:lnTo>
                <a:lnTo>
                  <a:pt x="3188969" y="1471930"/>
                </a:lnTo>
                <a:lnTo>
                  <a:pt x="3202558" y="1446530"/>
                </a:lnTo>
                <a:lnTo>
                  <a:pt x="3179063" y="1433830"/>
                </a:lnTo>
                <a:close/>
              </a:path>
              <a:path w="3655059" h="3630295">
                <a:moveTo>
                  <a:pt x="3334638" y="1433830"/>
                </a:moveTo>
                <a:lnTo>
                  <a:pt x="3320033" y="1459230"/>
                </a:lnTo>
                <a:lnTo>
                  <a:pt x="3345179" y="1471930"/>
                </a:lnTo>
                <a:lnTo>
                  <a:pt x="3359657" y="1459230"/>
                </a:lnTo>
                <a:lnTo>
                  <a:pt x="3334638" y="1433830"/>
                </a:lnTo>
                <a:close/>
              </a:path>
              <a:path w="3655059" h="3630295">
                <a:moveTo>
                  <a:pt x="1657095" y="1446530"/>
                </a:moveTo>
                <a:lnTo>
                  <a:pt x="1644395" y="1446530"/>
                </a:lnTo>
                <a:lnTo>
                  <a:pt x="1652396" y="1459230"/>
                </a:lnTo>
                <a:lnTo>
                  <a:pt x="1657095" y="1446530"/>
                </a:lnTo>
                <a:close/>
              </a:path>
              <a:path w="3655059" h="3630295">
                <a:moveTo>
                  <a:pt x="2055240" y="1433830"/>
                </a:moveTo>
                <a:lnTo>
                  <a:pt x="2048128" y="1446530"/>
                </a:lnTo>
                <a:lnTo>
                  <a:pt x="2060447" y="1459230"/>
                </a:lnTo>
                <a:lnTo>
                  <a:pt x="2067559" y="1446530"/>
                </a:lnTo>
                <a:lnTo>
                  <a:pt x="2055240" y="1433830"/>
                </a:lnTo>
                <a:close/>
              </a:path>
              <a:path w="3655059" h="3630295">
                <a:moveTo>
                  <a:pt x="2224658" y="1446530"/>
                </a:moveTo>
                <a:lnTo>
                  <a:pt x="2210815" y="1446530"/>
                </a:lnTo>
                <a:lnTo>
                  <a:pt x="2202941" y="1459230"/>
                </a:lnTo>
                <a:lnTo>
                  <a:pt x="2216657" y="1459230"/>
                </a:lnTo>
                <a:lnTo>
                  <a:pt x="2224658" y="1446530"/>
                </a:lnTo>
                <a:close/>
              </a:path>
              <a:path w="3655059" h="3630295">
                <a:moveTo>
                  <a:pt x="2617215" y="1433830"/>
                </a:moveTo>
                <a:lnTo>
                  <a:pt x="2606928" y="1446530"/>
                </a:lnTo>
                <a:lnTo>
                  <a:pt x="2624708" y="1459230"/>
                </a:lnTo>
                <a:lnTo>
                  <a:pt x="2634995" y="1446530"/>
                </a:lnTo>
                <a:lnTo>
                  <a:pt x="2617215" y="1433830"/>
                </a:lnTo>
                <a:close/>
              </a:path>
              <a:path w="3655059" h="3630295">
                <a:moveTo>
                  <a:pt x="3023488" y="1421130"/>
                </a:moveTo>
                <a:lnTo>
                  <a:pt x="3010661" y="1446530"/>
                </a:lnTo>
                <a:lnTo>
                  <a:pt x="3032759" y="1459230"/>
                </a:lnTo>
                <a:lnTo>
                  <a:pt x="3045459" y="1433830"/>
                </a:lnTo>
                <a:lnTo>
                  <a:pt x="3023488" y="1421130"/>
                </a:lnTo>
                <a:close/>
              </a:path>
              <a:path w="3655059" h="3630295">
                <a:moveTo>
                  <a:pt x="3429761" y="1408430"/>
                </a:moveTo>
                <a:lnTo>
                  <a:pt x="3414521" y="1433830"/>
                </a:lnTo>
                <a:lnTo>
                  <a:pt x="3440810" y="1459230"/>
                </a:lnTo>
                <a:lnTo>
                  <a:pt x="3456050" y="1421130"/>
                </a:lnTo>
                <a:lnTo>
                  <a:pt x="3429761" y="1408430"/>
                </a:lnTo>
                <a:close/>
              </a:path>
              <a:path w="3655059" h="3630295">
                <a:moveTo>
                  <a:pt x="3585336" y="1421130"/>
                </a:moveTo>
                <a:lnTo>
                  <a:pt x="3569334" y="1446530"/>
                </a:lnTo>
                <a:lnTo>
                  <a:pt x="3597020" y="1459230"/>
                </a:lnTo>
                <a:lnTo>
                  <a:pt x="3613022" y="1433830"/>
                </a:lnTo>
                <a:lnTo>
                  <a:pt x="3585336" y="1421130"/>
                </a:lnTo>
                <a:close/>
              </a:path>
              <a:path w="3655059" h="3630295">
                <a:moveTo>
                  <a:pt x="1499996" y="1433830"/>
                </a:moveTo>
                <a:lnTo>
                  <a:pt x="1493392" y="1433830"/>
                </a:lnTo>
                <a:lnTo>
                  <a:pt x="1489582" y="1446530"/>
                </a:lnTo>
                <a:lnTo>
                  <a:pt x="1496186" y="1446530"/>
                </a:lnTo>
                <a:lnTo>
                  <a:pt x="1499996" y="1433830"/>
                </a:lnTo>
                <a:close/>
              </a:path>
              <a:path w="3655059" h="3630295">
                <a:moveTo>
                  <a:pt x="1899792" y="1421130"/>
                </a:moveTo>
                <a:lnTo>
                  <a:pt x="1893569" y="1433830"/>
                </a:lnTo>
                <a:lnTo>
                  <a:pt x="1904237" y="1446530"/>
                </a:lnTo>
                <a:lnTo>
                  <a:pt x="1910460" y="1433830"/>
                </a:lnTo>
                <a:lnTo>
                  <a:pt x="1899792" y="1421130"/>
                </a:lnTo>
                <a:close/>
              </a:path>
              <a:path w="3655059" h="3630295">
                <a:moveTo>
                  <a:pt x="2461513" y="1421130"/>
                </a:moveTo>
                <a:lnTo>
                  <a:pt x="2451988" y="1446530"/>
                </a:lnTo>
                <a:lnTo>
                  <a:pt x="2468625" y="1446530"/>
                </a:lnTo>
                <a:lnTo>
                  <a:pt x="2478150" y="1433830"/>
                </a:lnTo>
                <a:lnTo>
                  <a:pt x="2461513" y="1421130"/>
                </a:lnTo>
                <a:close/>
              </a:path>
              <a:path w="3655059" h="3630295">
                <a:moveTo>
                  <a:pt x="2867913" y="1408430"/>
                </a:moveTo>
                <a:lnTo>
                  <a:pt x="2855975" y="1433830"/>
                </a:lnTo>
                <a:lnTo>
                  <a:pt x="2876549" y="1446530"/>
                </a:lnTo>
                <a:lnTo>
                  <a:pt x="2888487" y="1421130"/>
                </a:lnTo>
                <a:lnTo>
                  <a:pt x="2867913" y="1408430"/>
                </a:lnTo>
                <a:close/>
              </a:path>
              <a:path w="3655059" h="3630295">
                <a:moveTo>
                  <a:pt x="3274186" y="1408430"/>
                </a:moveTo>
                <a:lnTo>
                  <a:pt x="3259708" y="1433830"/>
                </a:lnTo>
                <a:lnTo>
                  <a:pt x="3284727" y="1446530"/>
                </a:lnTo>
                <a:lnTo>
                  <a:pt x="3299078" y="1421130"/>
                </a:lnTo>
                <a:lnTo>
                  <a:pt x="3274186" y="1408430"/>
                </a:lnTo>
                <a:close/>
              </a:path>
              <a:path w="3655059" h="3630295">
                <a:moveTo>
                  <a:pt x="1753361" y="1421130"/>
                </a:moveTo>
                <a:lnTo>
                  <a:pt x="1738756" y="1421130"/>
                </a:lnTo>
                <a:lnTo>
                  <a:pt x="1748027" y="1433830"/>
                </a:lnTo>
                <a:lnTo>
                  <a:pt x="1753361" y="1421130"/>
                </a:lnTo>
                <a:close/>
              </a:path>
              <a:path w="3655059" h="3630295">
                <a:moveTo>
                  <a:pt x="2150363" y="1408430"/>
                </a:moveTo>
                <a:lnTo>
                  <a:pt x="2142616" y="1421130"/>
                </a:lnTo>
                <a:lnTo>
                  <a:pt x="2156078" y="1433830"/>
                </a:lnTo>
                <a:lnTo>
                  <a:pt x="2163952" y="1421130"/>
                </a:lnTo>
                <a:lnTo>
                  <a:pt x="2150363" y="1408430"/>
                </a:lnTo>
                <a:close/>
              </a:path>
              <a:path w="3655059" h="3630295">
                <a:moveTo>
                  <a:pt x="2320924" y="1421130"/>
                </a:moveTo>
                <a:lnTo>
                  <a:pt x="2306065" y="1421130"/>
                </a:lnTo>
                <a:lnTo>
                  <a:pt x="2297429" y="1433830"/>
                </a:lnTo>
                <a:lnTo>
                  <a:pt x="2312288" y="1433830"/>
                </a:lnTo>
                <a:lnTo>
                  <a:pt x="2320924" y="1421130"/>
                </a:lnTo>
                <a:close/>
              </a:path>
              <a:path w="3655059" h="3630295">
                <a:moveTo>
                  <a:pt x="2712338" y="1408430"/>
                </a:moveTo>
                <a:lnTo>
                  <a:pt x="2701162" y="1421130"/>
                </a:lnTo>
                <a:lnTo>
                  <a:pt x="2720339" y="1433830"/>
                </a:lnTo>
                <a:lnTo>
                  <a:pt x="2731515" y="1421130"/>
                </a:lnTo>
                <a:lnTo>
                  <a:pt x="2712338" y="1408430"/>
                </a:lnTo>
                <a:close/>
              </a:path>
              <a:path w="3655059" h="3630295">
                <a:moveTo>
                  <a:pt x="3118611" y="1395730"/>
                </a:moveTo>
                <a:lnTo>
                  <a:pt x="3105149" y="1421130"/>
                </a:lnTo>
                <a:lnTo>
                  <a:pt x="3128390" y="1433830"/>
                </a:lnTo>
                <a:lnTo>
                  <a:pt x="3141852" y="1408430"/>
                </a:lnTo>
                <a:lnTo>
                  <a:pt x="3118611" y="1395730"/>
                </a:lnTo>
                <a:close/>
              </a:path>
              <a:path w="3655059" h="3630295">
                <a:moveTo>
                  <a:pt x="3524884" y="1383030"/>
                </a:moveTo>
                <a:lnTo>
                  <a:pt x="3509009" y="1408430"/>
                </a:lnTo>
                <a:lnTo>
                  <a:pt x="3536568" y="1433830"/>
                </a:lnTo>
                <a:lnTo>
                  <a:pt x="3552443" y="1395730"/>
                </a:lnTo>
                <a:lnTo>
                  <a:pt x="3524884" y="1383030"/>
                </a:lnTo>
                <a:close/>
              </a:path>
              <a:path w="3655059" h="3630295">
                <a:moveTo>
                  <a:pt x="1028826" y="1408430"/>
                </a:moveTo>
                <a:lnTo>
                  <a:pt x="1025524" y="1408430"/>
                </a:lnTo>
                <a:lnTo>
                  <a:pt x="1027556" y="1421130"/>
                </a:lnTo>
                <a:lnTo>
                  <a:pt x="1028826" y="1408430"/>
                </a:lnTo>
                <a:close/>
              </a:path>
              <a:path w="3655059" h="3630295">
                <a:moveTo>
                  <a:pt x="1596389" y="1408430"/>
                </a:moveTo>
                <a:lnTo>
                  <a:pt x="1588515" y="1408430"/>
                </a:lnTo>
                <a:lnTo>
                  <a:pt x="1584070" y="1421130"/>
                </a:lnTo>
                <a:lnTo>
                  <a:pt x="1591817" y="1421130"/>
                </a:lnTo>
                <a:lnTo>
                  <a:pt x="1596389" y="1408430"/>
                </a:lnTo>
                <a:close/>
              </a:path>
              <a:path w="3655059" h="3630295">
                <a:moveTo>
                  <a:pt x="1994788" y="1395730"/>
                </a:moveTo>
                <a:lnTo>
                  <a:pt x="1987803" y="1408430"/>
                </a:lnTo>
                <a:lnTo>
                  <a:pt x="1999995" y="1421130"/>
                </a:lnTo>
                <a:lnTo>
                  <a:pt x="2006980" y="1408430"/>
                </a:lnTo>
                <a:lnTo>
                  <a:pt x="1994788" y="1395730"/>
                </a:lnTo>
                <a:close/>
              </a:path>
              <a:path w="3655059" h="3630295">
                <a:moveTo>
                  <a:pt x="2401061" y="1383030"/>
                </a:moveTo>
                <a:lnTo>
                  <a:pt x="2391663" y="1408430"/>
                </a:lnTo>
                <a:lnTo>
                  <a:pt x="2408046" y="1421130"/>
                </a:lnTo>
                <a:lnTo>
                  <a:pt x="2417444" y="1395730"/>
                </a:lnTo>
                <a:lnTo>
                  <a:pt x="2401061" y="1383030"/>
                </a:lnTo>
                <a:close/>
              </a:path>
              <a:path w="3655059" h="3630295">
                <a:moveTo>
                  <a:pt x="2556763" y="1395730"/>
                </a:moveTo>
                <a:lnTo>
                  <a:pt x="2546476" y="1421130"/>
                </a:lnTo>
                <a:lnTo>
                  <a:pt x="2564256" y="1421130"/>
                </a:lnTo>
                <a:lnTo>
                  <a:pt x="2574543" y="1408430"/>
                </a:lnTo>
                <a:lnTo>
                  <a:pt x="2556763" y="1395730"/>
                </a:lnTo>
                <a:close/>
              </a:path>
              <a:path w="3655059" h="3630295">
                <a:moveTo>
                  <a:pt x="2962909" y="1383030"/>
                </a:moveTo>
                <a:lnTo>
                  <a:pt x="2950209" y="1408430"/>
                </a:lnTo>
                <a:lnTo>
                  <a:pt x="2972307" y="1421130"/>
                </a:lnTo>
                <a:lnTo>
                  <a:pt x="2985007" y="1395730"/>
                </a:lnTo>
                <a:lnTo>
                  <a:pt x="2962909" y="1383030"/>
                </a:lnTo>
                <a:close/>
              </a:path>
              <a:path w="3655059" h="3630295">
                <a:moveTo>
                  <a:pt x="3369309" y="1383030"/>
                </a:moveTo>
                <a:lnTo>
                  <a:pt x="3354196" y="1408430"/>
                </a:lnTo>
                <a:lnTo>
                  <a:pt x="3380358" y="1421130"/>
                </a:lnTo>
                <a:lnTo>
                  <a:pt x="3395344" y="1395730"/>
                </a:lnTo>
                <a:lnTo>
                  <a:pt x="3369309" y="1383030"/>
                </a:lnTo>
                <a:close/>
              </a:path>
              <a:path w="3655059" h="3630295">
                <a:moveTo>
                  <a:pt x="1432940" y="1395730"/>
                </a:moveTo>
                <a:lnTo>
                  <a:pt x="1429257" y="1408430"/>
                </a:lnTo>
                <a:lnTo>
                  <a:pt x="1439417" y="1408430"/>
                </a:lnTo>
                <a:lnTo>
                  <a:pt x="1432940" y="1395730"/>
                </a:lnTo>
                <a:close/>
              </a:path>
              <a:path w="3655059" h="3630295">
                <a:moveTo>
                  <a:pt x="1849754" y="1395730"/>
                </a:moveTo>
                <a:lnTo>
                  <a:pt x="1833244" y="1395730"/>
                </a:lnTo>
                <a:lnTo>
                  <a:pt x="1843658" y="1408430"/>
                </a:lnTo>
                <a:lnTo>
                  <a:pt x="1849754" y="1395730"/>
                </a:lnTo>
                <a:close/>
              </a:path>
              <a:path w="3655059" h="3630295">
                <a:moveTo>
                  <a:pt x="2245613" y="1383030"/>
                </a:moveTo>
                <a:lnTo>
                  <a:pt x="2237104" y="1395730"/>
                </a:lnTo>
                <a:lnTo>
                  <a:pt x="2251836" y="1408430"/>
                </a:lnTo>
                <a:lnTo>
                  <a:pt x="2260345" y="1395730"/>
                </a:lnTo>
                <a:lnTo>
                  <a:pt x="2245613" y="1383030"/>
                </a:lnTo>
                <a:close/>
              </a:path>
              <a:path w="3655059" h="3630295">
                <a:moveTo>
                  <a:pt x="2807461" y="1383030"/>
                </a:moveTo>
                <a:lnTo>
                  <a:pt x="2795650" y="1395730"/>
                </a:lnTo>
                <a:lnTo>
                  <a:pt x="2816097" y="1408430"/>
                </a:lnTo>
                <a:lnTo>
                  <a:pt x="2827781" y="1395730"/>
                </a:lnTo>
                <a:lnTo>
                  <a:pt x="2807461" y="1383030"/>
                </a:lnTo>
                <a:close/>
              </a:path>
              <a:path w="3655059" h="3630295">
                <a:moveTo>
                  <a:pt x="3213734" y="1370330"/>
                </a:moveTo>
                <a:lnTo>
                  <a:pt x="3199510" y="1395730"/>
                </a:lnTo>
                <a:lnTo>
                  <a:pt x="3224148" y="1408430"/>
                </a:lnTo>
                <a:lnTo>
                  <a:pt x="3238372" y="1383030"/>
                </a:lnTo>
                <a:lnTo>
                  <a:pt x="3213734" y="1370330"/>
                </a:lnTo>
                <a:close/>
              </a:path>
              <a:path w="3655059" h="3630295">
                <a:moveTo>
                  <a:pt x="3620007" y="1357630"/>
                </a:moveTo>
                <a:lnTo>
                  <a:pt x="3603243" y="1383030"/>
                </a:lnTo>
                <a:lnTo>
                  <a:pt x="3632199" y="1408430"/>
                </a:lnTo>
                <a:lnTo>
                  <a:pt x="3648963" y="1370330"/>
                </a:lnTo>
                <a:lnTo>
                  <a:pt x="3620007" y="1357630"/>
                </a:lnTo>
                <a:close/>
              </a:path>
              <a:path w="3655059" h="3630295">
                <a:moveTo>
                  <a:pt x="1125346" y="1383030"/>
                </a:moveTo>
                <a:lnTo>
                  <a:pt x="1119758" y="1383030"/>
                </a:lnTo>
                <a:lnTo>
                  <a:pt x="1123314" y="1395730"/>
                </a:lnTo>
                <a:lnTo>
                  <a:pt x="1125346" y="1383030"/>
                </a:lnTo>
                <a:close/>
              </a:path>
              <a:path w="3655059" h="3630295">
                <a:moveTo>
                  <a:pt x="1692909" y="1383030"/>
                </a:moveTo>
                <a:lnTo>
                  <a:pt x="1683638" y="1383030"/>
                </a:lnTo>
                <a:lnTo>
                  <a:pt x="1678304" y="1395730"/>
                </a:lnTo>
                <a:lnTo>
                  <a:pt x="1687575" y="1395730"/>
                </a:lnTo>
                <a:lnTo>
                  <a:pt x="1692909" y="1383030"/>
                </a:lnTo>
                <a:close/>
              </a:path>
              <a:path w="3655059" h="3630295">
                <a:moveTo>
                  <a:pt x="2090038" y="1370330"/>
                </a:moveTo>
                <a:lnTo>
                  <a:pt x="2082291" y="1383030"/>
                </a:lnTo>
                <a:lnTo>
                  <a:pt x="2095626" y="1395730"/>
                </a:lnTo>
                <a:lnTo>
                  <a:pt x="2103246" y="1383030"/>
                </a:lnTo>
                <a:lnTo>
                  <a:pt x="2090038" y="1370330"/>
                </a:lnTo>
                <a:close/>
              </a:path>
              <a:path w="3655059" h="3630295">
                <a:moveTo>
                  <a:pt x="2496311" y="1357630"/>
                </a:moveTo>
                <a:lnTo>
                  <a:pt x="2486151" y="1383030"/>
                </a:lnTo>
                <a:lnTo>
                  <a:pt x="2503677" y="1395730"/>
                </a:lnTo>
                <a:lnTo>
                  <a:pt x="2513837" y="1370330"/>
                </a:lnTo>
                <a:lnTo>
                  <a:pt x="2496311" y="1357630"/>
                </a:lnTo>
                <a:close/>
              </a:path>
              <a:path w="3655059" h="3630295">
                <a:moveTo>
                  <a:pt x="2651886" y="1370330"/>
                </a:moveTo>
                <a:lnTo>
                  <a:pt x="2640837" y="1395730"/>
                </a:lnTo>
                <a:lnTo>
                  <a:pt x="2659887" y="1395730"/>
                </a:lnTo>
                <a:lnTo>
                  <a:pt x="2670809" y="1383030"/>
                </a:lnTo>
                <a:lnTo>
                  <a:pt x="2651886" y="1370330"/>
                </a:lnTo>
                <a:close/>
              </a:path>
              <a:path w="3655059" h="3630295">
                <a:moveTo>
                  <a:pt x="3058159" y="1357630"/>
                </a:moveTo>
                <a:lnTo>
                  <a:pt x="3044951" y="1383030"/>
                </a:lnTo>
                <a:lnTo>
                  <a:pt x="3067938" y="1395730"/>
                </a:lnTo>
                <a:lnTo>
                  <a:pt x="3081146" y="1370330"/>
                </a:lnTo>
                <a:lnTo>
                  <a:pt x="3058159" y="1357630"/>
                </a:lnTo>
                <a:close/>
              </a:path>
              <a:path w="3655059" h="3630295">
                <a:moveTo>
                  <a:pt x="3464432" y="1344930"/>
                </a:moveTo>
                <a:lnTo>
                  <a:pt x="3448557" y="1383030"/>
                </a:lnTo>
                <a:lnTo>
                  <a:pt x="3475989" y="1395730"/>
                </a:lnTo>
                <a:lnTo>
                  <a:pt x="3491864" y="1370330"/>
                </a:lnTo>
                <a:lnTo>
                  <a:pt x="3464432" y="1344930"/>
                </a:lnTo>
                <a:close/>
              </a:path>
              <a:path w="3655059" h="3630295">
                <a:moveTo>
                  <a:pt x="1528190" y="1370330"/>
                </a:moveTo>
                <a:lnTo>
                  <a:pt x="1523745" y="1383030"/>
                </a:lnTo>
                <a:lnTo>
                  <a:pt x="1535683" y="1383030"/>
                </a:lnTo>
                <a:lnTo>
                  <a:pt x="1528190" y="1370330"/>
                </a:lnTo>
                <a:close/>
              </a:path>
              <a:path w="3655059" h="3630295">
                <a:moveTo>
                  <a:pt x="1946274" y="1370330"/>
                </a:moveTo>
                <a:lnTo>
                  <a:pt x="1927605" y="1370330"/>
                </a:lnTo>
                <a:lnTo>
                  <a:pt x="1939416" y="1383030"/>
                </a:lnTo>
                <a:lnTo>
                  <a:pt x="1946274" y="1370330"/>
                </a:lnTo>
                <a:close/>
              </a:path>
              <a:path w="3655059" h="3630295">
                <a:moveTo>
                  <a:pt x="2356865" y="1357630"/>
                </a:moveTo>
                <a:lnTo>
                  <a:pt x="2340736" y="1357630"/>
                </a:lnTo>
                <a:lnTo>
                  <a:pt x="2331338" y="1370330"/>
                </a:lnTo>
                <a:lnTo>
                  <a:pt x="2347467" y="1383030"/>
                </a:lnTo>
                <a:lnTo>
                  <a:pt x="2356865" y="1357630"/>
                </a:lnTo>
                <a:close/>
              </a:path>
              <a:path w="3655059" h="3630295">
                <a:moveTo>
                  <a:pt x="2902584" y="1357630"/>
                </a:moveTo>
                <a:lnTo>
                  <a:pt x="2889884" y="1370330"/>
                </a:lnTo>
                <a:lnTo>
                  <a:pt x="2911728" y="1383030"/>
                </a:lnTo>
                <a:lnTo>
                  <a:pt x="2924301" y="1370330"/>
                </a:lnTo>
                <a:lnTo>
                  <a:pt x="2902584" y="1357630"/>
                </a:lnTo>
                <a:close/>
              </a:path>
              <a:path w="3655059" h="3630295">
                <a:moveTo>
                  <a:pt x="3308857" y="1344930"/>
                </a:moveTo>
                <a:lnTo>
                  <a:pt x="3293998" y="1370330"/>
                </a:lnTo>
                <a:lnTo>
                  <a:pt x="3319779" y="1383030"/>
                </a:lnTo>
                <a:lnTo>
                  <a:pt x="3334765" y="1357630"/>
                </a:lnTo>
                <a:lnTo>
                  <a:pt x="3308857" y="1344930"/>
                </a:lnTo>
                <a:close/>
              </a:path>
              <a:path w="3655059" h="3630295">
                <a:moveTo>
                  <a:pt x="1221739" y="1357630"/>
                </a:moveTo>
                <a:lnTo>
                  <a:pt x="1214246" y="1357630"/>
                </a:lnTo>
                <a:lnTo>
                  <a:pt x="1218945" y="1370330"/>
                </a:lnTo>
                <a:lnTo>
                  <a:pt x="1221739" y="1357630"/>
                </a:lnTo>
                <a:close/>
              </a:path>
              <a:path w="3655059" h="3630295">
                <a:moveTo>
                  <a:pt x="1789302" y="1357630"/>
                </a:moveTo>
                <a:lnTo>
                  <a:pt x="1778761" y="1357630"/>
                </a:lnTo>
                <a:lnTo>
                  <a:pt x="1772792" y="1370330"/>
                </a:lnTo>
                <a:lnTo>
                  <a:pt x="1783206" y="1370330"/>
                </a:lnTo>
                <a:lnTo>
                  <a:pt x="1789302" y="1357630"/>
                </a:lnTo>
                <a:close/>
              </a:path>
              <a:path w="3655059" h="3630295">
                <a:moveTo>
                  <a:pt x="2185161" y="1344930"/>
                </a:moveTo>
                <a:lnTo>
                  <a:pt x="2176779" y="1357630"/>
                </a:lnTo>
                <a:lnTo>
                  <a:pt x="2191257" y="1370330"/>
                </a:lnTo>
                <a:lnTo>
                  <a:pt x="2199639" y="1357630"/>
                </a:lnTo>
                <a:lnTo>
                  <a:pt x="2185161" y="1344930"/>
                </a:lnTo>
                <a:close/>
              </a:path>
              <a:path w="3655059" h="3630295">
                <a:moveTo>
                  <a:pt x="2591434" y="1332230"/>
                </a:moveTo>
                <a:lnTo>
                  <a:pt x="2580639" y="1357630"/>
                </a:lnTo>
                <a:lnTo>
                  <a:pt x="2599308" y="1370330"/>
                </a:lnTo>
                <a:lnTo>
                  <a:pt x="2610103" y="1344930"/>
                </a:lnTo>
                <a:lnTo>
                  <a:pt x="2591434" y="1332230"/>
                </a:lnTo>
                <a:close/>
              </a:path>
              <a:path w="3655059" h="3630295">
                <a:moveTo>
                  <a:pt x="2747009" y="1344930"/>
                </a:moveTo>
                <a:lnTo>
                  <a:pt x="2735325" y="1370330"/>
                </a:lnTo>
                <a:lnTo>
                  <a:pt x="2755518" y="1370330"/>
                </a:lnTo>
                <a:lnTo>
                  <a:pt x="2767202" y="1357630"/>
                </a:lnTo>
                <a:lnTo>
                  <a:pt x="2747009" y="1344930"/>
                </a:lnTo>
                <a:close/>
              </a:path>
              <a:path w="3655059" h="3630295">
                <a:moveTo>
                  <a:pt x="3153282" y="1332230"/>
                </a:moveTo>
                <a:lnTo>
                  <a:pt x="3139185" y="1357630"/>
                </a:lnTo>
                <a:lnTo>
                  <a:pt x="3163569" y="1370330"/>
                </a:lnTo>
                <a:lnTo>
                  <a:pt x="3177666" y="1344930"/>
                </a:lnTo>
                <a:lnTo>
                  <a:pt x="3153282" y="1332230"/>
                </a:lnTo>
                <a:close/>
              </a:path>
              <a:path w="3655059" h="3630295">
                <a:moveTo>
                  <a:pt x="3559555" y="1319530"/>
                </a:moveTo>
                <a:lnTo>
                  <a:pt x="3542918" y="1357630"/>
                </a:lnTo>
                <a:lnTo>
                  <a:pt x="3571620" y="1370330"/>
                </a:lnTo>
                <a:lnTo>
                  <a:pt x="3588257" y="1344930"/>
                </a:lnTo>
                <a:lnTo>
                  <a:pt x="3559555" y="1319530"/>
                </a:lnTo>
                <a:close/>
              </a:path>
              <a:path w="3655059" h="3630295">
                <a:moveTo>
                  <a:pt x="1061338" y="1344930"/>
                </a:moveTo>
                <a:lnTo>
                  <a:pt x="1059433" y="1357630"/>
                </a:lnTo>
                <a:lnTo>
                  <a:pt x="1064640" y="1357630"/>
                </a:lnTo>
                <a:lnTo>
                  <a:pt x="1061338" y="1344930"/>
                </a:lnTo>
                <a:close/>
              </a:path>
              <a:path w="3655059" h="3630295">
                <a:moveTo>
                  <a:pt x="1475104" y="1344930"/>
                </a:moveTo>
                <a:lnTo>
                  <a:pt x="1463420" y="1344930"/>
                </a:lnTo>
                <a:lnTo>
                  <a:pt x="1470786" y="1357630"/>
                </a:lnTo>
                <a:lnTo>
                  <a:pt x="1475104" y="1344930"/>
                </a:lnTo>
                <a:close/>
              </a:path>
              <a:path w="3655059" h="3630295">
                <a:moveTo>
                  <a:pt x="1623186" y="1344930"/>
                </a:moveTo>
                <a:lnTo>
                  <a:pt x="1617979" y="1357630"/>
                </a:lnTo>
                <a:lnTo>
                  <a:pt x="1632203" y="1357630"/>
                </a:lnTo>
                <a:lnTo>
                  <a:pt x="1623186" y="1344930"/>
                </a:lnTo>
                <a:close/>
              </a:path>
              <a:path w="3655059" h="3630295">
                <a:moveTo>
                  <a:pt x="2029459" y="1332230"/>
                </a:moveTo>
                <a:lnTo>
                  <a:pt x="2021839" y="1344930"/>
                </a:lnTo>
                <a:lnTo>
                  <a:pt x="2035174" y="1357630"/>
                </a:lnTo>
                <a:lnTo>
                  <a:pt x="2042794" y="1344930"/>
                </a:lnTo>
                <a:lnTo>
                  <a:pt x="2029459" y="1332230"/>
                </a:lnTo>
                <a:close/>
              </a:path>
              <a:path w="3655059" h="3630295">
                <a:moveTo>
                  <a:pt x="2453131" y="1332230"/>
                </a:moveTo>
                <a:lnTo>
                  <a:pt x="2435859" y="1332230"/>
                </a:lnTo>
                <a:lnTo>
                  <a:pt x="2425826" y="1344930"/>
                </a:lnTo>
                <a:lnTo>
                  <a:pt x="2443098" y="1357630"/>
                </a:lnTo>
                <a:lnTo>
                  <a:pt x="2453131" y="1332230"/>
                </a:lnTo>
                <a:close/>
              </a:path>
              <a:path w="3655059" h="3630295">
                <a:moveTo>
                  <a:pt x="2842132" y="1319530"/>
                </a:moveTo>
                <a:lnTo>
                  <a:pt x="2829686" y="1344930"/>
                </a:lnTo>
                <a:lnTo>
                  <a:pt x="2851276" y="1357630"/>
                </a:lnTo>
                <a:lnTo>
                  <a:pt x="2863722" y="1332230"/>
                </a:lnTo>
                <a:lnTo>
                  <a:pt x="2842132" y="1319530"/>
                </a:lnTo>
                <a:close/>
              </a:path>
              <a:path w="3655059" h="3630295">
                <a:moveTo>
                  <a:pt x="2997707" y="1319530"/>
                </a:moveTo>
                <a:lnTo>
                  <a:pt x="2984372" y="1344930"/>
                </a:lnTo>
                <a:lnTo>
                  <a:pt x="3007359" y="1357630"/>
                </a:lnTo>
                <a:lnTo>
                  <a:pt x="3020694" y="1344930"/>
                </a:lnTo>
                <a:lnTo>
                  <a:pt x="2997707" y="1319530"/>
                </a:lnTo>
                <a:close/>
              </a:path>
              <a:path w="3655059" h="3630295">
                <a:moveTo>
                  <a:pt x="3403980" y="1319530"/>
                </a:moveTo>
                <a:lnTo>
                  <a:pt x="3388232" y="1344930"/>
                </a:lnTo>
                <a:lnTo>
                  <a:pt x="3415537" y="1357630"/>
                </a:lnTo>
                <a:lnTo>
                  <a:pt x="3431285" y="1332230"/>
                </a:lnTo>
                <a:lnTo>
                  <a:pt x="3403980" y="1319530"/>
                </a:lnTo>
                <a:close/>
              </a:path>
              <a:path w="3655059" h="3630295">
                <a:moveTo>
                  <a:pt x="1318005" y="1332230"/>
                </a:moveTo>
                <a:lnTo>
                  <a:pt x="1308734" y="1332230"/>
                </a:lnTo>
                <a:lnTo>
                  <a:pt x="1314576" y="1344930"/>
                </a:lnTo>
                <a:lnTo>
                  <a:pt x="1318005" y="1332230"/>
                </a:lnTo>
                <a:close/>
              </a:path>
              <a:path w="3655059" h="3630295">
                <a:moveTo>
                  <a:pt x="1885568" y="1332230"/>
                </a:moveTo>
                <a:lnTo>
                  <a:pt x="1874011" y="1332230"/>
                </a:lnTo>
                <a:lnTo>
                  <a:pt x="1867280" y="1344930"/>
                </a:lnTo>
                <a:lnTo>
                  <a:pt x="1878837" y="1344930"/>
                </a:lnTo>
                <a:lnTo>
                  <a:pt x="1885568" y="1332230"/>
                </a:lnTo>
                <a:close/>
              </a:path>
              <a:path w="3655059" h="3630295">
                <a:moveTo>
                  <a:pt x="2280284" y="1319530"/>
                </a:moveTo>
                <a:lnTo>
                  <a:pt x="2271013" y="1332230"/>
                </a:lnTo>
                <a:lnTo>
                  <a:pt x="2287015" y="1344930"/>
                </a:lnTo>
                <a:lnTo>
                  <a:pt x="2296159" y="1332230"/>
                </a:lnTo>
                <a:lnTo>
                  <a:pt x="2280284" y="1319530"/>
                </a:lnTo>
                <a:close/>
              </a:path>
              <a:path w="3655059" h="3630295">
                <a:moveTo>
                  <a:pt x="2686557" y="1306830"/>
                </a:moveTo>
                <a:lnTo>
                  <a:pt x="2675127" y="1332230"/>
                </a:lnTo>
                <a:lnTo>
                  <a:pt x="2694939" y="1344930"/>
                </a:lnTo>
                <a:lnTo>
                  <a:pt x="2706496" y="1319530"/>
                </a:lnTo>
                <a:lnTo>
                  <a:pt x="2686557" y="1306830"/>
                </a:lnTo>
                <a:close/>
              </a:path>
              <a:path w="3655059" h="3630295">
                <a:moveTo>
                  <a:pt x="3248405" y="1306830"/>
                </a:moveTo>
                <a:lnTo>
                  <a:pt x="3233419" y="1332230"/>
                </a:lnTo>
                <a:lnTo>
                  <a:pt x="3259327" y="1344930"/>
                </a:lnTo>
                <a:lnTo>
                  <a:pt x="3274186" y="1319530"/>
                </a:lnTo>
                <a:lnTo>
                  <a:pt x="3248405" y="1306830"/>
                </a:lnTo>
                <a:close/>
              </a:path>
              <a:path w="3655059" h="3630295">
                <a:moveTo>
                  <a:pt x="3654551" y="1294410"/>
                </a:moveTo>
                <a:lnTo>
                  <a:pt x="3637406" y="1332230"/>
                </a:lnTo>
                <a:lnTo>
                  <a:pt x="3654551" y="1339494"/>
                </a:lnTo>
                <a:lnTo>
                  <a:pt x="3654551" y="1294410"/>
                </a:lnTo>
                <a:close/>
              </a:path>
              <a:path w="3655059" h="3630295">
                <a:moveTo>
                  <a:pt x="1156588" y="1319530"/>
                </a:moveTo>
                <a:lnTo>
                  <a:pt x="1153921" y="1332230"/>
                </a:lnTo>
                <a:lnTo>
                  <a:pt x="1161033" y="1332230"/>
                </a:lnTo>
                <a:lnTo>
                  <a:pt x="1156588" y="1319530"/>
                </a:lnTo>
                <a:close/>
              </a:path>
              <a:path w="3655059" h="3630295">
                <a:moveTo>
                  <a:pt x="1571624" y="1319530"/>
                </a:moveTo>
                <a:lnTo>
                  <a:pt x="1557781" y="1319530"/>
                </a:lnTo>
                <a:lnTo>
                  <a:pt x="1566544" y="1332230"/>
                </a:lnTo>
                <a:lnTo>
                  <a:pt x="1571624" y="1319530"/>
                </a:lnTo>
                <a:close/>
              </a:path>
              <a:path w="3655059" h="3630295">
                <a:moveTo>
                  <a:pt x="1718436" y="1319530"/>
                </a:moveTo>
                <a:lnTo>
                  <a:pt x="1712467" y="1332230"/>
                </a:lnTo>
                <a:lnTo>
                  <a:pt x="1728596" y="1332230"/>
                </a:lnTo>
                <a:lnTo>
                  <a:pt x="1718436" y="1319530"/>
                </a:lnTo>
                <a:close/>
              </a:path>
              <a:path w="3655059" h="3630295">
                <a:moveTo>
                  <a:pt x="2124709" y="1306830"/>
                </a:moveTo>
                <a:lnTo>
                  <a:pt x="2116327" y="1319530"/>
                </a:lnTo>
                <a:lnTo>
                  <a:pt x="2130805" y="1332230"/>
                </a:lnTo>
                <a:lnTo>
                  <a:pt x="2139187" y="1319530"/>
                </a:lnTo>
                <a:lnTo>
                  <a:pt x="2124709" y="1306830"/>
                </a:lnTo>
                <a:close/>
              </a:path>
              <a:path w="3655059" h="3630295">
                <a:moveTo>
                  <a:pt x="2549651" y="1306830"/>
                </a:moveTo>
                <a:lnTo>
                  <a:pt x="2530982" y="1306830"/>
                </a:lnTo>
                <a:lnTo>
                  <a:pt x="2520060" y="1319530"/>
                </a:lnTo>
                <a:lnTo>
                  <a:pt x="2538856" y="1332230"/>
                </a:lnTo>
                <a:lnTo>
                  <a:pt x="2549651" y="1306830"/>
                </a:lnTo>
                <a:close/>
              </a:path>
              <a:path w="3655059" h="3630295">
                <a:moveTo>
                  <a:pt x="2937255" y="1294130"/>
                </a:moveTo>
                <a:lnTo>
                  <a:pt x="2924174" y="1319530"/>
                </a:lnTo>
                <a:lnTo>
                  <a:pt x="2946907" y="1332230"/>
                </a:lnTo>
                <a:lnTo>
                  <a:pt x="2959988" y="1306830"/>
                </a:lnTo>
                <a:lnTo>
                  <a:pt x="2937255" y="1294130"/>
                </a:lnTo>
                <a:close/>
              </a:path>
              <a:path w="3655059" h="3630295">
                <a:moveTo>
                  <a:pt x="3092830" y="1294130"/>
                </a:moveTo>
                <a:lnTo>
                  <a:pt x="3078860" y="1319530"/>
                </a:lnTo>
                <a:lnTo>
                  <a:pt x="3103117" y="1332230"/>
                </a:lnTo>
                <a:lnTo>
                  <a:pt x="3117087" y="1319530"/>
                </a:lnTo>
                <a:lnTo>
                  <a:pt x="3092830" y="1294130"/>
                </a:lnTo>
                <a:close/>
              </a:path>
              <a:path w="3655059" h="3630295">
                <a:moveTo>
                  <a:pt x="3499103" y="1294130"/>
                </a:moveTo>
                <a:lnTo>
                  <a:pt x="3482466" y="1319530"/>
                </a:lnTo>
                <a:lnTo>
                  <a:pt x="3511168" y="1332230"/>
                </a:lnTo>
                <a:lnTo>
                  <a:pt x="3527805" y="1306830"/>
                </a:lnTo>
                <a:lnTo>
                  <a:pt x="3499103" y="1294130"/>
                </a:lnTo>
                <a:close/>
              </a:path>
              <a:path w="3655059" h="3630295">
                <a:moveTo>
                  <a:pt x="1414398" y="1306830"/>
                </a:moveTo>
                <a:lnTo>
                  <a:pt x="1403222" y="1306830"/>
                </a:lnTo>
                <a:lnTo>
                  <a:pt x="1410334" y="1319530"/>
                </a:lnTo>
                <a:lnTo>
                  <a:pt x="1414398" y="1306830"/>
                </a:lnTo>
                <a:close/>
              </a:path>
              <a:path w="3655059" h="3630295">
                <a:moveTo>
                  <a:pt x="1982088" y="1306830"/>
                </a:moveTo>
                <a:lnTo>
                  <a:pt x="1969134" y="1306830"/>
                </a:lnTo>
                <a:lnTo>
                  <a:pt x="1961514" y="1319530"/>
                </a:lnTo>
                <a:lnTo>
                  <a:pt x="1974595" y="1319530"/>
                </a:lnTo>
                <a:lnTo>
                  <a:pt x="1982088" y="1306830"/>
                </a:lnTo>
                <a:close/>
              </a:path>
              <a:path w="3655059" h="3630295">
                <a:moveTo>
                  <a:pt x="2375407" y="1294130"/>
                </a:moveTo>
                <a:lnTo>
                  <a:pt x="2365501" y="1306830"/>
                </a:lnTo>
                <a:lnTo>
                  <a:pt x="2382646" y="1319530"/>
                </a:lnTo>
                <a:lnTo>
                  <a:pt x="2392425" y="1306830"/>
                </a:lnTo>
                <a:lnTo>
                  <a:pt x="2375407" y="1294130"/>
                </a:lnTo>
                <a:close/>
              </a:path>
              <a:path w="3655059" h="3630295">
                <a:moveTo>
                  <a:pt x="2781680" y="1281430"/>
                </a:moveTo>
                <a:lnTo>
                  <a:pt x="2769361" y="1306830"/>
                </a:lnTo>
                <a:lnTo>
                  <a:pt x="2790697" y="1319530"/>
                </a:lnTo>
                <a:lnTo>
                  <a:pt x="2803016" y="1294130"/>
                </a:lnTo>
                <a:lnTo>
                  <a:pt x="2781680" y="1281430"/>
                </a:lnTo>
                <a:close/>
              </a:path>
              <a:path w="3655059" h="3630295">
                <a:moveTo>
                  <a:pt x="3343528" y="1281430"/>
                </a:moveTo>
                <a:lnTo>
                  <a:pt x="3327907" y="1306830"/>
                </a:lnTo>
                <a:lnTo>
                  <a:pt x="3354958" y="1319530"/>
                </a:lnTo>
                <a:lnTo>
                  <a:pt x="3370579" y="1294130"/>
                </a:lnTo>
                <a:lnTo>
                  <a:pt x="3343528" y="1281430"/>
                </a:lnTo>
                <a:close/>
              </a:path>
              <a:path w="3655059" h="3630295">
                <a:moveTo>
                  <a:pt x="1257553" y="1294130"/>
                </a:moveTo>
                <a:lnTo>
                  <a:pt x="1251584" y="1294130"/>
                </a:lnTo>
                <a:lnTo>
                  <a:pt x="1248155" y="1306830"/>
                </a:lnTo>
                <a:lnTo>
                  <a:pt x="1254124" y="1306830"/>
                </a:lnTo>
                <a:lnTo>
                  <a:pt x="1257553" y="1294130"/>
                </a:lnTo>
                <a:close/>
              </a:path>
              <a:path w="3655059" h="3630295">
                <a:moveTo>
                  <a:pt x="1657984" y="1281430"/>
                </a:moveTo>
                <a:lnTo>
                  <a:pt x="1652142" y="1294130"/>
                </a:lnTo>
                <a:lnTo>
                  <a:pt x="1662175" y="1306830"/>
                </a:lnTo>
                <a:lnTo>
                  <a:pt x="1667890" y="1294130"/>
                </a:lnTo>
                <a:lnTo>
                  <a:pt x="1657984" y="1281430"/>
                </a:lnTo>
                <a:close/>
              </a:path>
              <a:path w="3655059" h="3630295">
                <a:moveTo>
                  <a:pt x="1813559" y="1294130"/>
                </a:moveTo>
                <a:lnTo>
                  <a:pt x="1806955" y="1306830"/>
                </a:lnTo>
                <a:lnTo>
                  <a:pt x="1824989" y="1306830"/>
                </a:lnTo>
                <a:lnTo>
                  <a:pt x="1813559" y="1294130"/>
                </a:lnTo>
                <a:close/>
              </a:path>
              <a:path w="3655059" h="3630295">
                <a:moveTo>
                  <a:pt x="2219832" y="1281430"/>
                </a:moveTo>
                <a:lnTo>
                  <a:pt x="2210815" y="1306830"/>
                </a:lnTo>
                <a:lnTo>
                  <a:pt x="2226436" y="1306830"/>
                </a:lnTo>
                <a:lnTo>
                  <a:pt x="2235453" y="1294130"/>
                </a:lnTo>
                <a:lnTo>
                  <a:pt x="2219832" y="1281430"/>
                </a:lnTo>
                <a:close/>
              </a:path>
              <a:path w="3655059" h="3630295">
                <a:moveTo>
                  <a:pt x="2626105" y="1268730"/>
                </a:moveTo>
                <a:lnTo>
                  <a:pt x="2614802" y="1294130"/>
                </a:lnTo>
                <a:lnTo>
                  <a:pt x="2634487" y="1306830"/>
                </a:lnTo>
                <a:lnTo>
                  <a:pt x="2645790" y="1281430"/>
                </a:lnTo>
                <a:lnTo>
                  <a:pt x="2626105" y="1268730"/>
                </a:lnTo>
                <a:close/>
              </a:path>
              <a:path w="3655059" h="3630295">
                <a:moveTo>
                  <a:pt x="3032378" y="1268730"/>
                </a:moveTo>
                <a:lnTo>
                  <a:pt x="3018408" y="1294130"/>
                </a:lnTo>
                <a:lnTo>
                  <a:pt x="3042538" y="1306830"/>
                </a:lnTo>
                <a:lnTo>
                  <a:pt x="3056508" y="1281430"/>
                </a:lnTo>
                <a:lnTo>
                  <a:pt x="3032378" y="1268730"/>
                </a:lnTo>
                <a:close/>
              </a:path>
              <a:path w="3655059" h="3630295">
                <a:moveTo>
                  <a:pt x="3187953" y="1268730"/>
                </a:moveTo>
                <a:lnTo>
                  <a:pt x="3173094" y="1294130"/>
                </a:lnTo>
                <a:lnTo>
                  <a:pt x="3198748" y="1306830"/>
                </a:lnTo>
                <a:lnTo>
                  <a:pt x="3213607" y="1281430"/>
                </a:lnTo>
                <a:lnTo>
                  <a:pt x="3187953" y="1268730"/>
                </a:lnTo>
                <a:close/>
              </a:path>
              <a:path w="3655059" h="3630295">
                <a:moveTo>
                  <a:pt x="3594226" y="1268730"/>
                </a:moveTo>
                <a:lnTo>
                  <a:pt x="3577208" y="1294130"/>
                </a:lnTo>
                <a:lnTo>
                  <a:pt x="3606799" y="1306830"/>
                </a:lnTo>
                <a:lnTo>
                  <a:pt x="3623944" y="1281430"/>
                </a:lnTo>
                <a:lnTo>
                  <a:pt x="3594226" y="1268730"/>
                </a:lnTo>
                <a:close/>
              </a:path>
              <a:path w="3655059" h="3630295">
                <a:moveTo>
                  <a:pt x="1510918" y="1281430"/>
                </a:moveTo>
                <a:lnTo>
                  <a:pt x="1497456" y="1281430"/>
                </a:lnTo>
                <a:lnTo>
                  <a:pt x="1505965" y="1294130"/>
                </a:lnTo>
                <a:lnTo>
                  <a:pt x="1510918" y="1281430"/>
                </a:lnTo>
                <a:close/>
              </a:path>
              <a:path w="3655059" h="3630295">
                <a:moveTo>
                  <a:pt x="1908682" y="1268730"/>
                </a:moveTo>
                <a:lnTo>
                  <a:pt x="1901189" y="1281430"/>
                </a:lnTo>
                <a:lnTo>
                  <a:pt x="1914016" y="1294130"/>
                </a:lnTo>
                <a:lnTo>
                  <a:pt x="1921509" y="1281430"/>
                </a:lnTo>
                <a:lnTo>
                  <a:pt x="1908682" y="1268730"/>
                </a:lnTo>
                <a:close/>
              </a:path>
              <a:path w="3655059" h="3630295">
                <a:moveTo>
                  <a:pt x="2078481" y="1281430"/>
                </a:moveTo>
                <a:lnTo>
                  <a:pt x="2064257" y="1281430"/>
                </a:lnTo>
                <a:lnTo>
                  <a:pt x="2056002" y="1294130"/>
                </a:lnTo>
                <a:lnTo>
                  <a:pt x="2070226" y="1294130"/>
                </a:lnTo>
                <a:lnTo>
                  <a:pt x="2078481" y="1281430"/>
                </a:lnTo>
                <a:close/>
              </a:path>
              <a:path w="3655059" h="3630295">
                <a:moveTo>
                  <a:pt x="2470530" y="1268730"/>
                </a:moveTo>
                <a:lnTo>
                  <a:pt x="2459862" y="1281430"/>
                </a:lnTo>
                <a:lnTo>
                  <a:pt x="2478277" y="1294130"/>
                </a:lnTo>
                <a:lnTo>
                  <a:pt x="2488945" y="1281430"/>
                </a:lnTo>
                <a:lnTo>
                  <a:pt x="2470530" y="1268730"/>
                </a:lnTo>
                <a:close/>
              </a:path>
              <a:path w="3655059" h="3630295">
                <a:moveTo>
                  <a:pt x="2876803" y="1256030"/>
                </a:moveTo>
                <a:lnTo>
                  <a:pt x="2863849" y="1281430"/>
                </a:lnTo>
                <a:lnTo>
                  <a:pt x="2886328" y="1294130"/>
                </a:lnTo>
                <a:lnTo>
                  <a:pt x="2899409" y="1268730"/>
                </a:lnTo>
                <a:lnTo>
                  <a:pt x="2876803" y="1256030"/>
                </a:lnTo>
                <a:close/>
              </a:path>
              <a:path w="3655059" h="3630295">
                <a:moveTo>
                  <a:pt x="3283076" y="1243330"/>
                </a:moveTo>
                <a:lnTo>
                  <a:pt x="3267582" y="1268730"/>
                </a:lnTo>
                <a:lnTo>
                  <a:pt x="3294379" y="1294130"/>
                </a:lnTo>
                <a:lnTo>
                  <a:pt x="3309873" y="1256030"/>
                </a:lnTo>
                <a:lnTo>
                  <a:pt x="3283076" y="1243330"/>
                </a:lnTo>
                <a:close/>
              </a:path>
              <a:path w="3655059" h="3630295">
                <a:moveTo>
                  <a:pt x="3438651" y="1256030"/>
                </a:moveTo>
                <a:lnTo>
                  <a:pt x="3422141" y="1281430"/>
                </a:lnTo>
                <a:lnTo>
                  <a:pt x="3450716" y="1294130"/>
                </a:lnTo>
                <a:lnTo>
                  <a:pt x="3467099" y="1268730"/>
                </a:lnTo>
                <a:lnTo>
                  <a:pt x="3438651" y="1256030"/>
                </a:lnTo>
                <a:close/>
              </a:path>
              <a:path w="3655059" h="3630295">
                <a:moveTo>
                  <a:pt x="1353946" y="1268730"/>
                </a:moveTo>
                <a:lnTo>
                  <a:pt x="1346834" y="1268730"/>
                </a:lnTo>
                <a:lnTo>
                  <a:pt x="1342643" y="1281430"/>
                </a:lnTo>
                <a:lnTo>
                  <a:pt x="1349755" y="1281430"/>
                </a:lnTo>
                <a:lnTo>
                  <a:pt x="1353946" y="1268730"/>
                </a:lnTo>
                <a:close/>
              </a:path>
              <a:path w="3655059" h="3630295">
                <a:moveTo>
                  <a:pt x="1753107" y="1256030"/>
                </a:moveTo>
                <a:lnTo>
                  <a:pt x="1746630" y="1268730"/>
                </a:lnTo>
                <a:lnTo>
                  <a:pt x="1757806" y="1281430"/>
                </a:lnTo>
                <a:lnTo>
                  <a:pt x="1764283" y="1268730"/>
                </a:lnTo>
                <a:lnTo>
                  <a:pt x="1753107" y="1256030"/>
                </a:lnTo>
                <a:close/>
              </a:path>
              <a:path w="3655059" h="3630295">
                <a:moveTo>
                  <a:pt x="2314955" y="1256030"/>
                </a:moveTo>
                <a:lnTo>
                  <a:pt x="2305049" y="1281430"/>
                </a:lnTo>
                <a:lnTo>
                  <a:pt x="2322194" y="1281430"/>
                </a:lnTo>
                <a:lnTo>
                  <a:pt x="2331973" y="1268730"/>
                </a:lnTo>
                <a:lnTo>
                  <a:pt x="2314955" y="1256030"/>
                </a:lnTo>
                <a:close/>
              </a:path>
              <a:path w="3655059" h="3630295">
                <a:moveTo>
                  <a:pt x="2721228" y="1243330"/>
                </a:moveTo>
                <a:lnTo>
                  <a:pt x="2709036" y="1268730"/>
                </a:lnTo>
                <a:lnTo>
                  <a:pt x="2730118" y="1281430"/>
                </a:lnTo>
                <a:lnTo>
                  <a:pt x="2742310" y="1256030"/>
                </a:lnTo>
                <a:lnTo>
                  <a:pt x="2721228" y="1243330"/>
                </a:lnTo>
                <a:close/>
              </a:path>
              <a:path w="3655059" h="3630295">
                <a:moveTo>
                  <a:pt x="3127501" y="1243330"/>
                </a:moveTo>
                <a:lnTo>
                  <a:pt x="3112896" y="1268730"/>
                </a:lnTo>
                <a:lnTo>
                  <a:pt x="3138296" y="1281430"/>
                </a:lnTo>
                <a:lnTo>
                  <a:pt x="3152901" y="1256030"/>
                </a:lnTo>
                <a:lnTo>
                  <a:pt x="3127501" y="1243330"/>
                </a:lnTo>
                <a:close/>
              </a:path>
              <a:path w="3655059" h="3630295">
                <a:moveTo>
                  <a:pt x="1191259" y="1256030"/>
                </a:moveTo>
                <a:lnTo>
                  <a:pt x="1187957" y="1268730"/>
                </a:lnTo>
                <a:lnTo>
                  <a:pt x="1196847" y="1268730"/>
                </a:lnTo>
                <a:lnTo>
                  <a:pt x="1191259" y="1256030"/>
                </a:lnTo>
                <a:close/>
              </a:path>
              <a:path w="3655059" h="3630295">
                <a:moveTo>
                  <a:pt x="1607438" y="1256030"/>
                </a:moveTo>
                <a:lnTo>
                  <a:pt x="1591690" y="1256030"/>
                </a:lnTo>
                <a:lnTo>
                  <a:pt x="1601723" y="1268730"/>
                </a:lnTo>
                <a:lnTo>
                  <a:pt x="1607438" y="1256030"/>
                </a:lnTo>
                <a:close/>
              </a:path>
              <a:path w="3655059" h="3630295">
                <a:moveTo>
                  <a:pt x="2003805" y="1243330"/>
                </a:moveTo>
                <a:lnTo>
                  <a:pt x="1995677" y="1256030"/>
                </a:lnTo>
                <a:lnTo>
                  <a:pt x="2009774" y="1268730"/>
                </a:lnTo>
                <a:lnTo>
                  <a:pt x="2017775" y="1256030"/>
                </a:lnTo>
                <a:lnTo>
                  <a:pt x="2003805" y="1243330"/>
                </a:lnTo>
                <a:close/>
              </a:path>
              <a:path w="3655059" h="3630295">
                <a:moveTo>
                  <a:pt x="2174747" y="1256030"/>
                </a:moveTo>
                <a:lnTo>
                  <a:pt x="2159380" y="1256030"/>
                </a:lnTo>
                <a:lnTo>
                  <a:pt x="2150490" y="1268730"/>
                </a:lnTo>
                <a:lnTo>
                  <a:pt x="2165857" y="1268730"/>
                </a:lnTo>
                <a:lnTo>
                  <a:pt x="2174747" y="1256030"/>
                </a:lnTo>
                <a:close/>
              </a:path>
              <a:path w="3655059" h="3630295">
                <a:moveTo>
                  <a:pt x="2565653" y="1243330"/>
                </a:moveTo>
                <a:lnTo>
                  <a:pt x="2554350" y="1256030"/>
                </a:lnTo>
                <a:lnTo>
                  <a:pt x="2574035" y="1268730"/>
                </a:lnTo>
                <a:lnTo>
                  <a:pt x="2585338" y="1256030"/>
                </a:lnTo>
                <a:lnTo>
                  <a:pt x="2565653" y="1243330"/>
                </a:lnTo>
                <a:close/>
              </a:path>
              <a:path w="3655059" h="3630295">
                <a:moveTo>
                  <a:pt x="2971926" y="1230630"/>
                </a:moveTo>
                <a:lnTo>
                  <a:pt x="2958083" y="1256030"/>
                </a:lnTo>
                <a:lnTo>
                  <a:pt x="2982086" y="1268730"/>
                </a:lnTo>
                <a:lnTo>
                  <a:pt x="2995929" y="1243330"/>
                </a:lnTo>
                <a:lnTo>
                  <a:pt x="2971926" y="1230630"/>
                </a:lnTo>
                <a:close/>
              </a:path>
              <a:path w="3655059" h="3630295">
                <a:moveTo>
                  <a:pt x="3378199" y="1217930"/>
                </a:moveTo>
                <a:lnTo>
                  <a:pt x="3361943" y="1243330"/>
                </a:lnTo>
                <a:lnTo>
                  <a:pt x="3390137" y="1268730"/>
                </a:lnTo>
                <a:lnTo>
                  <a:pt x="3406393" y="1230630"/>
                </a:lnTo>
                <a:lnTo>
                  <a:pt x="3378199" y="1217930"/>
                </a:lnTo>
                <a:close/>
              </a:path>
              <a:path w="3655059" h="3630295">
                <a:moveTo>
                  <a:pt x="3533774" y="1230630"/>
                </a:moveTo>
                <a:lnTo>
                  <a:pt x="3516629" y="1256030"/>
                </a:lnTo>
                <a:lnTo>
                  <a:pt x="3546347" y="1268730"/>
                </a:lnTo>
                <a:lnTo>
                  <a:pt x="3563492" y="1243330"/>
                </a:lnTo>
                <a:lnTo>
                  <a:pt x="3533774" y="1230630"/>
                </a:lnTo>
                <a:close/>
              </a:path>
              <a:path w="3655059" h="3630295">
                <a:moveTo>
                  <a:pt x="882649" y="1243330"/>
                </a:moveTo>
                <a:lnTo>
                  <a:pt x="878585" y="1243330"/>
                </a:lnTo>
                <a:lnTo>
                  <a:pt x="881125" y="1256030"/>
                </a:lnTo>
                <a:lnTo>
                  <a:pt x="882649" y="1243330"/>
                </a:lnTo>
                <a:close/>
              </a:path>
              <a:path w="3655059" h="3630295">
                <a:moveTo>
                  <a:pt x="1450212" y="1243330"/>
                </a:moveTo>
                <a:lnTo>
                  <a:pt x="1441957" y="1243330"/>
                </a:lnTo>
                <a:lnTo>
                  <a:pt x="1437131" y="1256030"/>
                </a:lnTo>
                <a:lnTo>
                  <a:pt x="1445386" y="1256030"/>
                </a:lnTo>
                <a:lnTo>
                  <a:pt x="1450212" y="1243330"/>
                </a:lnTo>
                <a:close/>
              </a:path>
              <a:path w="3655059" h="3630295">
                <a:moveTo>
                  <a:pt x="1848230" y="1230630"/>
                </a:moveTo>
                <a:lnTo>
                  <a:pt x="1840991" y="1243330"/>
                </a:lnTo>
                <a:lnTo>
                  <a:pt x="1853564" y="1256030"/>
                </a:lnTo>
                <a:lnTo>
                  <a:pt x="1860803" y="1243330"/>
                </a:lnTo>
                <a:lnTo>
                  <a:pt x="1848230" y="1230630"/>
                </a:lnTo>
                <a:close/>
              </a:path>
              <a:path w="3655059" h="3630295">
                <a:moveTo>
                  <a:pt x="2254503" y="1217930"/>
                </a:moveTo>
                <a:lnTo>
                  <a:pt x="2244724" y="1243330"/>
                </a:lnTo>
                <a:lnTo>
                  <a:pt x="2261615" y="1256030"/>
                </a:lnTo>
                <a:lnTo>
                  <a:pt x="2271267" y="1230630"/>
                </a:lnTo>
                <a:lnTo>
                  <a:pt x="2254503" y="1217930"/>
                </a:lnTo>
                <a:close/>
              </a:path>
              <a:path w="3655059" h="3630295">
                <a:moveTo>
                  <a:pt x="2410078" y="1230630"/>
                </a:moveTo>
                <a:lnTo>
                  <a:pt x="2399537" y="1256030"/>
                </a:lnTo>
                <a:lnTo>
                  <a:pt x="2417825" y="1256030"/>
                </a:lnTo>
                <a:lnTo>
                  <a:pt x="2428366" y="1243330"/>
                </a:lnTo>
                <a:lnTo>
                  <a:pt x="2410078" y="1230630"/>
                </a:lnTo>
                <a:close/>
              </a:path>
              <a:path w="3655059" h="3630295">
                <a:moveTo>
                  <a:pt x="2816351" y="1217930"/>
                </a:moveTo>
                <a:lnTo>
                  <a:pt x="2803397" y="1243330"/>
                </a:lnTo>
                <a:lnTo>
                  <a:pt x="2825876" y="1256030"/>
                </a:lnTo>
                <a:lnTo>
                  <a:pt x="2838830" y="1230630"/>
                </a:lnTo>
                <a:lnTo>
                  <a:pt x="2816351" y="1217930"/>
                </a:lnTo>
                <a:close/>
              </a:path>
              <a:path w="3655059" h="3630295">
                <a:moveTo>
                  <a:pt x="3222624" y="1205230"/>
                </a:moveTo>
                <a:lnTo>
                  <a:pt x="3207384" y="1243330"/>
                </a:lnTo>
                <a:lnTo>
                  <a:pt x="3233927" y="1256030"/>
                </a:lnTo>
                <a:lnTo>
                  <a:pt x="3249167" y="1230630"/>
                </a:lnTo>
                <a:lnTo>
                  <a:pt x="3222624" y="1205230"/>
                </a:lnTo>
                <a:close/>
              </a:path>
              <a:path w="3655059" h="3630295">
                <a:moveTo>
                  <a:pt x="3628897" y="1205230"/>
                </a:moveTo>
                <a:lnTo>
                  <a:pt x="3611117" y="1230630"/>
                </a:lnTo>
                <a:lnTo>
                  <a:pt x="3641978" y="1256030"/>
                </a:lnTo>
                <a:lnTo>
                  <a:pt x="3654551" y="1229087"/>
                </a:lnTo>
                <a:lnTo>
                  <a:pt x="3654551" y="1215787"/>
                </a:lnTo>
                <a:lnTo>
                  <a:pt x="3628897" y="1205230"/>
                </a:lnTo>
                <a:close/>
              </a:path>
              <a:path w="3655059" h="3630295">
                <a:moveTo>
                  <a:pt x="1286382" y="1230630"/>
                </a:moveTo>
                <a:lnTo>
                  <a:pt x="1282318" y="1243330"/>
                </a:lnTo>
                <a:lnTo>
                  <a:pt x="1293240" y="1243330"/>
                </a:lnTo>
                <a:lnTo>
                  <a:pt x="1286382" y="1230630"/>
                </a:lnTo>
                <a:close/>
              </a:path>
              <a:path w="3655059" h="3630295">
                <a:moveTo>
                  <a:pt x="1703831" y="1230630"/>
                </a:moveTo>
                <a:lnTo>
                  <a:pt x="1686178" y="1230630"/>
                </a:lnTo>
                <a:lnTo>
                  <a:pt x="1697354" y="1243330"/>
                </a:lnTo>
                <a:lnTo>
                  <a:pt x="1703831" y="1230630"/>
                </a:lnTo>
                <a:close/>
              </a:path>
              <a:path w="3655059" h="3630295">
                <a:moveTo>
                  <a:pt x="2114295" y="1217930"/>
                </a:moveTo>
                <a:lnTo>
                  <a:pt x="2098928" y="1217930"/>
                </a:lnTo>
                <a:lnTo>
                  <a:pt x="2090038" y="1230630"/>
                </a:lnTo>
                <a:lnTo>
                  <a:pt x="2105405" y="1243330"/>
                </a:lnTo>
                <a:lnTo>
                  <a:pt x="2114295" y="1217930"/>
                </a:lnTo>
                <a:close/>
              </a:path>
              <a:path w="3655059" h="3630295">
                <a:moveTo>
                  <a:pt x="2660776" y="1217930"/>
                </a:moveTo>
                <a:lnTo>
                  <a:pt x="2648711" y="1230630"/>
                </a:lnTo>
                <a:lnTo>
                  <a:pt x="2669666" y="1243330"/>
                </a:lnTo>
                <a:lnTo>
                  <a:pt x="2681731" y="1230630"/>
                </a:lnTo>
                <a:lnTo>
                  <a:pt x="2660776" y="1217930"/>
                </a:lnTo>
                <a:close/>
              </a:path>
              <a:path w="3655059" h="3630295">
                <a:moveTo>
                  <a:pt x="3067049" y="1205230"/>
                </a:moveTo>
                <a:lnTo>
                  <a:pt x="3052317" y="1230630"/>
                </a:lnTo>
                <a:lnTo>
                  <a:pt x="3077717" y="1243330"/>
                </a:lnTo>
                <a:lnTo>
                  <a:pt x="3092449" y="1217930"/>
                </a:lnTo>
                <a:lnTo>
                  <a:pt x="3067049" y="1205230"/>
                </a:lnTo>
                <a:close/>
              </a:path>
              <a:path w="3655059" h="3630295">
                <a:moveTo>
                  <a:pt x="3473322" y="1192530"/>
                </a:moveTo>
                <a:lnTo>
                  <a:pt x="3456431" y="1217930"/>
                </a:lnTo>
                <a:lnTo>
                  <a:pt x="3485768" y="1243330"/>
                </a:lnTo>
                <a:lnTo>
                  <a:pt x="3502786" y="1205230"/>
                </a:lnTo>
                <a:lnTo>
                  <a:pt x="3473322" y="1192530"/>
                </a:lnTo>
                <a:close/>
              </a:path>
              <a:path w="3655059" h="3630295">
                <a:moveTo>
                  <a:pt x="979169" y="1217930"/>
                </a:moveTo>
                <a:lnTo>
                  <a:pt x="972819" y="1217930"/>
                </a:lnTo>
                <a:lnTo>
                  <a:pt x="976883" y="1230630"/>
                </a:lnTo>
                <a:lnTo>
                  <a:pt x="979169" y="1217930"/>
                </a:lnTo>
                <a:close/>
              </a:path>
              <a:path w="3655059" h="3630295">
                <a:moveTo>
                  <a:pt x="1546732" y="1217930"/>
                </a:moveTo>
                <a:lnTo>
                  <a:pt x="1537080" y="1217930"/>
                </a:lnTo>
                <a:lnTo>
                  <a:pt x="1531365" y="1230630"/>
                </a:lnTo>
                <a:lnTo>
                  <a:pt x="1541144" y="1230630"/>
                </a:lnTo>
                <a:lnTo>
                  <a:pt x="1546732" y="1217930"/>
                </a:lnTo>
                <a:close/>
              </a:path>
              <a:path w="3655059" h="3630295">
                <a:moveTo>
                  <a:pt x="1943353" y="1205230"/>
                </a:moveTo>
                <a:lnTo>
                  <a:pt x="1935479" y="1217930"/>
                </a:lnTo>
                <a:lnTo>
                  <a:pt x="1949195" y="1230630"/>
                </a:lnTo>
                <a:lnTo>
                  <a:pt x="1957069" y="1217930"/>
                </a:lnTo>
                <a:lnTo>
                  <a:pt x="1943353" y="1205230"/>
                </a:lnTo>
                <a:close/>
              </a:path>
              <a:path w="3655059" h="3630295">
                <a:moveTo>
                  <a:pt x="2349626" y="1192530"/>
                </a:moveTo>
                <a:lnTo>
                  <a:pt x="2339212" y="1217930"/>
                </a:lnTo>
                <a:lnTo>
                  <a:pt x="2357246" y="1230630"/>
                </a:lnTo>
                <a:lnTo>
                  <a:pt x="2367660" y="1205230"/>
                </a:lnTo>
                <a:lnTo>
                  <a:pt x="2349626" y="1192530"/>
                </a:lnTo>
                <a:close/>
              </a:path>
              <a:path w="3655059" h="3630295">
                <a:moveTo>
                  <a:pt x="2505201" y="1205230"/>
                </a:moveTo>
                <a:lnTo>
                  <a:pt x="2494025" y="1230630"/>
                </a:lnTo>
                <a:lnTo>
                  <a:pt x="2513456" y="1230630"/>
                </a:lnTo>
                <a:lnTo>
                  <a:pt x="2524632" y="1217930"/>
                </a:lnTo>
                <a:lnTo>
                  <a:pt x="2505201" y="1205230"/>
                </a:lnTo>
                <a:close/>
              </a:path>
              <a:path w="3655059" h="3630295">
                <a:moveTo>
                  <a:pt x="2911474" y="1192530"/>
                </a:moveTo>
                <a:lnTo>
                  <a:pt x="2897758" y="1217930"/>
                </a:lnTo>
                <a:lnTo>
                  <a:pt x="2921507" y="1230630"/>
                </a:lnTo>
                <a:lnTo>
                  <a:pt x="2935223" y="1205230"/>
                </a:lnTo>
                <a:lnTo>
                  <a:pt x="2911474" y="1192530"/>
                </a:lnTo>
                <a:close/>
              </a:path>
              <a:path w="3655059" h="3630295">
                <a:moveTo>
                  <a:pt x="3317747" y="1179830"/>
                </a:moveTo>
                <a:lnTo>
                  <a:pt x="3301618" y="1217930"/>
                </a:lnTo>
                <a:lnTo>
                  <a:pt x="3329558" y="1230630"/>
                </a:lnTo>
                <a:lnTo>
                  <a:pt x="3345814" y="1205230"/>
                </a:lnTo>
                <a:lnTo>
                  <a:pt x="3317747" y="1179830"/>
                </a:lnTo>
                <a:close/>
              </a:path>
              <a:path w="3655059" h="3630295">
                <a:moveTo>
                  <a:pt x="819530" y="1205230"/>
                </a:moveTo>
                <a:lnTo>
                  <a:pt x="818133" y="1217930"/>
                </a:lnTo>
                <a:lnTo>
                  <a:pt x="822197" y="1217930"/>
                </a:lnTo>
                <a:lnTo>
                  <a:pt x="819530" y="1205230"/>
                </a:lnTo>
                <a:close/>
              </a:path>
              <a:path w="3655059" h="3630295">
                <a:moveTo>
                  <a:pt x="1381505" y="1205230"/>
                </a:moveTo>
                <a:lnTo>
                  <a:pt x="1376806" y="1217930"/>
                </a:lnTo>
                <a:lnTo>
                  <a:pt x="1389506" y="1217930"/>
                </a:lnTo>
                <a:lnTo>
                  <a:pt x="1381505" y="1205230"/>
                </a:lnTo>
                <a:close/>
              </a:path>
              <a:path w="3655059" h="3630295">
                <a:moveTo>
                  <a:pt x="1787778" y="1192530"/>
                </a:moveTo>
                <a:lnTo>
                  <a:pt x="1780666" y="1205230"/>
                </a:lnTo>
                <a:lnTo>
                  <a:pt x="1792985" y="1217930"/>
                </a:lnTo>
                <a:lnTo>
                  <a:pt x="1800097" y="1205230"/>
                </a:lnTo>
                <a:lnTo>
                  <a:pt x="1787778" y="1192530"/>
                </a:lnTo>
                <a:close/>
              </a:path>
              <a:path w="3655059" h="3630295">
                <a:moveTo>
                  <a:pt x="2210688" y="1192530"/>
                </a:moveTo>
                <a:lnTo>
                  <a:pt x="2194051" y="1192530"/>
                </a:lnTo>
                <a:lnTo>
                  <a:pt x="2184526" y="1205230"/>
                </a:lnTo>
                <a:lnTo>
                  <a:pt x="2201036" y="1217930"/>
                </a:lnTo>
                <a:lnTo>
                  <a:pt x="2210688" y="1192530"/>
                </a:lnTo>
                <a:close/>
              </a:path>
              <a:path w="3655059" h="3630295">
                <a:moveTo>
                  <a:pt x="2755899" y="1192530"/>
                </a:moveTo>
                <a:lnTo>
                  <a:pt x="2743072" y="1205230"/>
                </a:lnTo>
                <a:lnTo>
                  <a:pt x="2765297" y="1217930"/>
                </a:lnTo>
                <a:lnTo>
                  <a:pt x="2778251" y="1205230"/>
                </a:lnTo>
                <a:lnTo>
                  <a:pt x="2755899" y="1192530"/>
                </a:lnTo>
                <a:close/>
              </a:path>
              <a:path w="3655059" h="3630295">
                <a:moveTo>
                  <a:pt x="3162172" y="1179830"/>
                </a:moveTo>
                <a:lnTo>
                  <a:pt x="3147059" y="1205230"/>
                </a:lnTo>
                <a:lnTo>
                  <a:pt x="3173348" y="1217930"/>
                </a:lnTo>
                <a:lnTo>
                  <a:pt x="3188588" y="1192530"/>
                </a:lnTo>
                <a:lnTo>
                  <a:pt x="3162172" y="1179830"/>
                </a:lnTo>
                <a:close/>
              </a:path>
              <a:path w="3655059" h="3630295">
                <a:moveTo>
                  <a:pt x="3568445" y="1167130"/>
                </a:moveTo>
                <a:lnTo>
                  <a:pt x="3550665" y="1192530"/>
                </a:lnTo>
                <a:lnTo>
                  <a:pt x="3581526" y="1217930"/>
                </a:lnTo>
                <a:lnTo>
                  <a:pt x="3599306" y="1179830"/>
                </a:lnTo>
                <a:lnTo>
                  <a:pt x="3568445" y="1167130"/>
                </a:lnTo>
                <a:close/>
              </a:path>
              <a:path w="3655059" h="3630295">
                <a:moveTo>
                  <a:pt x="1075562" y="1192530"/>
                </a:moveTo>
                <a:lnTo>
                  <a:pt x="1067307" y="1192530"/>
                </a:lnTo>
                <a:lnTo>
                  <a:pt x="1072514" y="1205230"/>
                </a:lnTo>
                <a:lnTo>
                  <a:pt x="1075562" y="1192530"/>
                </a:lnTo>
                <a:close/>
              </a:path>
              <a:path w="3655059" h="3630295">
                <a:moveTo>
                  <a:pt x="1643125" y="1192530"/>
                </a:moveTo>
                <a:lnTo>
                  <a:pt x="1632203" y="1192530"/>
                </a:lnTo>
                <a:lnTo>
                  <a:pt x="1625853" y="1205230"/>
                </a:lnTo>
                <a:lnTo>
                  <a:pt x="1636775" y="1205230"/>
                </a:lnTo>
                <a:lnTo>
                  <a:pt x="1643125" y="1192530"/>
                </a:lnTo>
                <a:close/>
              </a:path>
              <a:path w="3655059" h="3630295">
                <a:moveTo>
                  <a:pt x="2038476" y="1179830"/>
                </a:moveTo>
                <a:lnTo>
                  <a:pt x="2029713" y="1192530"/>
                </a:lnTo>
                <a:lnTo>
                  <a:pt x="2044826" y="1205230"/>
                </a:lnTo>
                <a:lnTo>
                  <a:pt x="2053589" y="1192530"/>
                </a:lnTo>
                <a:lnTo>
                  <a:pt x="2038476" y="1179830"/>
                </a:lnTo>
                <a:close/>
              </a:path>
              <a:path w="3655059" h="3630295">
                <a:moveTo>
                  <a:pt x="2444749" y="1167130"/>
                </a:moveTo>
                <a:lnTo>
                  <a:pt x="2433700" y="1192530"/>
                </a:lnTo>
                <a:lnTo>
                  <a:pt x="2452877" y="1205230"/>
                </a:lnTo>
                <a:lnTo>
                  <a:pt x="2464053" y="1179830"/>
                </a:lnTo>
                <a:lnTo>
                  <a:pt x="2444749" y="1167130"/>
                </a:lnTo>
                <a:close/>
              </a:path>
              <a:path w="3655059" h="3630295">
                <a:moveTo>
                  <a:pt x="2600324" y="1179830"/>
                </a:moveTo>
                <a:lnTo>
                  <a:pt x="2588259" y="1205230"/>
                </a:lnTo>
                <a:lnTo>
                  <a:pt x="2609087" y="1205230"/>
                </a:lnTo>
                <a:lnTo>
                  <a:pt x="2621152" y="1192530"/>
                </a:lnTo>
                <a:lnTo>
                  <a:pt x="2600324" y="1179830"/>
                </a:lnTo>
                <a:close/>
              </a:path>
              <a:path w="3655059" h="3630295">
                <a:moveTo>
                  <a:pt x="3006597" y="1167130"/>
                </a:moveTo>
                <a:lnTo>
                  <a:pt x="2992119" y="1192530"/>
                </a:lnTo>
                <a:lnTo>
                  <a:pt x="3017265" y="1205230"/>
                </a:lnTo>
                <a:lnTo>
                  <a:pt x="3031743" y="1179830"/>
                </a:lnTo>
                <a:lnTo>
                  <a:pt x="3006597" y="1167130"/>
                </a:lnTo>
                <a:close/>
              </a:path>
              <a:path w="3655059" h="3630295">
                <a:moveTo>
                  <a:pt x="3412870" y="1154430"/>
                </a:moveTo>
                <a:lnTo>
                  <a:pt x="3396106" y="1192530"/>
                </a:lnTo>
                <a:lnTo>
                  <a:pt x="3425189" y="1205230"/>
                </a:lnTo>
                <a:lnTo>
                  <a:pt x="3442080" y="1179830"/>
                </a:lnTo>
                <a:lnTo>
                  <a:pt x="3412870" y="1154430"/>
                </a:lnTo>
                <a:close/>
              </a:path>
              <a:path w="3655059" h="3630295">
                <a:moveTo>
                  <a:pt x="914780" y="1179830"/>
                </a:moveTo>
                <a:lnTo>
                  <a:pt x="912494" y="1192530"/>
                </a:lnTo>
                <a:lnTo>
                  <a:pt x="918590" y="1192530"/>
                </a:lnTo>
                <a:lnTo>
                  <a:pt x="914780" y="1179830"/>
                </a:lnTo>
                <a:close/>
              </a:path>
              <a:path w="3655059" h="3630295">
                <a:moveTo>
                  <a:pt x="1328927" y="1179830"/>
                </a:moveTo>
                <a:lnTo>
                  <a:pt x="1316608" y="1179830"/>
                </a:lnTo>
                <a:lnTo>
                  <a:pt x="1324355" y="1192530"/>
                </a:lnTo>
                <a:lnTo>
                  <a:pt x="1328927" y="1179830"/>
                </a:lnTo>
                <a:close/>
              </a:path>
              <a:path w="3655059" h="3630295">
                <a:moveTo>
                  <a:pt x="1476628" y="1179830"/>
                </a:moveTo>
                <a:lnTo>
                  <a:pt x="1471167" y="1192530"/>
                </a:lnTo>
                <a:lnTo>
                  <a:pt x="1486153" y="1192530"/>
                </a:lnTo>
                <a:lnTo>
                  <a:pt x="1476628" y="1179830"/>
                </a:lnTo>
                <a:close/>
              </a:path>
              <a:path w="3655059" h="3630295">
                <a:moveTo>
                  <a:pt x="1882901" y="1167130"/>
                </a:moveTo>
                <a:lnTo>
                  <a:pt x="1874900" y="1179830"/>
                </a:lnTo>
                <a:lnTo>
                  <a:pt x="1888743" y="1192530"/>
                </a:lnTo>
                <a:lnTo>
                  <a:pt x="1896617" y="1179830"/>
                </a:lnTo>
                <a:lnTo>
                  <a:pt x="1882901" y="1167130"/>
                </a:lnTo>
                <a:close/>
              </a:path>
              <a:path w="3655059" h="3630295">
                <a:moveTo>
                  <a:pt x="2306954" y="1167130"/>
                </a:moveTo>
                <a:lnTo>
                  <a:pt x="2289174" y="1167130"/>
                </a:lnTo>
                <a:lnTo>
                  <a:pt x="2278887" y="1179830"/>
                </a:lnTo>
                <a:lnTo>
                  <a:pt x="2296667" y="1192530"/>
                </a:lnTo>
                <a:lnTo>
                  <a:pt x="2306954" y="1167130"/>
                </a:lnTo>
                <a:close/>
              </a:path>
              <a:path w="3655059" h="3630295">
                <a:moveTo>
                  <a:pt x="2695447" y="1154430"/>
                </a:moveTo>
                <a:lnTo>
                  <a:pt x="2682747" y="1179830"/>
                </a:lnTo>
                <a:lnTo>
                  <a:pt x="2704845" y="1192530"/>
                </a:lnTo>
                <a:lnTo>
                  <a:pt x="2717545" y="1167130"/>
                </a:lnTo>
                <a:lnTo>
                  <a:pt x="2695447" y="1154430"/>
                </a:lnTo>
                <a:close/>
              </a:path>
              <a:path w="3655059" h="3630295">
                <a:moveTo>
                  <a:pt x="2851022" y="1154430"/>
                </a:moveTo>
                <a:lnTo>
                  <a:pt x="2837560" y="1179830"/>
                </a:lnTo>
                <a:lnTo>
                  <a:pt x="2860928" y="1192530"/>
                </a:lnTo>
                <a:lnTo>
                  <a:pt x="2874517" y="1179830"/>
                </a:lnTo>
                <a:lnTo>
                  <a:pt x="2851022" y="1154430"/>
                </a:lnTo>
                <a:close/>
              </a:path>
              <a:path w="3655059" h="3630295">
                <a:moveTo>
                  <a:pt x="3257295" y="1154430"/>
                </a:moveTo>
                <a:lnTo>
                  <a:pt x="3241293" y="1179830"/>
                </a:lnTo>
                <a:lnTo>
                  <a:pt x="3269106" y="1192530"/>
                </a:lnTo>
                <a:lnTo>
                  <a:pt x="3285108" y="1167130"/>
                </a:lnTo>
                <a:lnTo>
                  <a:pt x="3257295" y="1154430"/>
                </a:lnTo>
                <a:close/>
              </a:path>
              <a:path w="3655059" h="3630295">
                <a:moveTo>
                  <a:pt x="3654551" y="1154342"/>
                </a:moveTo>
                <a:lnTo>
                  <a:pt x="3645280" y="1167130"/>
                </a:lnTo>
                <a:lnTo>
                  <a:pt x="3654551" y="1174517"/>
                </a:lnTo>
                <a:lnTo>
                  <a:pt x="3654551" y="1154342"/>
                </a:lnTo>
                <a:close/>
              </a:path>
              <a:path w="3655059" h="3630295">
                <a:moveTo>
                  <a:pt x="1172082" y="1167130"/>
                </a:moveTo>
                <a:lnTo>
                  <a:pt x="1161541" y="1167130"/>
                </a:lnTo>
                <a:lnTo>
                  <a:pt x="1168272" y="1179830"/>
                </a:lnTo>
                <a:lnTo>
                  <a:pt x="1172082" y="1167130"/>
                </a:lnTo>
                <a:close/>
              </a:path>
              <a:path w="3655059" h="3630295">
                <a:moveTo>
                  <a:pt x="1739391" y="1167130"/>
                </a:moveTo>
                <a:lnTo>
                  <a:pt x="1727326" y="1167130"/>
                </a:lnTo>
                <a:lnTo>
                  <a:pt x="1720341" y="1179830"/>
                </a:lnTo>
                <a:lnTo>
                  <a:pt x="1732406" y="1179830"/>
                </a:lnTo>
                <a:lnTo>
                  <a:pt x="1739391" y="1167130"/>
                </a:lnTo>
                <a:close/>
              </a:path>
              <a:path w="3655059" h="3630295">
                <a:moveTo>
                  <a:pt x="2133599" y="1154430"/>
                </a:moveTo>
                <a:lnTo>
                  <a:pt x="2123947" y="1167130"/>
                </a:lnTo>
                <a:lnTo>
                  <a:pt x="2140584" y="1179830"/>
                </a:lnTo>
                <a:lnTo>
                  <a:pt x="2150109" y="1167130"/>
                </a:lnTo>
                <a:lnTo>
                  <a:pt x="2133599" y="1154430"/>
                </a:lnTo>
                <a:close/>
              </a:path>
              <a:path w="3655059" h="3630295">
                <a:moveTo>
                  <a:pt x="2539872" y="1141730"/>
                </a:moveTo>
                <a:lnTo>
                  <a:pt x="2527934" y="1167130"/>
                </a:lnTo>
                <a:lnTo>
                  <a:pt x="2548635" y="1179830"/>
                </a:lnTo>
                <a:lnTo>
                  <a:pt x="2560573" y="1154430"/>
                </a:lnTo>
                <a:lnTo>
                  <a:pt x="2539872" y="1141730"/>
                </a:lnTo>
                <a:close/>
              </a:path>
              <a:path w="3655059" h="3630295">
                <a:moveTo>
                  <a:pt x="3101720" y="1141730"/>
                </a:moveTo>
                <a:lnTo>
                  <a:pt x="3086607" y="1167130"/>
                </a:lnTo>
                <a:lnTo>
                  <a:pt x="3112896" y="1179830"/>
                </a:lnTo>
                <a:lnTo>
                  <a:pt x="3128136" y="1154430"/>
                </a:lnTo>
                <a:lnTo>
                  <a:pt x="3101720" y="1141730"/>
                </a:lnTo>
                <a:close/>
              </a:path>
              <a:path w="3655059" h="3630295">
                <a:moveTo>
                  <a:pt x="3507993" y="1129030"/>
                </a:moveTo>
                <a:lnTo>
                  <a:pt x="3490340" y="1167130"/>
                </a:lnTo>
                <a:lnTo>
                  <a:pt x="3520947" y="1179830"/>
                </a:lnTo>
                <a:lnTo>
                  <a:pt x="3538600" y="1154430"/>
                </a:lnTo>
                <a:lnTo>
                  <a:pt x="3507993" y="1129030"/>
                </a:lnTo>
                <a:close/>
              </a:path>
              <a:path w="3655059" h="3630295">
                <a:moveTo>
                  <a:pt x="1014856" y="1154430"/>
                </a:moveTo>
                <a:lnTo>
                  <a:pt x="1009903" y="1154430"/>
                </a:lnTo>
                <a:lnTo>
                  <a:pt x="1006982" y="1167130"/>
                </a:lnTo>
                <a:lnTo>
                  <a:pt x="1012062" y="1167130"/>
                </a:lnTo>
                <a:lnTo>
                  <a:pt x="1014856" y="1154430"/>
                </a:lnTo>
                <a:close/>
              </a:path>
              <a:path w="3655059" h="3630295">
                <a:moveTo>
                  <a:pt x="1416176" y="1141730"/>
                </a:moveTo>
                <a:lnTo>
                  <a:pt x="1410842" y="1154430"/>
                </a:lnTo>
                <a:lnTo>
                  <a:pt x="1420113" y="1167130"/>
                </a:lnTo>
                <a:lnTo>
                  <a:pt x="1425447" y="1154430"/>
                </a:lnTo>
                <a:lnTo>
                  <a:pt x="1416176" y="1141730"/>
                </a:lnTo>
                <a:close/>
              </a:path>
              <a:path w="3655059" h="3630295">
                <a:moveTo>
                  <a:pt x="1571751" y="1154430"/>
                </a:moveTo>
                <a:lnTo>
                  <a:pt x="1565655" y="1167130"/>
                </a:lnTo>
                <a:lnTo>
                  <a:pt x="1582419" y="1167130"/>
                </a:lnTo>
                <a:lnTo>
                  <a:pt x="1571751" y="1154430"/>
                </a:lnTo>
                <a:close/>
              </a:path>
              <a:path w="3655059" h="3630295">
                <a:moveTo>
                  <a:pt x="1978024" y="1141730"/>
                </a:moveTo>
                <a:lnTo>
                  <a:pt x="1969388" y="1154430"/>
                </a:lnTo>
                <a:lnTo>
                  <a:pt x="1984374" y="1167130"/>
                </a:lnTo>
                <a:lnTo>
                  <a:pt x="1993010" y="1154430"/>
                </a:lnTo>
                <a:lnTo>
                  <a:pt x="1978024" y="1141730"/>
                </a:lnTo>
                <a:close/>
              </a:path>
              <a:path w="3655059" h="3630295">
                <a:moveTo>
                  <a:pt x="2403474" y="1141730"/>
                </a:moveTo>
                <a:lnTo>
                  <a:pt x="2384297" y="1141730"/>
                </a:lnTo>
                <a:lnTo>
                  <a:pt x="2373248" y="1154430"/>
                </a:lnTo>
                <a:lnTo>
                  <a:pt x="2392425" y="1167130"/>
                </a:lnTo>
                <a:lnTo>
                  <a:pt x="2403474" y="1141730"/>
                </a:lnTo>
                <a:close/>
              </a:path>
              <a:path w="3655059" h="3630295">
                <a:moveTo>
                  <a:pt x="2790570" y="1129030"/>
                </a:moveTo>
                <a:lnTo>
                  <a:pt x="2777235" y="1154430"/>
                </a:lnTo>
                <a:lnTo>
                  <a:pt x="2800476" y="1167130"/>
                </a:lnTo>
                <a:lnTo>
                  <a:pt x="2813938" y="1141730"/>
                </a:lnTo>
                <a:lnTo>
                  <a:pt x="2790570" y="1129030"/>
                </a:lnTo>
                <a:close/>
              </a:path>
              <a:path w="3655059" h="3630295">
                <a:moveTo>
                  <a:pt x="2946145" y="1129030"/>
                </a:moveTo>
                <a:lnTo>
                  <a:pt x="2931794" y="1154430"/>
                </a:lnTo>
                <a:lnTo>
                  <a:pt x="2956686" y="1167130"/>
                </a:lnTo>
                <a:lnTo>
                  <a:pt x="2971037" y="1141730"/>
                </a:lnTo>
                <a:lnTo>
                  <a:pt x="2946145" y="1129030"/>
                </a:lnTo>
                <a:close/>
              </a:path>
              <a:path w="3655059" h="3630295">
                <a:moveTo>
                  <a:pt x="3352418" y="1129030"/>
                </a:moveTo>
                <a:lnTo>
                  <a:pt x="3335654" y="1154430"/>
                </a:lnTo>
                <a:lnTo>
                  <a:pt x="3364737" y="1167130"/>
                </a:lnTo>
                <a:lnTo>
                  <a:pt x="3381628" y="1141730"/>
                </a:lnTo>
                <a:lnTo>
                  <a:pt x="3352418" y="1129030"/>
                </a:lnTo>
                <a:close/>
              </a:path>
              <a:path w="3655059" h="3630295">
                <a:moveTo>
                  <a:pt x="1268348" y="1141730"/>
                </a:moveTo>
                <a:lnTo>
                  <a:pt x="1256029" y="1141730"/>
                </a:lnTo>
                <a:lnTo>
                  <a:pt x="1263903" y="1154430"/>
                </a:lnTo>
                <a:lnTo>
                  <a:pt x="1268348" y="1141730"/>
                </a:lnTo>
                <a:close/>
              </a:path>
              <a:path w="3655059" h="3630295">
                <a:moveTo>
                  <a:pt x="1666874" y="1129030"/>
                </a:moveTo>
                <a:lnTo>
                  <a:pt x="1659889" y="1141730"/>
                </a:lnTo>
                <a:lnTo>
                  <a:pt x="1671954" y="1154430"/>
                </a:lnTo>
                <a:lnTo>
                  <a:pt x="1678939" y="1141730"/>
                </a:lnTo>
                <a:lnTo>
                  <a:pt x="1666874" y="1129030"/>
                </a:lnTo>
                <a:close/>
              </a:path>
              <a:path w="3655059" h="3630295">
                <a:moveTo>
                  <a:pt x="1835911" y="1141730"/>
                </a:moveTo>
                <a:lnTo>
                  <a:pt x="1822449" y="1141730"/>
                </a:lnTo>
                <a:lnTo>
                  <a:pt x="1814702" y="1154430"/>
                </a:lnTo>
                <a:lnTo>
                  <a:pt x="1828164" y="1154430"/>
                </a:lnTo>
                <a:lnTo>
                  <a:pt x="1835911" y="1141730"/>
                </a:lnTo>
                <a:close/>
              </a:path>
              <a:path w="3655059" h="3630295">
                <a:moveTo>
                  <a:pt x="2228722" y="1129030"/>
                </a:moveTo>
                <a:lnTo>
                  <a:pt x="2218689" y="1141730"/>
                </a:lnTo>
                <a:lnTo>
                  <a:pt x="2236215" y="1154430"/>
                </a:lnTo>
                <a:lnTo>
                  <a:pt x="2246375" y="1141730"/>
                </a:lnTo>
                <a:lnTo>
                  <a:pt x="2228722" y="1129030"/>
                </a:lnTo>
                <a:close/>
              </a:path>
              <a:path w="3655059" h="3630295">
                <a:moveTo>
                  <a:pt x="2634995" y="1116330"/>
                </a:moveTo>
                <a:lnTo>
                  <a:pt x="2622295" y="1141730"/>
                </a:lnTo>
                <a:lnTo>
                  <a:pt x="2644266" y="1154430"/>
                </a:lnTo>
                <a:lnTo>
                  <a:pt x="2657093" y="1129030"/>
                </a:lnTo>
                <a:lnTo>
                  <a:pt x="2634995" y="1116330"/>
                </a:lnTo>
                <a:close/>
              </a:path>
              <a:path w="3655059" h="3630295">
                <a:moveTo>
                  <a:pt x="3041268" y="1103630"/>
                </a:moveTo>
                <a:lnTo>
                  <a:pt x="3026282" y="1129030"/>
                </a:lnTo>
                <a:lnTo>
                  <a:pt x="3052317" y="1154430"/>
                </a:lnTo>
                <a:lnTo>
                  <a:pt x="3067430" y="1116330"/>
                </a:lnTo>
                <a:lnTo>
                  <a:pt x="3041268" y="1103630"/>
                </a:lnTo>
                <a:close/>
              </a:path>
              <a:path w="3655059" h="3630295">
                <a:moveTo>
                  <a:pt x="3196843" y="1116330"/>
                </a:moveTo>
                <a:lnTo>
                  <a:pt x="3180968" y="1141730"/>
                </a:lnTo>
                <a:lnTo>
                  <a:pt x="3208527" y="1154430"/>
                </a:lnTo>
                <a:lnTo>
                  <a:pt x="3224402" y="1129030"/>
                </a:lnTo>
                <a:lnTo>
                  <a:pt x="3196843" y="1116330"/>
                </a:lnTo>
                <a:close/>
              </a:path>
              <a:path w="3655059" h="3630295">
                <a:moveTo>
                  <a:pt x="3603243" y="1103630"/>
                </a:moveTo>
                <a:lnTo>
                  <a:pt x="3584955" y="1141730"/>
                </a:lnTo>
                <a:lnTo>
                  <a:pt x="3616578" y="1154430"/>
                </a:lnTo>
                <a:lnTo>
                  <a:pt x="3634739" y="1129030"/>
                </a:lnTo>
                <a:lnTo>
                  <a:pt x="3603243" y="1103630"/>
                </a:lnTo>
                <a:close/>
              </a:path>
              <a:path w="3655059" h="3630295">
                <a:moveTo>
                  <a:pt x="1111376" y="1129030"/>
                </a:moveTo>
                <a:lnTo>
                  <a:pt x="1105026" y="1129030"/>
                </a:lnTo>
                <a:lnTo>
                  <a:pt x="1101343" y="1141730"/>
                </a:lnTo>
                <a:lnTo>
                  <a:pt x="1107693" y="1141730"/>
                </a:lnTo>
                <a:lnTo>
                  <a:pt x="1111376" y="1129030"/>
                </a:lnTo>
                <a:close/>
              </a:path>
              <a:path w="3655059" h="3630295">
                <a:moveTo>
                  <a:pt x="1511299" y="1116330"/>
                </a:moveTo>
                <a:lnTo>
                  <a:pt x="1505330" y="1129030"/>
                </a:lnTo>
                <a:lnTo>
                  <a:pt x="1515744" y="1141730"/>
                </a:lnTo>
                <a:lnTo>
                  <a:pt x="1521713" y="1129030"/>
                </a:lnTo>
                <a:lnTo>
                  <a:pt x="1511299" y="1116330"/>
                </a:lnTo>
                <a:close/>
              </a:path>
              <a:path w="3655059" h="3630295">
                <a:moveTo>
                  <a:pt x="2073147" y="1116330"/>
                </a:moveTo>
                <a:lnTo>
                  <a:pt x="2063749" y="1129030"/>
                </a:lnTo>
                <a:lnTo>
                  <a:pt x="2080005" y="1141730"/>
                </a:lnTo>
                <a:lnTo>
                  <a:pt x="2089530" y="1129030"/>
                </a:lnTo>
                <a:lnTo>
                  <a:pt x="2073147" y="1116330"/>
                </a:lnTo>
                <a:close/>
              </a:path>
              <a:path w="3655059" h="3630295">
                <a:moveTo>
                  <a:pt x="2479420" y="1103630"/>
                </a:moveTo>
                <a:lnTo>
                  <a:pt x="2467736" y="1129030"/>
                </a:lnTo>
                <a:lnTo>
                  <a:pt x="2488056" y="1141730"/>
                </a:lnTo>
                <a:lnTo>
                  <a:pt x="2499867" y="1116330"/>
                </a:lnTo>
                <a:lnTo>
                  <a:pt x="2479420" y="1103630"/>
                </a:lnTo>
                <a:close/>
              </a:path>
              <a:path w="3655059" h="3630295">
                <a:moveTo>
                  <a:pt x="2885693" y="1103630"/>
                </a:moveTo>
                <a:lnTo>
                  <a:pt x="2871469" y="1129030"/>
                </a:lnTo>
                <a:lnTo>
                  <a:pt x="2896107" y="1141730"/>
                </a:lnTo>
                <a:lnTo>
                  <a:pt x="2910458" y="1116330"/>
                </a:lnTo>
                <a:lnTo>
                  <a:pt x="2885693" y="1103630"/>
                </a:lnTo>
                <a:close/>
              </a:path>
              <a:path w="3655059" h="3630295">
                <a:moveTo>
                  <a:pt x="3447541" y="1092200"/>
                </a:moveTo>
                <a:lnTo>
                  <a:pt x="3430015" y="1130300"/>
                </a:lnTo>
                <a:lnTo>
                  <a:pt x="3460368" y="1141730"/>
                </a:lnTo>
                <a:lnTo>
                  <a:pt x="3477894" y="1117600"/>
                </a:lnTo>
                <a:lnTo>
                  <a:pt x="3447541" y="1092200"/>
                </a:lnTo>
                <a:close/>
              </a:path>
              <a:path w="3655059" h="3630295">
                <a:moveTo>
                  <a:pt x="1364741" y="1117600"/>
                </a:moveTo>
                <a:lnTo>
                  <a:pt x="1350517" y="1117600"/>
                </a:lnTo>
                <a:lnTo>
                  <a:pt x="1359534" y="1130300"/>
                </a:lnTo>
                <a:lnTo>
                  <a:pt x="1364741" y="1117600"/>
                </a:lnTo>
                <a:close/>
              </a:path>
              <a:path w="3655059" h="3630295">
                <a:moveTo>
                  <a:pt x="1761997" y="1104900"/>
                </a:moveTo>
                <a:lnTo>
                  <a:pt x="1754377" y="1117600"/>
                </a:lnTo>
                <a:lnTo>
                  <a:pt x="1767585" y="1130300"/>
                </a:lnTo>
                <a:lnTo>
                  <a:pt x="1775332" y="1117600"/>
                </a:lnTo>
                <a:lnTo>
                  <a:pt x="1761997" y="1104900"/>
                </a:lnTo>
                <a:close/>
              </a:path>
              <a:path w="3655059" h="3630295">
                <a:moveTo>
                  <a:pt x="1932304" y="1117600"/>
                </a:moveTo>
                <a:lnTo>
                  <a:pt x="1917572" y="1117600"/>
                </a:lnTo>
                <a:lnTo>
                  <a:pt x="1909063" y="1130300"/>
                </a:lnTo>
                <a:lnTo>
                  <a:pt x="1923795" y="1130300"/>
                </a:lnTo>
                <a:lnTo>
                  <a:pt x="1932304" y="1117600"/>
                </a:lnTo>
                <a:close/>
              </a:path>
              <a:path w="3655059" h="3630295">
                <a:moveTo>
                  <a:pt x="2323845" y="1104900"/>
                </a:moveTo>
                <a:lnTo>
                  <a:pt x="2312923" y="1117600"/>
                </a:lnTo>
                <a:lnTo>
                  <a:pt x="2331846" y="1130300"/>
                </a:lnTo>
                <a:lnTo>
                  <a:pt x="2342895" y="1117600"/>
                </a:lnTo>
                <a:lnTo>
                  <a:pt x="2323845" y="1104900"/>
                </a:lnTo>
                <a:close/>
              </a:path>
              <a:path w="3655059" h="3630295">
                <a:moveTo>
                  <a:pt x="2730245" y="1092200"/>
                </a:moveTo>
                <a:lnTo>
                  <a:pt x="2716910" y="1117600"/>
                </a:lnTo>
                <a:lnTo>
                  <a:pt x="2739897" y="1130300"/>
                </a:lnTo>
                <a:lnTo>
                  <a:pt x="2753232" y="1104900"/>
                </a:lnTo>
                <a:lnTo>
                  <a:pt x="2730245" y="1092200"/>
                </a:lnTo>
                <a:close/>
              </a:path>
              <a:path w="3655059" h="3630295">
                <a:moveTo>
                  <a:pt x="3136391" y="1079500"/>
                </a:moveTo>
                <a:lnTo>
                  <a:pt x="3120516" y="1104900"/>
                </a:lnTo>
                <a:lnTo>
                  <a:pt x="3148075" y="1130300"/>
                </a:lnTo>
                <a:lnTo>
                  <a:pt x="3163950" y="1092200"/>
                </a:lnTo>
                <a:lnTo>
                  <a:pt x="3136391" y="1079500"/>
                </a:lnTo>
                <a:close/>
              </a:path>
              <a:path w="3655059" h="3630295">
                <a:moveTo>
                  <a:pt x="3291966" y="1092200"/>
                </a:moveTo>
                <a:lnTo>
                  <a:pt x="3275329" y="1117600"/>
                </a:lnTo>
                <a:lnTo>
                  <a:pt x="3304285" y="1130300"/>
                </a:lnTo>
                <a:lnTo>
                  <a:pt x="3320922" y="1104900"/>
                </a:lnTo>
                <a:lnTo>
                  <a:pt x="3291966" y="1092200"/>
                </a:lnTo>
                <a:close/>
              </a:path>
              <a:path w="3655059" h="3630295">
                <a:moveTo>
                  <a:pt x="1207769" y="1104900"/>
                </a:moveTo>
                <a:lnTo>
                  <a:pt x="1200149" y="1104900"/>
                </a:lnTo>
                <a:lnTo>
                  <a:pt x="1195704" y="1117600"/>
                </a:lnTo>
                <a:lnTo>
                  <a:pt x="1203324" y="1117600"/>
                </a:lnTo>
                <a:lnTo>
                  <a:pt x="1207769" y="1104900"/>
                </a:lnTo>
                <a:close/>
              </a:path>
              <a:path w="3655059" h="3630295">
                <a:moveTo>
                  <a:pt x="1606422" y="1092200"/>
                </a:moveTo>
                <a:lnTo>
                  <a:pt x="1599564" y="1104900"/>
                </a:lnTo>
                <a:lnTo>
                  <a:pt x="1611502" y="1117600"/>
                </a:lnTo>
                <a:lnTo>
                  <a:pt x="1618233" y="1104900"/>
                </a:lnTo>
                <a:lnTo>
                  <a:pt x="1606422" y="1092200"/>
                </a:lnTo>
                <a:close/>
              </a:path>
              <a:path w="3655059" h="3630295">
                <a:moveTo>
                  <a:pt x="2168270" y="1092200"/>
                </a:moveTo>
                <a:lnTo>
                  <a:pt x="2158110" y="1117600"/>
                </a:lnTo>
                <a:lnTo>
                  <a:pt x="2175763" y="1117600"/>
                </a:lnTo>
                <a:lnTo>
                  <a:pt x="2185796" y="1104900"/>
                </a:lnTo>
                <a:lnTo>
                  <a:pt x="2168270" y="1092200"/>
                </a:lnTo>
                <a:close/>
              </a:path>
              <a:path w="3655059" h="3630295">
                <a:moveTo>
                  <a:pt x="2574543" y="1079500"/>
                </a:moveTo>
                <a:lnTo>
                  <a:pt x="2561970" y="1104900"/>
                </a:lnTo>
                <a:lnTo>
                  <a:pt x="2583814" y="1117600"/>
                </a:lnTo>
                <a:lnTo>
                  <a:pt x="2596387" y="1092200"/>
                </a:lnTo>
                <a:lnTo>
                  <a:pt x="2574543" y="1079500"/>
                </a:lnTo>
                <a:close/>
              </a:path>
              <a:path w="3655059" h="3630295">
                <a:moveTo>
                  <a:pt x="2980943" y="1079500"/>
                </a:moveTo>
                <a:lnTo>
                  <a:pt x="2965957" y="1104900"/>
                </a:lnTo>
                <a:lnTo>
                  <a:pt x="2991865" y="1117600"/>
                </a:lnTo>
                <a:lnTo>
                  <a:pt x="3006724" y="1092200"/>
                </a:lnTo>
                <a:lnTo>
                  <a:pt x="2980943" y="1079500"/>
                </a:lnTo>
                <a:close/>
              </a:path>
              <a:path w="3655059" h="3630295">
                <a:moveTo>
                  <a:pt x="3542791" y="1066800"/>
                </a:moveTo>
                <a:lnTo>
                  <a:pt x="3524503" y="1104900"/>
                </a:lnTo>
                <a:lnTo>
                  <a:pt x="3556126" y="1117600"/>
                </a:lnTo>
                <a:lnTo>
                  <a:pt x="3574287" y="1092200"/>
                </a:lnTo>
                <a:lnTo>
                  <a:pt x="3542791" y="1066800"/>
                </a:lnTo>
                <a:close/>
              </a:path>
              <a:path w="3655059" h="3630295">
                <a:moveTo>
                  <a:pt x="1044574" y="1092200"/>
                </a:moveTo>
                <a:lnTo>
                  <a:pt x="1041018" y="1104900"/>
                </a:lnTo>
                <a:lnTo>
                  <a:pt x="1050670" y="1104900"/>
                </a:lnTo>
                <a:lnTo>
                  <a:pt x="1044574" y="1092200"/>
                </a:lnTo>
                <a:close/>
              </a:path>
              <a:path w="3655059" h="3630295">
                <a:moveTo>
                  <a:pt x="1461261" y="1092200"/>
                </a:moveTo>
                <a:lnTo>
                  <a:pt x="1444878" y="1092200"/>
                </a:lnTo>
                <a:lnTo>
                  <a:pt x="1455292" y="1104900"/>
                </a:lnTo>
                <a:lnTo>
                  <a:pt x="1461261" y="1092200"/>
                </a:lnTo>
                <a:close/>
              </a:path>
              <a:path w="3655059" h="3630295">
                <a:moveTo>
                  <a:pt x="1871598" y="1079500"/>
                </a:moveTo>
                <a:lnTo>
                  <a:pt x="1857120" y="1079500"/>
                </a:lnTo>
                <a:lnTo>
                  <a:pt x="1848865" y="1092200"/>
                </a:lnTo>
                <a:lnTo>
                  <a:pt x="1863343" y="1104900"/>
                </a:lnTo>
                <a:lnTo>
                  <a:pt x="1871598" y="1079500"/>
                </a:lnTo>
                <a:close/>
              </a:path>
              <a:path w="3655059" h="3630295">
                <a:moveTo>
                  <a:pt x="2012695" y="1079500"/>
                </a:moveTo>
                <a:lnTo>
                  <a:pt x="2003424" y="1104900"/>
                </a:lnTo>
                <a:lnTo>
                  <a:pt x="2019553" y="1104900"/>
                </a:lnTo>
                <a:lnTo>
                  <a:pt x="2028824" y="1092200"/>
                </a:lnTo>
                <a:lnTo>
                  <a:pt x="2012695" y="1079500"/>
                </a:lnTo>
                <a:close/>
              </a:path>
              <a:path w="3655059" h="3630295">
                <a:moveTo>
                  <a:pt x="2418968" y="1079500"/>
                </a:moveTo>
                <a:lnTo>
                  <a:pt x="2407411" y="1092200"/>
                </a:lnTo>
                <a:lnTo>
                  <a:pt x="2427604" y="1104900"/>
                </a:lnTo>
                <a:lnTo>
                  <a:pt x="2439161" y="1092200"/>
                </a:lnTo>
                <a:lnTo>
                  <a:pt x="2418968" y="1079500"/>
                </a:lnTo>
                <a:close/>
              </a:path>
              <a:path w="3655059" h="3630295">
                <a:moveTo>
                  <a:pt x="2825241" y="1066800"/>
                </a:moveTo>
                <a:lnTo>
                  <a:pt x="2811144" y="1092200"/>
                </a:lnTo>
                <a:lnTo>
                  <a:pt x="2835655" y="1104900"/>
                </a:lnTo>
                <a:lnTo>
                  <a:pt x="2849752" y="1079500"/>
                </a:lnTo>
                <a:lnTo>
                  <a:pt x="2825241" y="1066800"/>
                </a:lnTo>
                <a:close/>
              </a:path>
              <a:path w="3655059" h="3630295">
                <a:moveTo>
                  <a:pt x="3231514" y="1054100"/>
                </a:moveTo>
                <a:lnTo>
                  <a:pt x="3215004" y="1079500"/>
                </a:lnTo>
                <a:lnTo>
                  <a:pt x="3243706" y="1104900"/>
                </a:lnTo>
                <a:lnTo>
                  <a:pt x="3260216" y="1066800"/>
                </a:lnTo>
                <a:lnTo>
                  <a:pt x="3231514" y="1054100"/>
                </a:lnTo>
                <a:close/>
              </a:path>
              <a:path w="3655059" h="3630295">
                <a:moveTo>
                  <a:pt x="3387216" y="1066800"/>
                </a:moveTo>
                <a:lnTo>
                  <a:pt x="3369817" y="1092200"/>
                </a:lnTo>
                <a:lnTo>
                  <a:pt x="3399916" y="1104900"/>
                </a:lnTo>
                <a:lnTo>
                  <a:pt x="3417315" y="1079500"/>
                </a:lnTo>
                <a:lnTo>
                  <a:pt x="3387216" y="1066800"/>
                </a:lnTo>
                <a:close/>
              </a:path>
              <a:path w="3655059" h="3630295">
                <a:moveTo>
                  <a:pt x="736726" y="1079500"/>
                </a:moveTo>
                <a:lnTo>
                  <a:pt x="731519" y="1079500"/>
                </a:lnTo>
                <a:lnTo>
                  <a:pt x="734821" y="1092200"/>
                </a:lnTo>
                <a:lnTo>
                  <a:pt x="736726" y="1079500"/>
                </a:lnTo>
                <a:close/>
              </a:path>
              <a:path w="3655059" h="3630295">
                <a:moveTo>
                  <a:pt x="1304035" y="1079500"/>
                </a:moveTo>
                <a:lnTo>
                  <a:pt x="1295272" y="1079500"/>
                </a:lnTo>
                <a:lnTo>
                  <a:pt x="1290192" y="1092200"/>
                </a:lnTo>
                <a:lnTo>
                  <a:pt x="1298955" y="1092200"/>
                </a:lnTo>
                <a:lnTo>
                  <a:pt x="1304035" y="1079500"/>
                </a:lnTo>
                <a:close/>
              </a:path>
              <a:path w="3655059" h="3630295">
                <a:moveTo>
                  <a:pt x="1701545" y="1066800"/>
                </a:moveTo>
                <a:lnTo>
                  <a:pt x="1693925" y="1079500"/>
                </a:lnTo>
                <a:lnTo>
                  <a:pt x="1707133" y="1092200"/>
                </a:lnTo>
                <a:lnTo>
                  <a:pt x="1714753" y="1079500"/>
                </a:lnTo>
                <a:lnTo>
                  <a:pt x="1701545" y="1066800"/>
                </a:lnTo>
                <a:close/>
              </a:path>
              <a:path w="3655059" h="3630295">
                <a:moveTo>
                  <a:pt x="2107818" y="1054100"/>
                </a:moveTo>
                <a:lnTo>
                  <a:pt x="2097912" y="1079500"/>
                </a:lnTo>
                <a:lnTo>
                  <a:pt x="2115184" y="1092200"/>
                </a:lnTo>
                <a:lnTo>
                  <a:pt x="2125217" y="1066800"/>
                </a:lnTo>
                <a:lnTo>
                  <a:pt x="2107818" y="1054100"/>
                </a:lnTo>
                <a:close/>
              </a:path>
              <a:path w="3655059" h="3630295">
                <a:moveTo>
                  <a:pt x="2263393" y="1066800"/>
                </a:moveTo>
                <a:lnTo>
                  <a:pt x="2252598" y="1092200"/>
                </a:lnTo>
                <a:lnTo>
                  <a:pt x="2271394" y="1092200"/>
                </a:lnTo>
                <a:lnTo>
                  <a:pt x="2282189" y="1079500"/>
                </a:lnTo>
                <a:lnTo>
                  <a:pt x="2263393" y="1066800"/>
                </a:lnTo>
                <a:close/>
              </a:path>
              <a:path w="3655059" h="3630295">
                <a:moveTo>
                  <a:pt x="2669666" y="1054100"/>
                </a:moveTo>
                <a:lnTo>
                  <a:pt x="2656458" y="1079500"/>
                </a:lnTo>
                <a:lnTo>
                  <a:pt x="2679445" y="1092200"/>
                </a:lnTo>
                <a:lnTo>
                  <a:pt x="2692780" y="1066800"/>
                </a:lnTo>
                <a:lnTo>
                  <a:pt x="2669666" y="1054100"/>
                </a:lnTo>
                <a:close/>
              </a:path>
              <a:path w="3655059" h="3630295">
                <a:moveTo>
                  <a:pt x="3075939" y="1041400"/>
                </a:moveTo>
                <a:lnTo>
                  <a:pt x="3060191" y="1079500"/>
                </a:lnTo>
                <a:lnTo>
                  <a:pt x="3087496" y="1092200"/>
                </a:lnTo>
                <a:lnTo>
                  <a:pt x="3103244" y="1066800"/>
                </a:lnTo>
                <a:lnTo>
                  <a:pt x="3075939" y="1041400"/>
                </a:lnTo>
                <a:close/>
              </a:path>
              <a:path w="3655059" h="3630295">
                <a:moveTo>
                  <a:pt x="3482339" y="1041400"/>
                </a:moveTo>
                <a:lnTo>
                  <a:pt x="3464178" y="1066800"/>
                </a:lnTo>
                <a:lnTo>
                  <a:pt x="3495547" y="1092200"/>
                </a:lnTo>
                <a:lnTo>
                  <a:pt x="3513581" y="1054100"/>
                </a:lnTo>
                <a:lnTo>
                  <a:pt x="3482339" y="1041400"/>
                </a:lnTo>
                <a:close/>
              </a:path>
              <a:path w="3655059" h="3630295">
                <a:moveTo>
                  <a:pt x="3637914" y="1041400"/>
                </a:moveTo>
                <a:lnTo>
                  <a:pt x="3618991" y="1079500"/>
                </a:lnTo>
                <a:lnTo>
                  <a:pt x="3651757" y="1092200"/>
                </a:lnTo>
                <a:lnTo>
                  <a:pt x="3654551" y="1088390"/>
                </a:lnTo>
                <a:lnTo>
                  <a:pt x="3654551" y="1054100"/>
                </a:lnTo>
                <a:lnTo>
                  <a:pt x="3637914" y="1041400"/>
                </a:lnTo>
                <a:close/>
              </a:path>
              <a:path w="3655059" h="3630295">
                <a:moveTo>
                  <a:pt x="1139697" y="1066800"/>
                </a:moveTo>
                <a:lnTo>
                  <a:pt x="1135506" y="1079500"/>
                </a:lnTo>
                <a:lnTo>
                  <a:pt x="1147063" y="1079500"/>
                </a:lnTo>
                <a:lnTo>
                  <a:pt x="1139697" y="1066800"/>
                </a:lnTo>
                <a:close/>
              </a:path>
              <a:path w="3655059" h="3630295">
                <a:moveTo>
                  <a:pt x="1557654" y="1066800"/>
                </a:moveTo>
                <a:lnTo>
                  <a:pt x="1539239" y="1066800"/>
                </a:lnTo>
                <a:lnTo>
                  <a:pt x="1550923" y="1079500"/>
                </a:lnTo>
                <a:lnTo>
                  <a:pt x="1557654" y="1066800"/>
                </a:lnTo>
                <a:close/>
              </a:path>
              <a:path w="3655059" h="3630295">
                <a:moveTo>
                  <a:pt x="1968118" y="1054100"/>
                </a:moveTo>
                <a:lnTo>
                  <a:pt x="1952243" y="1054100"/>
                </a:lnTo>
                <a:lnTo>
                  <a:pt x="1943099" y="1066800"/>
                </a:lnTo>
                <a:lnTo>
                  <a:pt x="1958974" y="1079500"/>
                </a:lnTo>
                <a:lnTo>
                  <a:pt x="1968118" y="1054100"/>
                </a:lnTo>
                <a:close/>
              </a:path>
              <a:path w="3655059" h="3630295">
                <a:moveTo>
                  <a:pt x="2514091" y="1054100"/>
                </a:moveTo>
                <a:lnTo>
                  <a:pt x="2501645" y="1066800"/>
                </a:lnTo>
                <a:lnTo>
                  <a:pt x="2523235" y="1079500"/>
                </a:lnTo>
                <a:lnTo>
                  <a:pt x="2535681" y="1066800"/>
                </a:lnTo>
                <a:lnTo>
                  <a:pt x="2514091" y="1054100"/>
                </a:lnTo>
                <a:close/>
              </a:path>
              <a:path w="3655059" h="3630295">
                <a:moveTo>
                  <a:pt x="2920364" y="1041400"/>
                </a:moveTo>
                <a:lnTo>
                  <a:pt x="2905505" y="1066800"/>
                </a:lnTo>
                <a:lnTo>
                  <a:pt x="2931286" y="1079500"/>
                </a:lnTo>
                <a:lnTo>
                  <a:pt x="2946272" y="1054100"/>
                </a:lnTo>
                <a:lnTo>
                  <a:pt x="2920364" y="1041400"/>
                </a:lnTo>
                <a:close/>
              </a:path>
              <a:path w="3655059" h="3630295">
                <a:moveTo>
                  <a:pt x="3326764" y="1028700"/>
                </a:moveTo>
                <a:lnTo>
                  <a:pt x="3309492" y="1054100"/>
                </a:lnTo>
                <a:lnTo>
                  <a:pt x="3339337" y="1079500"/>
                </a:lnTo>
                <a:lnTo>
                  <a:pt x="3356609" y="1041400"/>
                </a:lnTo>
                <a:lnTo>
                  <a:pt x="3326764" y="1028700"/>
                </a:lnTo>
                <a:close/>
              </a:path>
              <a:path w="3655059" h="3630295">
                <a:moveTo>
                  <a:pt x="832992" y="1054100"/>
                </a:moveTo>
                <a:lnTo>
                  <a:pt x="826007" y="1054100"/>
                </a:lnTo>
                <a:lnTo>
                  <a:pt x="830452" y="1066800"/>
                </a:lnTo>
                <a:lnTo>
                  <a:pt x="832992" y="1054100"/>
                </a:lnTo>
                <a:close/>
              </a:path>
              <a:path w="3655059" h="3630295">
                <a:moveTo>
                  <a:pt x="1400555" y="1054100"/>
                </a:moveTo>
                <a:lnTo>
                  <a:pt x="1390395" y="1054100"/>
                </a:lnTo>
                <a:lnTo>
                  <a:pt x="1384553" y="1066800"/>
                </a:lnTo>
                <a:lnTo>
                  <a:pt x="1394713" y="1066800"/>
                </a:lnTo>
                <a:lnTo>
                  <a:pt x="1400555" y="1054100"/>
                </a:lnTo>
                <a:close/>
              </a:path>
              <a:path w="3655059" h="3630295">
                <a:moveTo>
                  <a:pt x="1796795" y="1041400"/>
                </a:moveTo>
                <a:lnTo>
                  <a:pt x="1788540" y="1054100"/>
                </a:lnTo>
                <a:lnTo>
                  <a:pt x="1802764" y="1066800"/>
                </a:lnTo>
                <a:lnTo>
                  <a:pt x="1811019" y="1054100"/>
                </a:lnTo>
                <a:lnTo>
                  <a:pt x="1796795" y="1041400"/>
                </a:lnTo>
                <a:close/>
              </a:path>
              <a:path w="3655059" h="3630295">
                <a:moveTo>
                  <a:pt x="2202941" y="1028700"/>
                </a:moveTo>
                <a:lnTo>
                  <a:pt x="2192146" y="1054100"/>
                </a:lnTo>
                <a:lnTo>
                  <a:pt x="2210942" y="1066800"/>
                </a:lnTo>
                <a:lnTo>
                  <a:pt x="2221737" y="1041400"/>
                </a:lnTo>
                <a:lnTo>
                  <a:pt x="2202941" y="1028700"/>
                </a:lnTo>
                <a:close/>
              </a:path>
              <a:path w="3655059" h="3630295">
                <a:moveTo>
                  <a:pt x="2358643" y="1041400"/>
                </a:moveTo>
                <a:lnTo>
                  <a:pt x="2347086" y="1066800"/>
                </a:lnTo>
                <a:lnTo>
                  <a:pt x="2367025" y="1066800"/>
                </a:lnTo>
                <a:lnTo>
                  <a:pt x="2378455" y="1054100"/>
                </a:lnTo>
                <a:lnTo>
                  <a:pt x="2358643" y="1041400"/>
                </a:lnTo>
                <a:close/>
              </a:path>
              <a:path w="3655059" h="3630295">
                <a:moveTo>
                  <a:pt x="2764916" y="1028700"/>
                </a:moveTo>
                <a:lnTo>
                  <a:pt x="2750946" y="1054100"/>
                </a:lnTo>
                <a:lnTo>
                  <a:pt x="2775076" y="1066800"/>
                </a:lnTo>
                <a:lnTo>
                  <a:pt x="2789046" y="1041400"/>
                </a:lnTo>
                <a:lnTo>
                  <a:pt x="2764916" y="1028700"/>
                </a:lnTo>
                <a:close/>
              </a:path>
              <a:path w="3655059" h="3630295">
                <a:moveTo>
                  <a:pt x="3171189" y="1016000"/>
                </a:moveTo>
                <a:lnTo>
                  <a:pt x="3154679" y="1054100"/>
                </a:lnTo>
                <a:lnTo>
                  <a:pt x="3183127" y="1066800"/>
                </a:lnTo>
                <a:lnTo>
                  <a:pt x="3199637" y="1041400"/>
                </a:lnTo>
                <a:lnTo>
                  <a:pt x="3171189" y="1016000"/>
                </a:lnTo>
                <a:close/>
              </a:path>
              <a:path w="3655059" h="3630295">
                <a:moveTo>
                  <a:pt x="3577462" y="1016000"/>
                </a:moveTo>
                <a:lnTo>
                  <a:pt x="3558539" y="1041400"/>
                </a:lnTo>
                <a:lnTo>
                  <a:pt x="3591305" y="1066800"/>
                </a:lnTo>
                <a:lnTo>
                  <a:pt x="3610101" y="1028700"/>
                </a:lnTo>
                <a:lnTo>
                  <a:pt x="3577462" y="1016000"/>
                </a:lnTo>
                <a:close/>
              </a:path>
              <a:path w="3655059" h="3630295">
                <a:moveTo>
                  <a:pt x="672972" y="1041400"/>
                </a:moveTo>
                <a:lnTo>
                  <a:pt x="671194" y="1054100"/>
                </a:lnTo>
                <a:lnTo>
                  <a:pt x="676020" y="1054100"/>
                </a:lnTo>
                <a:lnTo>
                  <a:pt x="672972" y="1041400"/>
                </a:lnTo>
                <a:close/>
              </a:path>
              <a:path w="3655059" h="3630295">
                <a:moveTo>
                  <a:pt x="1234820" y="1041400"/>
                </a:moveTo>
                <a:lnTo>
                  <a:pt x="1229740" y="1054100"/>
                </a:lnTo>
                <a:lnTo>
                  <a:pt x="1243583" y="1054100"/>
                </a:lnTo>
                <a:lnTo>
                  <a:pt x="1234820" y="1041400"/>
                </a:lnTo>
                <a:close/>
              </a:path>
              <a:path w="3655059" h="3630295">
                <a:moveTo>
                  <a:pt x="1641093" y="1028700"/>
                </a:moveTo>
                <a:lnTo>
                  <a:pt x="1633600" y="1041400"/>
                </a:lnTo>
                <a:lnTo>
                  <a:pt x="1646554" y="1054100"/>
                </a:lnTo>
                <a:lnTo>
                  <a:pt x="1654174" y="1041400"/>
                </a:lnTo>
                <a:lnTo>
                  <a:pt x="1641093" y="1028700"/>
                </a:lnTo>
                <a:close/>
              </a:path>
              <a:path w="3655059" h="3630295">
                <a:moveTo>
                  <a:pt x="2064511" y="1028700"/>
                </a:moveTo>
                <a:lnTo>
                  <a:pt x="2047366" y="1028700"/>
                </a:lnTo>
                <a:lnTo>
                  <a:pt x="2037587" y="1041400"/>
                </a:lnTo>
                <a:lnTo>
                  <a:pt x="2054605" y="1054100"/>
                </a:lnTo>
                <a:lnTo>
                  <a:pt x="2064511" y="1028700"/>
                </a:lnTo>
                <a:close/>
              </a:path>
              <a:path w="3655059" h="3630295">
                <a:moveTo>
                  <a:pt x="2609341" y="1016000"/>
                </a:moveTo>
                <a:lnTo>
                  <a:pt x="2596133" y="1041400"/>
                </a:lnTo>
                <a:lnTo>
                  <a:pt x="2618866" y="1054100"/>
                </a:lnTo>
                <a:lnTo>
                  <a:pt x="2632074" y="1041400"/>
                </a:lnTo>
                <a:lnTo>
                  <a:pt x="2609341" y="1016000"/>
                </a:lnTo>
                <a:close/>
              </a:path>
              <a:path w="3655059" h="3630295">
                <a:moveTo>
                  <a:pt x="3015614" y="1016000"/>
                </a:moveTo>
                <a:lnTo>
                  <a:pt x="2999993" y="1041400"/>
                </a:lnTo>
                <a:lnTo>
                  <a:pt x="3027044" y="1054100"/>
                </a:lnTo>
                <a:lnTo>
                  <a:pt x="3042538" y="1028700"/>
                </a:lnTo>
                <a:lnTo>
                  <a:pt x="3015614" y="1016000"/>
                </a:lnTo>
                <a:close/>
              </a:path>
              <a:path w="3655059" h="3630295">
                <a:moveTo>
                  <a:pt x="3421887" y="1003300"/>
                </a:moveTo>
                <a:lnTo>
                  <a:pt x="3403980" y="1028700"/>
                </a:lnTo>
                <a:lnTo>
                  <a:pt x="3434968" y="1054100"/>
                </a:lnTo>
                <a:lnTo>
                  <a:pt x="3453002" y="1016000"/>
                </a:lnTo>
                <a:lnTo>
                  <a:pt x="3421887" y="1003300"/>
                </a:lnTo>
                <a:close/>
              </a:path>
              <a:path w="3655059" h="3630295">
                <a:moveTo>
                  <a:pt x="929385" y="1028700"/>
                </a:moveTo>
                <a:lnTo>
                  <a:pt x="920368" y="1028700"/>
                </a:lnTo>
                <a:lnTo>
                  <a:pt x="926083" y="1041400"/>
                </a:lnTo>
                <a:lnTo>
                  <a:pt x="929385" y="1028700"/>
                </a:lnTo>
                <a:close/>
              </a:path>
              <a:path w="3655059" h="3630295">
                <a:moveTo>
                  <a:pt x="1496948" y="1028700"/>
                </a:moveTo>
                <a:lnTo>
                  <a:pt x="1485518" y="1028700"/>
                </a:lnTo>
                <a:lnTo>
                  <a:pt x="1479041" y="1041400"/>
                </a:lnTo>
                <a:lnTo>
                  <a:pt x="1490344" y="1041400"/>
                </a:lnTo>
                <a:lnTo>
                  <a:pt x="1496948" y="1028700"/>
                </a:lnTo>
                <a:close/>
              </a:path>
              <a:path w="3655059" h="3630295">
                <a:moveTo>
                  <a:pt x="1891791" y="1016000"/>
                </a:moveTo>
                <a:lnTo>
                  <a:pt x="1882774" y="1028700"/>
                </a:lnTo>
                <a:lnTo>
                  <a:pt x="1898395" y="1041400"/>
                </a:lnTo>
                <a:lnTo>
                  <a:pt x="1907539" y="1028700"/>
                </a:lnTo>
                <a:lnTo>
                  <a:pt x="1891791" y="1016000"/>
                </a:lnTo>
                <a:close/>
              </a:path>
              <a:path w="3655059" h="3630295">
                <a:moveTo>
                  <a:pt x="2298191" y="1003300"/>
                </a:moveTo>
                <a:lnTo>
                  <a:pt x="2286761" y="1028700"/>
                </a:lnTo>
                <a:lnTo>
                  <a:pt x="2306446" y="1041400"/>
                </a:lnTo>
                <a:lnTo>
                  <a:pt x="2317876" y="1016000"/>
                </a:lnTo>
                <a:lnTo>
                  <a:pt x="2298191" y="1003300"/>
                </a:lnTo>
                <a:close/>
              </a:path>
              <a:path w="3655059" h="3630295">
                <a:moveTo>
                  <a:pt x="2453639" y="1016000"/>
                </a:moveTo>
                <a:lnTo>
                  <a:pt x="2441320" y="1041400"/>
                </a:lnTo>
                <a:lnTo>
                  <a:pt x="2462656" y="1041400"/>
                </a:lnTo>
                <a:lnTo>
                  <a:pt x="2475102" y="1028700"/>
                </a:lnTo>
                <a:lnTo>
                  <a:pt x="2453639" y="1016000"/>
                </a:lnTo>
                <a:close/>
              </a:path>
              <a:path w="3655059" h="3630295">
                <a:moveTo>
                  <a:pt x="2859912" y="1003300"/>
                </a:moveTo>
                <a:lnTo>
                  <a:pt x="2845180" y="1028700"/>
                </a:lnTo>
                <a:lnTo>
                  <a:pt x="2870834" y="1041400"/>
                </a:lnTo>
                <a:lnTo>
                  <a:pt x="2885566" y="1016000"/>
                </a:lnTo>
                <a:lnTo>
                  <a:pt x="2859912" y="1003300"/>
                </a:lnTo>
                <a:close/>
              </a:path>
              <a:path w="3655059" h="3630295">
                <a:moveTo>
                  <a:pt x="3266312" y="990600"/>
                </a:moveTo>
                <a:lnTo>
                  <a:pt x="3249167" y="1028700"/>
                </a:lnTo>
                <a:lnTo>
                  <a:pt x="3278885" y="1041400"/>
                </a:lnTo>
                <a:lnTo>
                  <a:pt x="3295903" y="1016000"/>
                </a:lnTo>
                <a:lnTo>
                  <a:pt x="3266312" y="990600"/>
                </a:lnTo>
                <a:close/>
              </a:path>
              <a:path w="3655059" h="3630295">
                <a:moveTo>
                  <a:pt x="768095" y="1016000"/>
                </a:moveTo>
                <a:lnTo>
                  <a:pt x="765428" y="1028700"/>
                </a:lnTo>
                <a:lnTo>
                  <a:pt x="772540" y="1028700"/>
                </a:lnTo>
                <a:lnTo>
                  <a:pt x="768095" y="1016000"/>
                </a:lnTo>
                <a:close/>
              </a:path>
              <a:path w="3655059" h="3630295">
                <a:moveTo>
                  <a:pt x="1182877" y="1016000"/>
                </a:moveTo>
                <a:lnTo>
                  <a:pt x="1169415" y="1016000"/>
                </a:lnTo>
                <a:lnTo>
                  <a:pt x="1178051" y="1028700"/>
                </a:lnTo>
                <a:lnTo>
                  <a:pt x="1182877" y="1016000"/>
                </a:lnTo>
                <a:close/>
              </a:path>
              <a:path w="3655059" h="3630295">
                <a:moveTo>
                  <a:pt x="1329943" y="1016000"/>
                </a:moveTo>
                <a:lnTo>
                  <a:pt x="1324228" y="1028700"/>
                </a:lnTo>
                <a:lnTo>
                  <a:pt x="1339976" y="1028700"/>
                </a:lnTo>
                <a:lnTo>
                  <a:pt x="1329943" y="1016000"/>
                </a:lnTo>
                <a:close/>
              </a:path>
              <a:path w="3655059" h="3630295">
                <a:moveTo>
                  <a:pt x="1736216" y="1003300"/>
                </a:moveTo>
                <a:lnTo>
                  <a:pt x="1728088" y="1016000"/>
                </a:lnTo>
                <a:lnTo>
                  <a:pt x="1742312" y="1028700"/>
                </a:lnTo>
                <a:lnTo>
                  <a:pt x="1750440" y="1016000"/>
                </a:lnTo>
                <a:lnTo>
                  <a:pt x="1736216" y="1003300"/>
                </a:lnTo>
                <a:close/>
              </a:path>
              <a:path w="3655059" h="3630295">
                <a:moveTo>
                  <a:pt x="2161031" y="1003300"/>
                </a:moveTo>
                <a:lnTo>
                  <a:pt x="2142489" y="1003300"/>
                </a:lnTo>
                <a:lnTo>
                  <a:pt x="2131821" y="1016000"/>
                </a:lnTo>
                <a:lnTo>
                  <a:pt x="2150363" y="1028700"/>
                </a:lnTo>
                <a:lnTo>
                  <a:pt x="2161031" y="1003300"/>
                </a:lnTo>
                <a:close/>
              </a:path>
              <a:path w="3655059" h="3630295">
                <a:moveTo>
                  <a:pt x="2548889" y="990600"/>
                </a:moveTo>
                <a:lnTo>
                  <a:pt x="2535808" y="1016000"/>
                </a:lnTo>
                <a:lnTo>
                  <a:pt x="2558414" y="1028700"/>
                </a:lnTo>
                <a:lnTo>
                  <a:pt x="2571368" y="1003300"/>
                </a:lnTo>
                <a:lnTo>
                  <a:pt x="2548889" y="990600"/>
                </a:lnTo>
                <a:close/>
              </a:path>
              <a:path w="3655059" h="3630295">
                <a:moveTo>
                  <a:pt x="2704337" y="990600"/>
                </a:moveTo>
                <a:lnTo>
                  <a:pt x="2690367" y="1016000"/>
                </a:lnTo>
                <a:lnTo>
                  <a:pt x="2714624" y="1028700"/>
                </a:lnTo>
                <a:lnTo>
                  <a:pt x="2728594" y="1003300"/>
                </a:lnTo>
                <a:lnTo>
                  <a:pt x="2704337" y="990600"/>
                </a:lnTo>
                <a:close/>
              </a:path>
              <a:path w="3655059" h="3630295">
                <a:moveTo>
                  <a:pt x="3110610" y="990600"/>
                </a:moveTo>
                <a:lnTo>
                  <a:pt x="3094227" y="1016000"/>
                </a:lnTo>
                <a:lnTo>
                  <a:pt x="3122675" y="1028700"/>
                </a:lnTo>
                <a:lnTo>
                  <a:pt x="3139058" y="1003300"/>
                </a:lnTo>
                <a:lnTo>
                  <a:pt x="3110610" y="990600"/>
                </a:lnTo>
                <a:close/>
              </a:path>
              <a:path w="3655059" h="3630295">
                <a:moveTo>
                  <a:pt x="3517010" y="977900"/>
                </a:moveTo>
                <a:lnTo>
                  <a:pt x="3498214" y="1003300"/>
                </a:lnTo>
                <a:lnTo>
                  <a:pt x="3530726" y="1028700"/>
                </a:lnTo>
                <a:lnTo>
                  <a:pt x="3549522" y="990600"/>
                </a:lnTo>
                <a:lnTo>
                  <a:pt x="3517010" y="977900"/>
                </a:lnTo>
                <a:close/>
              </a:path>
              <a:path w="3655059" h="3630295">
                <a:moveTo>
                  <a:pt x="1025905" y="1003300"/>
                </a:moveTo>
                <a:lnTo>
                  <a:pt x="1014729" y="1003300"/>
                </a:lnTo>
                <a:lnTo>
                  <a:pt x="1021841" y="1016000"/>
                </a:lnTo>
                <a:lnTo>
                  <a:pt x="1025905" y="1003300"/>
                </a:lnTo>
                <a:close/>
              </a:path>
              <a:path w="3655059" h="3630295">
                <a:moveTo>
                  <a:pt x="1593468" y="1003300"/>
                </a:moveTo>
                <a:lnTo>
                  <a:pt x="1580641" y="1003300"/>
                </a:lnTo>
                <a:lnTo>
                  <a:pt x="1573275" y="1016000"/>
                </a:lnTo>
                <a:lnTo>
                  <a:pt x="1586102" y="1016000"/>
                </a:lnTo>
                <a:lnTo>
                  <a:pt x="1593468" y="1003300"/>
                </a:lnTo>
                <a:close/>
              </a:path>
              <a:path w="3655059" h="3630295">
                <a:moveTo>
                  <a:pt x="1986914" y="990600"/>
                </a:moveTo>
                <a:lnTo>
                  <a:pt x="1977135" y="1003300"/>
                </a:lnTo>
                <a:lnTo>
                  <a:pt x="1994153" y="1016000"/>
                </a:lnTo>
                <a:lnTo>
                  <a:pt x="2004059" y="1003300"/>
                </a:lnTo>
                <a:lnTo>
                  <a:pt x="1986914" y="990600"/>
                </a:lnTo>
                <a:close/>
              </a:path>
              <a:path w="3655059" h="3630295">
                <a:moveTo>
                  <a:pt x="2393314" y="977900"/>
                </a:moveTo>
                <a:lnTo>
                  <a:pt x="2381122" y="1003300"/>
                </a:lnTo>
                <a:lnTo>
                  <a:pt x="2402204" y="1016000"/>
                </a:lnTo>
                <a:lnTo>
                  <a:pt x="2414396" y="990600"/>
                </a:lnTo>
                <a:lnTo>
                  <a:pt x="2393314" y="977900"/>
                </a:lnTo>
                <a:close/>
              </a:path>
              <a:path w="3655059" h="3630295">
                <a:moveTo>
                  <a:pt x="2955162" y="977900"/>
                </a:moveTo>
                <a:lnTo>
                  <a:pt x="2939668" y="1003300"/>
                </a:lnTo>
                <a:lnTo>
                  <a:pt x="2966465" y="1016000"/>
                </a:lnTo>
                <a:lnTo>
                  <a:pt x="2981959" y="990600"/>
                </a:lnTo>
                <a:lnTo>
                  <a:pt x="2955162" y="977900"/>
                </a:lnTo>
                <a:close/>
              </a:path>
              <a:path w="3655059" h="3630295">
                <a:moveTo>
                  <a:pt x="3361435" y="965200"/>
                </a:moveTo>
                <a:lnTo>
                  <a:pt x="3343401" y="1003300"/>
                </a:lnTo>
                <a:lnTo>
                  <a:pt x="3374516" y="1016000"/>
                </a:lnTo>
                <a:lnTo>
                  <a:pt x="3392423" y="990600"/>
                </a:lnTo>
                <a:lnTo>
                  <a:pt x="3361435" y="965200"/>
                </a:lnTo>
                <a:close/>
              </a:path>
              <a:path w="3655059" h="3630295">
                <a:moveTo>
                  <a:pt x="3654551" y="1012190"/>
                </a:moveTo>
                <a:lnTo>
                  <a:pt x="3653027" y="1016000"/>
                </a:lnTo>
                <a:lnTo>
                  <a:pt x="3654551" y="1016000"/>
                </a:lnTo>
                <a:lnTo>
                  <a:pt x="3654551" y="1012190"/>
                </a:lnTo>
                <a:close/>
              </a:path>
              <a:path w="3655059" h="3630295">
                <a:moveTo>
                  <a:pt x="868679" y="990600"/>
                </a:moveTo>
                <a:lnTo>
                  <a:pt x="863218" y="990600"/>
                </a:lnTo>
                <a:lnTo>
                  <a:pt x="860170" y="1003300"/>
                </a:lnTo>
                <a:lnTo>
                  <a:pt x="865631" y="1003300"/>
                </a:lnTo>
                <a:lnTo>
                  <a:pt x="868679" y="990600"/>
                </a:lnTo>
                <a:close/>
              </a:path>
              <a:path w="3655059" h="3630295">
                <a:moveTo>
                  <a:pt x="1269491" y="977900"/>
                </a:moveTo>
                <a:lnTo>
                  <a:pt x="1263776" y="990600"/>
                </a:lnTo>
                <a:lnTo>
                  <a:pt x="1273682" y="1003300"/>
                </a:lnTo>
                <a:lnTo>
                  <a:pt x="1279397" y="990600"/>
                </a:lnTo>
                <a:lnTo>
                  <a:pt x="1269491" y="977900"/>
                </a:lnTo>
                <a:close/>
              </a:path>
              <a:path w="3655059" h="3630295">
                <a:moveTo>
                  <a:pt x="1425066" y="990600"/>
                </a:moveTo>
                <a:lnTo>
                  <a:pt x="1418716" y="1003300"/>
                </a:lnTo>
                <a:lnTo>
                  <a:pt x="1436242" y="1003300"/>
                </a:lnTo>
                <a:lnTo>
                  <a:pt x="1425066" y="990600"/>
                </a:lnTo>
                <a:close/>
              </a:path>
              <a:path w="3655059" h="3630295">
                <a:moveTo>
                  <a:pt x="1831339" y="977900"/>
                </a:moveTo>
                <a:lnTo>
                  <a:pt x="1822449" y="990600"/>
                </a:lnTo>
                <a:lnTo>
                  <a:pt x="1837943" y="1003300"/>
                </a:lnTo>
                <a:lnTo>
                  <a:pt x="1846833" y="990600"/>
                </a:lnTo>
                <a:lnTo>
                  <a:pt x="1831339" y="977900"/>
                </a:lnTo>
                <a:close/>
              </a:path>
              <a:path w="3655059" h="3630295">
                <a:moveTo>
                  <a:pt x="2237612" y="965200"/>
                </a:moveTo>
                <a:lnTo>
                  <a:pt x="2226309" y="990600"/>
                </a:lnTo>
                <a:lnTo>
                  <a:pt x="2245994" y="1003300"/>
                </a:lnTo>
                <a:lnTo>
                  <a:pt x="2257424" y="977900"/>
                </a:lnTo>
                <a:lnTo>
                  <a:pt x="2237612" y="965200"/>
                </a:lnTo>
                <a:close/>
              </a:path>
              <a:path w="3655059" h="3630295">
                <a:moveTo>
                  <a:pt x="2644012" y="965200"/>
                </a:moveTo>
                <a:lnTo>
                  <a:pt x="2630169" y="990600"/>
                </a:lnTo>
                <a:lnTo>
                  <a:pt x="2654045" y="1003300"/>
                </a:lnTo>
                <a:lnTo>
                  <a:pt x="2667888" y="977900"/>
                </a:lnTo>
                <a:lnTo>
                  <a:pt x="2644012" y="965200"/>
                </a:lnTo>
                <a:close/>
              </a:path>
              <a:path w="3655059" h="3630295">
                <a:moveTo>
                  <a:pt x="2799587" y="965200"/>
                </a:moveTo>
                <a:lnTo>
                  <a:pt x="2784855" y="990600"/>
                </a:lnTo>
                <a:lnTo>
                  <a:pt x="2810255" y="1003300"/>
                </a:lnTo>
                <a:lnTo>
                  <a:pt x="2824860" y="977900"/>
                </a:lnTo>
                <a:lnTo>
                  <a:pt x="2799587" y="965200"/>
                </a:lnTo>
                <a:close/>
              </a:path>
              <a:path w="3655059" h="3630295">
                <a:moveTo>
                  <a:pt x="3205860" y="965200"/>
                </a:moveTo>
                <a:lnTo>
                  <a:pt x="3188842" y="990600"/>
                </a:lnTo>
                <a:lnTo>
                  <a:pt x="3218306" y="1003300"/>
                </a:lnTo>
                <a:lnTo>
                  <a:pt x="3235324" y="977900"/>
                </a:lnTo>
                <a:lnTo>
                  <a:pt x="3205860" y="965200"/>
                </a:lnTo>
                <a:close/>
              </a:path>
              <a:path w="3655059" h="3630295">
                <a:moveTo>
                  <a:pt x="3612133" y="952500"/>
                </a:moveTo>
                <a:lnTo>
                  <a:pt x="3592702" y="977900"/>
                </a:lnTo>
                <a:lnTo>
                  <a:pt x="3626357" y="1003300"/>
                </a:lnTo>
                <a:lnTo>
                  <a:pt x="3645788" y="965200"/>
                </a:lnTo>
                <a:lnTo>
                  <a:pt x="3612133" y="952500"/>
                </a:lnTo>
                <a:close/>
              </a:path>
              <a:path w="3655059" h="3630295">
                <a:moveTo>
                  <a:pt x="1122298" y="977900"/>
                </a:moveTo>
                <a:lnTo>
                  <a:pt x="1109217" y="977900"/>
                </a:lnTo>
                <a:lnTo>
                  <a:pt x="1117472" y="990600"/>
                </a:lnTo>
                <a:lnTo>
                  <a:pt x="1122298" y="977900"/>
                </a:lnTo>
                <a:close/>
              </a:path>
              <a:path w="3655059" h="3630295">
                <a:moveTo>
                  <a:pt x="1520189" y="965200"/>
                </a:moveTo>
                <a:lnTo>
                  <a:pt x="1512950" y="977900"/>
                </a:lnTo>
                <a:lnTo>
                  <a:pt x="1525523" y="990600"/>
                </a:lnTo>
                <a:lnTo>
                  <a:pt x="1532762" y="977900"/>
                </a:lnTo>
                <a:lnTo>
                  <a:pt x="1520189" y="965200"/>
                </a:lnTo>
                <a:close/>
              </a:path>
              <a:path w="3655059" h="3630295">
                <a:moveTo>
                  <a:pt x="1689861" y="977900"/>
                </a:moveTo>
                <a:lnTo>
                  <a:pt x="1675764" y="977900"/>
                </a:lnTo>
                <a:lnTo>
                  <a:pt x="1667763" y="990600"/>
                </a:lnTo>
                <a:lnTo>
                  <a:pt x="1681733" y="990600"/>
                </a:lnTo>
                <a:lnTo>
                  <a:pt x="1689861" y="977900"/>
                </a:lnTo>
                <a:close/>
              </a:path>
              <a:path w="3655059" h="3630295">
                <a:moveTo>
                  <a:pt x="2082037" y="965200"/>
                </a:moveTo>
                <a:lnTo>
                  <a:pt x="2071496" y="977900"/>
                </a:lnTo>
                <a:lnTo>
                  <a:pt x="2089784" y="990600"/>
                </a:lnTo>
                <a:lnTo>
                  <a:pt x="2100325" y="977900"/>
                </a:lnTo>
                <a:lnTo>
                  <a:pt x="2082037" y="965200"/>
                </a:lnTo>
                <a:close/>
              </a:path>
              <a:path w="3655059" h="3630295">
                <a:moveTo>
                  <a:pt x="2488437" y="952500"/>
                </a:moveTo>
                <a:lnTo>
                  <a:pt x="2475483" y="977900"/>
                </a:lnTo>
                <a:lnTo>
                  <a:pt x="2497835" y="990600"/>
                </a:lnTo>
                <a:lnTo>
                  <a:pt x="2510662" y="965200"/>
                </a:lnTo>
                <a:lnTo>
                  <a:pt x="2488437" y="952500"/>
                </a:lnTo>
                <a:close/>
              </a:path>
              <a:path w="3655059" h="3630295">
                <a:moveTo>
                  <a:pt x="2894710" y="939800"/>
                </a:moveTo>
                <a:lnTo>
                  <a:pt x="2879343" y="965200"/>
                </a:lnTo>
                <a:lnTo>
                  <a:pt x="2905886" y="990600"/>
                </a:lnTo>
                <a:lnTo>
                  <a:pt x="2921253" y="952500"/>
                </a:lnTo>
                <a:lnTo>
                  <a:pt x="2894710" y="939800"/>
                </a:lnTo>
                <a:close/>
              </a:path>
              <a:path w="3655059" h="3630295">
                <a:moveTo>
                  <a:pt x="3050158" y="952500"/>
                </a:moveTo>
                <a:lnTo>
                  <a:pt x="3033902" y="977900"/>
                </a:lnTo>
                <a:lnTo>
                  <a:pt x="3062096" y="990600"/>
                </a:lnTo>
                <a:lnTo>
                  <a:pt x="3078479" y="965200"/>
                </a:lnTo>
                <a:lnTo>
                  <a:pt x="3050158" y="952500"/>
                </a:lnTo>
                <a:close/>
              </a:path>
              <a:path w="3655059" h="3630295">
                <a:moveTo>
                  <a:pt x="3456558" y="939800"/>
                </a:moveTo>
                <a:lnTo>
                  <a:pt x="3437889" y="977900"/>
                </a:lnTo>
                <a:lnTo>
                  <a:pt x="3470147" y="990600"/>
                </a:lnTo>
                <a:lnTo>
                  <a:pt x="3488816" y="965200"/>
                </a:lnTo>
                <a:lnTo>
                  <a:pt x="3456558" y="939800"/>
                </a:lnTo>
                <a:close/>
              </a:path>
              <a:path w="3655059" h="3630295">
                <a:moveTo>
                  <a:pt x="965199" y="965200"/>
                </a:moveTo>
                <a:lnTo>
                  <a:pt x="958341" y="965200"/>
                </a:lnTo>
                <a:lnTo>
                  <a:pt x="954404" y="977900"/>
                </a:lnTo>
                <a:lnTo>
                  <a:pt x="961262" y="977900"/>
                </a:lnTo>
                <a:lnTo>
                  <a:pt x="965199" y="965200"/>
                </a:lnTo>
                <a:close/>
              </a:path>
              <a:path w="3655059" h="3630295">
                <a:moveTo>
                  <a:pt x="1364741" y="952500"/>
                </a:moveTo>
                <a:lnTo>
                  <a:pt x="1358391" y="965200"/>
                </a:lnTo>
                <a:lnTo>
                  <a:pt x="1369313" y="977900"/>
                </a:lnTo>
                <a:lnTo>
                  <a:pt x="1375663" y="965200"/>
                </a:lnTo>
                <a:lnTo>
                  <a:pt x="1364741" y="952500"/>
                </a:lnTo>
                <a:close/>
              </a:path>
              <a:path w="3655059" h="3630295">
                <a:moveTo>
                  <a:pt x="1926462" y="952500"/>
                </a:moveTo>
                <a:lnTo>
                  <a:pt x="1916810" y="965200"/>
                </a:lnTo>
                <a:lnTo>
                  <a:pt x="1933574" y="977900"/>
                </a:lnTo>
                <a:lnTo>
                  <a:pt x="1943353" y="965200"/>
                </a:lnTo>
                <a:lnTo>
                  <a:pt x="1926462" y="952500"/>
                </a:lnTo>
                <a:close/>
              </a:path>
              <a:path w="3655059" h="3630295">
                <a:moveTo>
                  <a:pt x="2332862" y="939800"/>
                </a:moveTo>
                <a:lnTo>
                  <a:pt x="2320797" y="965200"/>
                </a:lnTo>
                <a:lnTo>
                  <a:pt x="2341625" y="977900"/>
                </a:lnTo>
                <a:lnTo>
                  <a:pt x="2353690" y="952500"/>
                </a:lnTo>
                <a:lnTo>
                  <a:pt x="2332862" y="939800"/>
                </a:lnTo>
                <a:close/>
              </a:path>
              <a:path w="3655059" h="3630295">
                <a:moveTo>
                  <a:pt x="2739135" y="939800"/>
                </a:moveTo>
                <a:lnTo>
                  <a:pt x="2724530" y="965200"/>
                </a:lnTo>
                <a:lnTo>
                  <a:pt x="2749676" y="977900"/>
                </a:lnTo>
                <a:lnTo>
                  <a:pt x="2764281" y="952500"/>
                </a:lnTo>
                <a:lnTo>
                  <a:pt x="2739135" y="939800"/>
                </a:lnTo>
                <a:close/>
              </a:path>
              <a:path w="3655059" h="3630295">
                <a:moveTo>
                  <a:pt x="3300983" y="927100"/>
                </a:moveTo>
                <a:lnTo>
                  <a:pt x="3283203" y="965200"/>
                </a:lnTo>
                <a:lnTo>
                  <a:pt x="3313937" y="977900"/>
                </a:lnTo>
                <a:lnTo>
                  <a:pt x="3331844" y="952500"/>
                </a:lnTo>
                <a:lnTo>
                  <a:pt x="3300983" y="927100"/>
                </a:lnTo>
                <a:close/>
              </a:path>
              <a:path w="3655059" h="3630295">
                <a:moveTo>
                  <a:pt x="802766" y="952500"/>
                </a:moveTo>
                <a:lnTo>
                  <a:pt x="799591" y="965200"/>
                </a:lnTo>
                <a:lnTo>
                  <a:pt x="808227" y="965200"/>
                </a:lnTo>
                <a:lnTo>
                  <a:pt x="802766" y="952500"/>
                </a:lnTo>
                <a:close/>
              </a:path>
              <a:path w="3655059" h="3630295">
                <a:moveTo>
                  <a:pt x="1218818" y="952500"/>
                </a:moveTo>
                <a:lnTo>
                  <a:pt x="1203451" y="952500"/>
                </a:lnTo>
                <a:lnTo>
                  <a:pt x="1213103" y="965200"/>
                </a:lnTo>
                <a:lnTo>
                  <a:pt x="1218818" y="952500"/>
                </a:lnTo>
                <a:close/>
              </a:path>
              <a:path w="3655059" h="3630295">
                <a:moveTo>
                  <a:pt x="1615439" y="939800"/>
                </a:moveTo>
                <a:lnTo>
                  <a:pt x="1607438" y="952500"/>
                </a:lnTo>
                <a:lnTo>
                  <a:pt x="1621154" y="965200"/>
                </a:lnTo>
                <a:lnTo>
                  <a:pt x="1629155" y="952500"/>
                </a:lnTo>
                <a:lnTo>
                  <a:pt x="1615439" y="939800"/>
                </a:lnTo>
                <a:close/>
              </a:path>
              <a:path w="3655059" h="3630295">
                <a:moveTo>
                  <a:pt x="1786381" y="952500"/>
                </a:moveTo>
                <a:lnTo>
                  <a:pt x="1770887" y="952500"/>
                </a:lnTo>
                <a:lnTo>
                  <a:pt x="1761997" y="965200"/>
                </a:lnTo>
                <a:lnTo>
                  <a:pt x="1777491" y="965200"/>
                </a:lnTo>
                <a:lnTo>
                  <a:pt x="1786381" y="952500"/>
                </a:lnTo>
                <a:close/>
              </a:path>
              <a:path w="3655059" h="3630295">
                <a:moveTo>
                  <a:pt x="2177287" y="939800"/>
                </a:moveTo>
                <a:lnTo>
                  <a:pt x="2165984" y="952500"/>
                </a:lnTo>
                <a:lnTo>
                  <a:pt x="2185415" y="965200"/>
                </a:lnTo>
                <a:lnTo>
                  <a:pt x="2196718" y="952500"/>
                </a:lnTo>
                <a:lnTo>
                  <a:pt x="2177287" y="939800"/>
                </a:lnTo>
                <a:close/>
              </a:path>
              <a:path w="3655059" h="3630295">
                <a:moveTo>
                  <a:pt x="2583560" y="927100"/>
                </a:moveTo>
                <a:lnTo>
                  <a:pt x="2569844" y="952500"/>
                </a:lnTo>
                <a:lnTo>
                  <a:pt x="2593593" y="965200"/>
                </a:lnTo>
                <a:lnTo>
                  <a:pt x="2607182" y="939800"/>
                </a:lnTo>
                <a:lnTo>
                  <a:pt x="2583560" y="927100"/>
                </a:lnTo>
                <a:close/>
              </a:path>
              <a:path w="3655059" h="3630295">
                <a:moveTo>
                  <a:pt x="2989833" y="914400"/>
                </a:moveTo>
                <a:lnTo>
                  <a:pt x="2973577" y="939800"/>
                </a:lnTo>
                <a:lnTo>
                  <a:pt x="3001644" y="965200"/>
                </a:lnTo>
                <a:lnTo>
                  <a:pt x="3017773" y="927100"/>
                </a:lnTo>
                <a:lnTo>
                  <a:pt x="2989833" y="914400"/>
                </a:lnTo>
                <a:close/>
              </a:path>
              <a:path w="3655059" h="3630295">
                <a:moveTo>
                  <a:pt x="3145408" y="927100"/>
                </a:moveTo>
                <a:lnTo>
                  <a:pt x="3128390" y="952500"/>
                </a:lnTo>
                <a:lnTo>
                  <a:pt x="3157854" y="965200"/>
                </a:lnTo>
                <a:lnTo>
                  <a:pt x="3174745" y="939800"/>
                </a:lnTo>
                <a:lnTo>
                  <a:pt x="3145408" y="927100"/>
                </a:lnTo>
                <a:close/>
              </a:path>
              <a:path w="3655059" h="3630295">
                <a:moveTo>
                  <a:pt x="3551681" y="914400"/>
                </a:moveTo>
                <a:lnTo>
                  <a:pt x="3532250" y="952500"/>
                </a:lnTo>
                <a:lnTo>
                  <a:pt x="3565905" y="965200"/>
                </a:lnTo>
                <a:lnTo>
                  <a:pt x="3585336" y="927100"/>
                </a:lnTo>
                <a:lnTo>
                  <a:pt x="3551681" y="914400"/>
                </a:lnTo>
                <a:close/>
              </a:path>
              <a:path w="3655059" h="3630295">
                <a:moveTo>
                  <a:pt x="1061592" y="939800"/>
                </a:moveTo>
                <a:lnTo>
                  <a:pt x="1053464" y="939800"/>
                </a:lnTo>
                <a:lnTo>
                  <a:pt x="1048892" y="952500"/>
                </a:lnTo>
                <a:lnTo>
                  <a:pt x="1056893" y="952500"/>
                </a:lnTo>
                <a:lnTo>
                  <a:pt x="1061592" y="939800"/>
                </a:lnTo>
                <a:close/>
              </a:path>
              <a:path w="3655059" h="3630295">
                <a:moveTo>
                  <a:pt x="1459737" y="927100"/>
                </a:moveTo>
                <a:lnTo>
                  <a:pt x="1452625" y="939800"/>
                </a:lnTo>
                <a:lnTo>
                  <a:pt x="1464944" y="952500"/>
                </a:lnTo>
                <a:lnTo>
                  <a:pt x="1472183" y="939800"/>
                </a:lnTo>
                <a:lnTo>
                  <a:pt x="1459737" y="927100"/>
                </a:lnTo>
                <a:close/>
              </a:path>
              <a:path w="3655059" h="3630295">
                <a:moveTo>
                  <a:pt x="2021712" y="927100"/>
                </a:moveTo>
                <a:lnTo>
                  <a:pt x="2011298" y="939800"/>
                </a:lnTo>
                <a:lnTo>
                  <a:pt x="2029332" y="952500"/>
                </a:lnTo>
                <a:lnTo>
                  <a:pt x="2039746" y="939800"/>
                </a:lnTo>
                <a:lnTo>
                  <a:pt x="2021712" y="927100"/>
                </a:lnTo>
                <a:close/>
              </a:path>
              <a:path w="3655059" h="3630295">
                <a:moveTo>
                  <a:pt x="2427985" y="914400"/>
                </a:moveTo>
                <a:lnTo>
                  <a:pt x="2415031" y="939800"/>
                </a:lnTo>
                <a:lnTo>
                  <a:pt x="2437383" y="952500"/>
                </a:lnTo>
                <a:lnTo>
                  <a:pt x="2450210" y="927100"/>
                </a:lnTo>
                <a:lnTo>
                  <a:pt x="2427985" y="914400"/>
                </a:lnTo>
                <a:close/>
              </a:path>
              <a:path w="3655059" h="3630295">
                <a:moveTo>
                  <a:pt x="2834258" y="901700"/>
                </a:moveTo>
                <a:lnTo>
                  <a:pt x="2819018" y="939800"/>
                </a:lnTo>
                <a:lnTo>
                  <a:pt x="2845434" y="952500"/>
                </a:lnTo>
                <a:lnTo>
                  <a:pt x="2860547" y="927100"/>
                </a:lnTo>
                <a:lnTo>
                  <a:pt x="2834258" y="901700"/>
                </a:lnTo>
                <a:close/>
              </a:path>
              <a:path w="3655059" h="3630295">
                <a:moveTo>
                  <a:pt x="3396106" y="901700"/>
                </a:moveTo>
                <a:lnTo>
                  <a:pt x="3377564" y="939800"/>
                </a:lnTo>
                <a:lnTo>
                  <a:pt x="3409695" y="952500"/>
                </a:lnTo>
                <a:lnTo>
                  <a:pt x="3428110" y="927100"/>
                </a:lnTo>
                <a:lnTo>
                  <a:pt x="3396106" y="901700"/>
                </a:lnTo>
                <a:close/>
              </a:path>
              <a:path w="3655059" h="3630295">
                <a:moveTo>
                  <a:pt x="897889" y="927100"/>
                </a:moveTo>
                <a:lnTo>
                  <a:pt x="894079" y="939800"/>
                </a:lnTo>
                <a:lnTo>
                  <a:pt x="904620" y="939800"/>
                </a:lnTo>
                <a:lnTo>
                  <a:pt x="897889" y="927100"/>
                </a:lnTo>
                <a:close/>
              </a:path>
              <a:path w="3655059" h="3630295">
                <a:moveTo>
                  <a:pt x="1315084" y="927100"/>
                </a:moveTo>
                <a:lnTo>
                  <a:pt x="1297939" y="927100"/>
                </a:lnTo>
                <a:lnTo>
                  <a:pt x="1308861" y="939800"/>
                </a:lnTo>
                <a:lnTo>
                  <a:pt x="1315084" y="927100"/>
                </a:lnTo>
                <a:close/>
              </a:path>
              <a:path w="3655059" h="3630295">
                <a:moveTo>
                  <a:pt x="1725675" y="914400"/>
                </a:moveTo>
                <a:lnTo>
                  <a:pt x="1710435" y="914400"/>
                </a:lnTo>
                <a:lnTo>
                  <a:pt x="1701672" y="927100"/>
                </a:lnTo>
                <a:lnTo>
                  <a:pt x="1716912" y="939800"/>
                </a:lnTo>
                <a:lnTo>
                  <a:pt x="1725675" y="914400"/>
                </a:lnTo>
                <a:close/>
              </a:path>
              <a:path w="3655059" h="3630295">
                <a:moveTo>
                  <a:pt x="1866137" y="914400"/>
                </a:moveTo>
                <a:lnTo>
                  <a:pt x="1856485" y="939800"/>
                </a:lnTo>
                <a:lnTo>
                  <a:pt x="1873122" y="939800"/>
                </a:lnTo>
                <a:lnTo>
                  <a:pt x="1882647" y="927100"/>
                </a:lnTo>
                <a:lnTo>
                  <a:pt x="1866137" y="914400"/>
                </a:lnTo>
                <a:close/>
              </a:path>
              <a:path w="3655059" h="3630295">
                <a:moveTo>
                  <a:pt x="2272410" y="914400"/>
                </a:moveTo>
                <a:lnTo>
                  <a:pt x="2260472" y="927100"/>
                </a:lnTo>
                <a:lnTo>
                  <a:pt x="2281173" y="939800"/>
                </a:lnTo>
                <a:lnTo>
                  <a:pt x="2292984" y="927100"/>
                </a:lnTo>
                <a:lnTo>
                  <a:pt x="2272410" y="914400"/>
                </a:lnTo>
                <a:close/>
              </a:path>
              <a:path w="3655059" h="3630295">
                <a:moveTo>
                  <a:pt x="2678683" y="901700"/>
                </a:moveTo>
                <a:lnTo>
                  <a:pt x="2664078" y="927100"/>
                </a:lnTo>
                <a:lnTo>
                  <a:pt x="2689224" y="939800"/>
                </a:lnTo>
                <a:lnTo>
                  <a:pt x="2703702" y="914400"/>
                </a:lnTo>
                <a:lnTo>
                  <a:pt x="2678683" y="901700"/>
                </a:lnTo>
                <a:close/>
              </a:path>
              <a:path w="3655059" h="3630295">
                <a:moveTo>
                  <a:pt x="3084956" y="889000"/>
                </a:moveTo>
                <a:lnTo>
                  <a:pt x="3068065" y="914400"/>
                </a:lnTo>
                <a:lnTo>
                  <a:pt x="3097275" y="939800"/>
                </a:lnTo>
                <a:lnTo>
                  <a:pt x="3114166" y="901700"/>
                </a:lnTo>
                <a:lnTo>
                  <a:pt x="3084956" y="889000"/>
                </a:lnTo>
                <a:close/>
              </a:path>
              <a:path w="3655059" h="3630295">
                <a:moveTo>
                  <a:pt x="3240531" y="901700"/>
                </a:moveTo>
                <a:lnTo>
                  <a:pt x="3222878" y="927100"/>
                </a:lnTo>
                <a:lnTo>
                  <a:pt x="3253485" y="939800"/>
                </a:lnTo>
                <a:lnTo>
                  <a:pt x="3271138" y="914400"/>
                </a:lnTo>
                <a:lnTo>
                  <a:pt x="3240531" y="901700"/>
                </a:lnTo>
                <a:close/>
              </a:path>
              <a:path w="3655059" h="3630295">
                <a:moveTo>
                  <a:pt x="3646804" y="889000"/>
                </a:moveTo>
                <a:lnTo>
                  <a:pt x="3626611" y="927100"/>
                </a:lnTo>
                <a:lnTo>
                  <a:pt x="3654551" y="937260"/>
                </a:lnTo>
                <a:lnTo>
                  <a:pt x="3654551" y="891540"/>
                </a:lnTo>
                <a:lnTo>
                  <a:pt x="3646804" y="889000"/>
                </a:lnTo>
                <a:close/>
              </a:path>
              <a:path w="3655059" h="3630295">
                <a:moveTo>
                  <a:pt x="590549" y="914400"/>
                </a:moveTo>
                <a:lnTo>
                  <a:pt x="584580" y="914400"/>
                </a:lnTo>
                <a:lnTo>
                  <a:pt x="588390" y="927100"/>
                </a:lnTo>
                <a:lnTo>
                  <a:pt x="590549" y="914400"/>
                </a:lnTo>
                <a:close/>
              </a:path>
              <a:path w="3655059" h="3630295">
                <a:moveTo>
                  <a:pt x="1158112" y="914400"/>
                </a:moveTo>
                <a:lnTo>
                  <a:pt x="1148587" y="914400"/>
                </a:lnTo>
                <a:lnTo>
                  <a:pt x="1143126" y="927100"/>
                </a:lnTo>
                <a:lnTo>
                  <a:pt x="1152651" y="927100"/>
                </a:lnTo>
                <a:lnTo>
                  <a:pt x="1158112" y="914400"/>
                </a:lnTo>
                <a:close/>
              </a:path>
              <a:path w="3655059" h="3630295">
                <a:moveTo>
                  <a:pt x="1554860" y="901700"/>
                </a:moveTo>
                <a:lnTo>
                  <a:pt x="1546986" y="914400"/>
                </a:lnTo>
                <a:lnTo>
                  <a:pt x="1560702" y="927100"/>
                </a:lnTo>
                <a:lnTo>
                  <a:pt x="1568703" y="914400"/>
                </a:lnTo>
                <a:lnTo>
                  <a:pt x="1554860" y="901700"/>
                </a:lnTo>
                <a:close/>
              </a:path>
              <a:path w="3655059" h="3630295">
                <a:moveTo>
                  <a:pt x="1961260" y="889000"/>
                </a:moveTo>
                <a:lnTo>
                  <a:pt x="1950973" y="914400"/>
                </a:lnTo>
                <a:lnTo>
                  <a:pt x="1968753" y="927100"/>
                </a:lnTo>
                <a:lnTo>
                  <a:pt x="1979040" y="901700"/>
                </a:lnTo>
                <a:lnTo>
                  <a:pt x="1961260" y="889000"/>
                </a:lnTo>
                <a:close/>
              </a:path>
              <a:path w="3655059" h="3630295">
                <a:moveTo>
                  <a:pt x="2116835" y="901700"/>
                </a:moveTo>
                <a:lnTo>
                  <a:pt x="2105659" y="914400"/>
                </a:lnTo>
                <a:lnTo>
                  <a:pt x="2124963" y="927100"/>
                </a:lnTo>
                <a:lnTo>
                  <a:pt x="2136012" y="914400"/>
                </a:lnTo>
                <a:lnTo>
                  <a:pt x="2116835" y="901700"/>
                </a:lnTo>
                <a:close/>
              </a:path>
              <a:path w="3655059" h="3630295">
                <a:moveTo>
                  <a:pt x="2523108" y="889000"/>
                </a:moveTo>
                <a:lnTo>
                  <a:pt x="2509519" y="914400"/>
                </a:lnTo>
                <a:lnTo>
                  <a:pt x="2533014" y="927100"/>
                </a:lnTo>
                <a:lnTo>
                  <a:pt x="2546603" y="901700"/>
                </a:lnTo>
                <a:lnTo>
                  <a:pt x="2523108" y="889000"/>
                </a:lnTo>
                <a:close/>
              </a:path>
              <a:path w="3655059" h="3630295">
                <a:moveTo>
                  <a:pt x="2929381" y="876300"/>
                </a:moveTo>
                <a:lnTo>
                  <a:pt x="2913379" y="914400"/>
                </a:lnTo>
                <a:lnTo>
                  <a:pt x="2941065" y="927100"/>
                </a:lnTo>
                <a:lnTo>
                  <a:pt x="2957067" y="901700"/>
                </a:lnTo>
                <a:lnTo>
                  <a:pt x="2929381" y="876300"/>
                </a:lnTo>
                <a:close/>
              </a:path>
              <a:path w="3655059" h="3630295">
                <a:moveTo>
                  <a:pt x="3335654" y="876300"/>
                </a:moveTo>
                <a:lnTo>
                  <a:pt x="3317366" y="901700"/>
                </a:lnTo>
                <a:lnTo>
                  <a:pt x="3349116" y="927100"/>
                </a:lnTo>
                <a:lnTo>
                  <a:pt x="3367404" y="889000"/>
                </a:lnTo>
                <a:lnTo>
                  <a:pt x="3335654" y="876300"/>
                </a:lnTo>
                <a:close/>
              </a:path>
              <a:path w="3655059" h="3630295">
                <a:moveTo>
                  <a:pt x="3491229" y="876300"/>
                </a:moveTo>
                <a:lnTo>
                  <a:pt x="3471925" y="914400"/>
                </a:lnTo>
                <a:lnTo>
                  <a:pt x="3505326" y="927100"/>
                </a:lnTo>
                <a:lnTo>
                  <a:pt x="3524630" y="901700"/>
                </a:lnTo>
                <a:lnTo>
                  <a:pt x="3491229" y="876300"/>
                </a:lnTo>
                <a:close/>
              </a:path>
              <a:path w="3655059" h="3630295">
                <a:moveTo>
                  <a:pt x="431164" y="901700"/>
                </a:moveTo>
                <a:lnTo>
                  <a:pt x="430021" y="914400"/>
                </a:lnTo>
                <a:lnTo>
                  <a:pt x="433323" y="914400"/>
                </a:lnTo>
                <a:lnTo>
                  <a:pt x="431164" y="901700"/>
                </a:lnTo>
                <a:close/>
              </a:path>
              <a:path w="3655059" h="3630295">
                <a:moveTo>
                  <a:pt x="993139" y="901700"/>
                </a:moveTo>
                <a:lnTo>
                  <a:pt x="988567" y="914400"/>
                </a:lnTo>
                <a:lnTo>
                  <a:pt x="1000886" y="914400"/>
                </a:lnTo>
                <a:lnTo>
                  <a:pt x="993139" y="901700"/>
                </a:lnTo>
                <a:close/>
              </a:path>
              <a:path w="3655059" h="3630295">
                <a:moveTo>
                  <a:pt x="1399412" y="889000"/>
                </a:moveTo>
                <a:lnTo>
                  <a:pt x="1392427" y="901700"/>
                </a:lnTo>
                <a:lnTo>
                  <a:pt x="1404492" y="914400"/>
                </a:lnTo>
                <a:lnTo>
                  <a:pt x="1411477" y="901700"/>
                </a:lnTo>
                <a:lnTo>
                  <a:pt x="1399412" y="889000"/>
                </a:lnTo>
                <a:close/>
              </a:path>
              <a:path w="3655059" h="3630295">
                <a:moveTo>
                  <a:pt x="1822195" y="889000"/>
                </a:moveTo>
                <a:lnTo>
                  <a:pt x="1805558" y="889000"/>
                </a:lnTo>
                <a:lnTo>
                  <a:pt x="1796033" y="901700"/>
                </a:lnTo>
                <a:lnTo>
                  <a:pt x="1812543" y="914400"/>
                </a:lnTo>
                <a:lnTo>
                  <a:pt x="1822195" y="889000"/>
                </a:lnTo>
                <a:close/>
              </a:path>
              <a:path w="3655059" h="3630295">
                <a:moveTo>
                  <a:pt x="2367533" y="889000"/>
                </a:moveTo>
                <a:lnTo>
                  <a:pt x="2354706" y="901700"/>
                </a:lnTo>
                <a:lnTo>
                  <a:pt x="2376804" y="914400"/>
                </a:lnTo>
                <a:lnTo>
                  <a:pt x="2389504" y="901700"/>
                </a:lnTo>
                <a:lnTo>
                  <a:pt x="2367533" y="889000"/>
                </a:lnTo>
                <a:close/>
              </a:path>
              <a:path w="3655059" h="3630295">
                <a:moveTo>
                  <a:pt x="2773806" y="876300"/>
                </a:moveTo>
                <a:lnTo>
                  <a:pt x="2758693" y="901700"/>
                </a:lnTo>
                <a:lnTo>
                  <a:pt x="2784855" y="914400"/>
                </a:lnTo>
                <a:lnTo>
                  <a:pt x="2799968" y="889000"/>
                </a:lnTo>
                <a:lnTo>
                  <a:pt x="2773806" y="876300"/>
                </a:lnTo>
                <a:close/>
              </a:path>
              <a:path w="3655059" h="3630295">
                <a:moveTo>
                  <a:pt x="3180079" y="863600"/>
                </a:moveTo>
                <a:lnTo>
                  <a:pt x="3162553" y="889000"/>
                </a:lnTo>
                <a:lnTo>
                  <a:pt x="3192906" y="914400"/>
                </a:lnTo>
                <a:lnTo>
                  <a:pt x="3210432" y="876300"/>
                </a:lnTo>
                <a:lnTo>
                  <a:pt x="3180079" y="863600"/>
                </a:lnTo>
                <a:close/>
              </a:path>
              <a:path w="3655059" h="3630295">
                <a:moveTo>
                  <a:pt x="686942" y="889000"/>
                </a:moveTo>
                <a:lnTo>
                  <a:pt x="679068" y="889000"/>
                </a:lnTo>
                <a:lnTo>
                  <a:pt x="684021" y="901700"/>
                </a:lnTo>
                <a:lnTo>
                  <a:pt x="686942" y="889000"/>
                </a:lnTo>
                <a:close/>
              </a:path>
              <a:path w="3655059" h="3630295">
                <a:moveTo>
                  <a:pt x="1254505" y="889000"/>
                </a:moveTo>
                <a:lnTo>
                  <a:pt x="1243837" y="889000"/>
                </a:lnTo>
                <a:lnTo>
                  <a:pt x="1237614" y="901700"/>
                </a:lnTo>
                <a:lnTo>
                  <a:pt x="1248282" y="901700"/>
                </a:lnTo>
                <a:lnTo>
                  <a:pt x="1254505" y="889000"/>
                </a:lnTo>
                <a:close/>
              </a:path>
              <a:path w="3655059" h="3630295">
                <a:moveTo>
                  <a:pt x="1650110" y="876300"/>
                </a:moveTo>
                <a:lnTo>
                  <a:pt x="1641474" y="889000"/>
                </a:lnTo>
                <a:lnTo>
                  <a:pt x="1656333" y="901700"/>
                </a:lnTo>
                <a:lnTo>
                  <a:pt x="1664969" y="889000"/>
                </a:lnTo>
                <a:lnTo>
                  <a:pt x="1650110" y="876300"/>
                </a:lnTo>
                <a:close/>
              </a:path>
              <a:path w="3655059" h="3630295">
                <a:moveTo>
                  <a:pt x="2056383" y="863600"/>
                </a:moveTo>
                <a:lnTo>
                  <a:pt x="2045461" y="889000"/>
                </a:lnTo>
                <a:lnTo>
                  <a:pt x="2064384" y="901700"/>
                </a:lnTo>
                <a:lnTo>
                  <a:pt x="2075306" y="876300"/>
                </a:lnTo>
                <a:lnTo>
                  <a:pt x="2056383" y="863600"/>
                </a:lnTo>
                <a:close/>
              </a:path>
              <a:path w="3655059" h="3630295">
                <a:moveTo>
                  <a:pt x="2211958" y="876300"/>
                </a:moveTo>
                <a:lnTo>
                  <a:pt x="2200020" y="901700"/>
                </a:lnTo>
                <a:lnTo>
                  <a:pt x="2220594" y="901700"/>
                </a:lnTo>
                <a:lnTo>
                  <a:pt x="2232532" y="889000"/>
                </a:lnTo>
                <a:lnTo>
                  <a:pt x="2211958" y="876300"/>
                </a:lnTo>
                <a:close/>
              </a:path>
              <a:path w="3655059" h="3630295">
                <a:moveTo>
                  <a:pt x="2618231" y="863600"/>
                </a:moveTo>
                <a:lnTo>
                  <a:pt x="2603753" y="889000"/>
                </a:lnTo>
                <a:lnTo>
                  <a:pt x="2628772" y="901700"/>
                </a:lnTo>
                <a:lnTo>
                  <a:pt x="2643123" y="876300"/>
                </a:lnTo>
                <a:lnTo>
                  <a:pt x="2618231" y="863600"/>
                </a:lnTo>
                <a:close/>
              </a:path>
              <a:path w="3655059" h="3630295">
                <a:moveTo>
                  <a:pt x="3024504" y="850900"/>
                </a:moveTo>
                <a:lnTo>
                  <a:pt x="3007867" y="889000"/>
                </a:lnTo>
                <a:lnTo>
                  <a:pt x="3036696" y="901700"/>
                </a:lnTo>
                <a:lnTo>
                  <a:pt x="3053460" y="876300"/>
                </a:lnTo>
                <a:lnTo>
                  <a:pt x="3024504" y="850900"/>
                </a:lnTo>
                <a:close/>
              </a:path>
              <a:path w="3655059" h="3630295">
                <a:moveTo>
                  <a:pt x="3430777" y="838200"/>
                </a:moveTo>
                <a:lnTo>
                  <a:pt x="3411600" y="876300"/>
                </a:lnTo>
                <a:lnTo>
                  <a:pt x="3444874" y="901700"/>
                </a:lnTo>
                <a:lnTo>
                  <a:pt x="3463924" y="863600"/>
                </a:lnTo>
                <a:lnTo>
                  <a:pt x="3430777" y="838200"/>
                </a:lnTo>
                <a:close/>
              </a:path>
              <a:path w="3655059" h="3630295">
                <a:moveTo>
                  <a:pt x="3586352" y="850900"/>
                </a:moveTo>
                <a:lnTo>
                  <a:pt x="3566413" y="889000"/>
                </a:lnTo>
                <a:lnTo>
                  <a:pt x="3600957" y="901700"/>
                </a:lnTo>
                <a:lnTo>
                  <a:pt x="3621023" y="876300"/>
                </a:lnTo>
                <a:lnTo>
                  <a:pt x="3586352" y="850900"/>
                </a:lnTo>
                <a:close/>
              </a:path>
              <a:path w="3655059" h="3630295">
                <a:moveTo>
                  <a:pt x="526287" y="876300"/>
                </a:moveTo>
                <a:lnTo>
                  <a:pt x="524255" y="889000"/>
                </a:lnTo>
                <a:lnTo>
                  <a:pt x="529843" y="889000"/>
                </a:lnTo>
                <a:lnTo>
                  <a:pt x="526287" y="876300"/>
                </a:lnTo>
                <a:close/>
              </a:path>
              <a:path w="3655059" h="3630295">
                <a:moveTo>
                  <a:pt x="940307" y="876300"/>
                </a:moveTo>
                <a:lnTo>
                  <a:pt x="928242" y="876300"/>
                </a:lnTo>
                <a:lnTo>
                  <a:pt x="935862" y="889000"/>
                </a:lnTo>
                <a:lnTo>
                  <a:pt x="940307" y="876300"/>
                </a:lnTo>
                <a:close/>
              </a:path>
              <a:path w="3655059" h="3630295">
                <a:moveTo>
                  <a:pt x="1088135" y="876300"/>
                </a:moveTo>
                <a:lnTo>
                  <a:pt x="1082801" y="889000"/>
                </a:lnTo>
                <a:lnTo>
                  <a:pt x="1097406" y="889000"/>
                </a:lnTo>
                <a:lnTo>
                  <a:pt x="1088135" y="876300"/>
                </a:lnTo>
                <a:close/>
              </a:path>
              <a:path w="3655059" h="3630295">
                <a:moveTo>
                  <a:pt x="1494408" y="863600"/>
                </a:moveTo>
                <a:lnTo>
                  <a:pt x="1486661" y="876300"/>
                </a:lnTo>
                <a:lnTo>
                  <a:pt x="1500123" y="889000"/>
                </a:lnTo>
                <a:lnTo>
                  <a:pt x="1507997" y="876300"/>
                </a:lnTo>
                <a:lnTo>
                  <a:pt x="1494408" y="863600"/>
                </a:lnTo>
                <a:close/>
              </a:path>
              <a:path w="3655059" h="3630295">
                <a:moveTo>
                  <a:pt x="1918334" y="863600"/>
                </a:moveTo>
                <a:lnTo>
                  <a:pt x="1900808" y="863600"/>
                </a:lnTo>
                <a:lnTo>
                  <a:pt x="1890648" y="876300"/>
                </a:lnTo>
                <a:lnTo>
                  <a:pt x="1908174" y="889000"/>
                </a:lnTo>
                <a:lnTo>
                  <a:pt x="1918334" y="863600"/>
                </a:lnTo>
                <a:close/>
              </a:path>
              <a:path w="3655059" h="3630295">
                <a:moveTo>
                  <a:pt x="2307081" y="850900"/>
                </a:moveTo>
                <a:lnTo>
                  <a:pt x="2294508" y="876300"/>
                </a:lnTo>
                <a:lnTo>
                  <a:pt x="2316352" y="889000"/>
                </a:lnTo>
                <a:lnTo>
                  <a:pt x="2328925" y="863600"/>
                </a:lnTo>
                <a:lnTo>
                  <a:pt x="2307081" y="850900"/>
                </a:lnTo>
                <a:close/>
              </a:path>
              <a:path w="3655059" h="3630295">
                <a:moveTo>
                  <a:pt x="2462656" y="850900"/>
                </a:moveTo>
                <a:lnTo>
                  <a:pt x="2449194" y="876300"/>
                </a:lnTo>
                <a:lnTo>
                  <a:pt x="2472435" y="889000"/>
                </a:lnTo>
                <a:lnTo>
                  <a:pt x="2485897" y="863600"/>
                </a:lnTo>
                <a:lnTo>
                  <a:pt x="2462656" y="850900"/>
                </a:lnTo>
                <a:close/>
              </a:path>
              <a:path w="3655059" h="3630295">
                <a:moveTo>
                  <a:pt x="2868929" y="850900"/>
                </a:moveTo>
                <a:lnTo>
                  <a:pt x="2853054" y="876300"/>
                </a:lnTo>
                <a:lnTo>
                  <a:pt x="2880613" y="889000"/>
                </a:lnTo>
                <a:lnTo>
                  <a:pt x="2896488" y="863600"/>
                </a:lnTo>
                <a:lnTo>
                  <a:pt x="2868929" y="850900"/>
                </a:lnTo>
                <a:close/>
              </a:path>
              <a:path w="3655059" h="3630295">
                <a:moveTo>
                  <a:pt x="3275202" y="838200"/>
                </a:moveTo>
                <a:lnTo>
                  <a:pt x="3257041" y="863600"/>
                </a:lnTo>
                <a:lnTo>
                  <a:pt x="3288537" y="889000"/>
                </a:lnTo>
                <a:lnTo>
                  <a:pt x="3306825" y="850900"/>
                </a:lnTo>
                <a:lnTo>
                  <a:pt x="3275202" y="838200"/>
                </a:lnTo>
                <a:close/>
              </a:path>
              <a:path w="3655059" h="3630295">
                <a:moveTo>
                  <a:pt x="783462" y="863600"/>
                </a:moveTo>
                <a:lnTo>
                  <a:pt x="773302" y="863600"/>
                </a:lnTo>
                <a:lnTo>
                  <a:pt x="779779" y="876300"/>
                </a:lnTo>
                <a:lnTo>
                  <a:pt x="783462" y="863600"/>
                </a:lnTo>
                <a:close/>
              </a:path>
              <a:path w="3655059" h="3630295">
                <a:moveTo>
                  <a:pt x="1351025" y="863600"/>
                </a:moveTo>
                <a:lnTo>
                  <a:pt x="1338833" y="863600"/>
                </a:lnTo>
                <a:lnTo>
                  <a:pt x="1331848" y="876300"/>
                </a:lnTo>
                <a:lnTo>
                  <a:pt x="1344040" y="876300"/>
                </a:lnTo>
                <a:lnTo>
                  <a:pt x="1351025" y="863600"/>
                </a:lnTo>
                <a:close/>
              </a:path>
              <a:path w="3655059" h="3630295">
                <a:moveTo>
                  <a:pt x="1745106" y="850900"/>
                </a:moveTo>
                <a:lnTo>
                  <a:pt x="1735708" y="863600"/>
                </a:lnTo>
                <a:lnTo>
                  <a:pt x="1752091" y="876300"/>
                </a:lnTo>
                <a:lnTo>
                  <a:pt x="1761489" y="863600"/>
                </a:lnTo>
                <a:lnTo>
                  <a:pt x="1745106" y="850900"/>
                </a:lnTo>
                <a:close/>
              </a:path>
              <a:path w="3655059" h="3630295">
                <a:moveTo>
                  <a:pt x="2151506" y="838200"/>
                </a:moveTo>
                <a:lnTo>
                  <a:pt x="2139695" y="863600"/>
                </a:lnTo>
                <a:lnTo>
                  <a:pt x="2160142" y="876300"/>
                </a:lnTo>
                <a:lnTo>
                  <a:pt x="2171826" y="850900"/>
                </a:lnTo>
                <a:lnTo>
                  <a:pt x="2151506" y="838200"/>
                </a:lnTo>
                <a:close/>
              </a:path>
              <a:path w="3655059" h="3630295">
                <a:moveTo>
                  <a:pt x="2713354" y="838200"/>
                </a:moveTo>
                <a:lnTo>
                  <a:pt x="2698241" y="863600"/>
                </a:lnTo>
                <a:lnTo>
                  <a:pt x="2724403" y="876300"/>
                </a:lnTo>
                <a:lnTo>
                  <a:pt x="2739389" y="850900"/>
                </a:lnTo>
                <a:lnTo>
                  <a:pt x="2713354" y="838200"/>
                </a:lnTo>
                <a:close/>
              </a:path>
              <a:path w="3655059" h="3630295">
                <a:moveTo>
                  <a:pt x="3119627" y="825500"/>
                </a:moveTo>
                <a:lnTo>
                  <a:pt x="3102101" y="863600"/>
                </a:lnTo>
                <a:lnTo>
                  <a:pt x="3132454" y="876300"/>
                </a:lnTo>
                <a:lnTo>
                  <a:pt x="3149980" y="850900"/>
                </a:lnTo>
                <a:lnTo>
                  <a:pt x="3119627" y="825500"/>
                </a:lnTo>
                <a:close/>
              </a:path>
              <a:path w="3655059" h="3630295">
                <a:moveTo>
                  <a:pt x="3525900" y="812800"/>
                </a:moveTo>
                <a:lnTo>
                  <a:pt x="3506088" y="850900"/>
                </a:lnTo>
                <a:lnTo>
                  <a:pt x="3540505" y="876300"/>
                </a:lnTo>
                <a:lnTo>
                  <a:pt x="3560317" y="838200"/>
                </a:lnTo>
                <a:lnTo>
                  <a:pt x="3525900" y="812800"/>
                </a:lnTo>
                <a:close/>
              </a:path>
              <a:path w="3655059" h="3630295">
                <a:moveTo>
                  <a:pt x="626363" y="850900"/>
                </a:moveTo>
                <a:lnTo>
                  <a:pt x="621410" y="850900"/>
                </a:lnTo>
                <a:lnTo>
                  <a:pt x="618616" y="863600"/>
                </a:lnTo>
                <a:lnTo>
                  <a:pt x="623569" y="863600"/>
                </a:lnTo>
                <a:lnTo>
                  <a:pt x="626363" y="850900"/>
                </a:lnTo>
                <a:close/>
              </a:path>
              <a:path w="3655059" h="3630295">
                <a:moveTo>
                  <a:pt x="1027810" y="838200"/>
                </a:moveTo>
                <a:lnTo>
                  <a:pt x="1022603" y="850900"/>
                </a:lnTo>
                <a:lnTo>
                  <a:pt x="1031620" y="863600"/>
                </a:lnTo>
                <a:lnTo>
                  <a:pt x="1036827" y="850900"/>
                </a:lnTo>
                <a:lnTo>
                  <a:pt x="1027810" y="838200"/>
                </a:lnTo>
                <a:close/>
              </a:path>
              <a:path w="3655059" h="3630295">
                <a:moveTo>
                  <a:pt x="1183385" y="850900"/>
                </a:moveTo>
                <a:lnTo>
                  <a:pt x="1177289" y="863600"/>
                </a:lnTo>
                <a:lnTo>
                  <a:pt x="1193799" y="863600"/>
                </a:lnTo>
                <a:lnTo>
                  <a:pt x="1183385" y="850900"/>
                </a:lnTo>
                <a:close/>
              </a:path>
              <a:path w="3655059" h="3630295">
                <a:moveTo>
                  <a:pt x="1589658" y="838200"/>
                </a:moveTo>
                <a:lnTo>
                  <a:pt x="1581149" y="850900"/>
                </a:lnTo>
                <a:lnTo>
                  <a:pt x="1595881" y="863600"/>
                </a:lnTo>
                <a:lnTo>
                  <a:pt x="1604263" y="850900"/>
                </a:lnTo>
                <a:lnTo>
                  <a:pt x="1589658" y="838200"/>
                </a:lnTo>
                <a:close/>
              </a:path>
              <a:path w="3655059" h="3630295">
                <a:moveTo>
                  <a:pt x="1995931" y="825500"/>
                </a:moveTo>
                <a:lnTo>
                  <a:pt x="1984882" y="850900"/>
                </a:lnTo>
                <a:lnTo>
                  <a:pt x="2003932" y="863600"/>
                </a:lnTo>
                <a:lnTo>
                  <a:pt x="2014854" y="838200"/>
                </a:lnTo>
                <a:lnTo>
                  <a:pt x="1995931" y="825500"/>
                </a:lnTo>
                <a:close/>
              </a:path>
              <a:path w="3655059" h="3630295">
                <a:moveTo>
                  <a:pt x="2402204" y="825500"/>
                </a:moveTo>
                <a:lnTo>
                  <a:pt x="2388996" y="850900"/>
                </a:lnTo>
                <a:lnTo>
                  <a:pt x="2411983" y="863600"/>
                </a:lnTo>
                <a:lnTo>
                  <a:pt x="2425191" y="838200"/>
                </a:lnTo>
                <a:lnTo>
                  <a:pt x="2402204" y="825500"/>
                </a:lnTo>
                <a:close/>
              </a:path>
              <a:path w="3655059" h="3630295">
                <a:moveTo>
                  <a:pt x="2557779" y="825500"/>
                </a:moveTo>
                <a:lnTo>
                  <a:pt x="2543555" y="850900"/>
                </a:lnTo>
                <a:lnTo>
                  <a:pt x="2568193" y="863600"/>
                </a:lnTo>
                <a:lnTo>
                  <a:pt x="2582417" y="838200"/>
                </a:lnTo>
                <a:lnTo>
                  <a:pt x="2557779" y="825500"/>
                </a:lnTo>
                <a:close/>
              </a:path>
              <a:path w="3655059" h="3630295">
                <a:moveTo>
                  <a:pt x="2964052" y="825500"/>
                </a:moveTo>
                <a:lnTo>
                  <a:pt x="2947288" y="850900"/>
                </a:lnTo>
                <a:lnTo>
                  <a:pt x="2976244" y="863600"/>
                </a:lnTo>
                <a:lnTo>
                  <a:pt x="2993008" y="838200"/>
                </a:lnTo>
                <a:lnTo>
                  <a:pt x="2964052" y="825500"/>
                </a:lnTo>
                <a:close/>
              </a:path>
              <a:path w="3655059" h="3630295">
                <a:moveTo>
                  <a:pt x="3370325" y="812800"/>
                </a:moveTo>
                <a:lnTo>
                  <a:pt x="3351275" y="838200"/>
                </a:lnTo>
                <a:lnTo>
                  <a:pt x="3384295" y="863600"/>
                </a:lnTo>
                <a:lnTo>
                  <a:pt x="3403345" y="825500"/>
                </a:lnTo>
                <a:lnTo>
                  <a:pt x="3370325" y="812800"/>
                </a:lnTo>
                <a:close/>
              </a:path>
              <a:path w="3655059" h="3630295">
                <a:moveTo>
                  <a:pt x="879728" y="838200"/>
                </a:moveTo>
                <a:lnTo>
                  <a:pt x="867790" y="838200"/>
                </a:lnTo>
                <a:lnTo>
                  <a:pt x="875410" y="850900"/>
                </a:lnTo>
                <a:lnTo>
                  <a:pt x="879728" y="838200"/>
                </a:lnTo>
                <a:close/>
              </a:path>
              <a:path w="3655059" h="3630295">
                <a:moveTo>
                  <a:pt x="1447291" y="838200"/>
                </a:moveTo>
                <a:lnTo>
                  <a:pt x="1434083" y="838200"/>
                </a:lnTo>
                <a:lnTo>
                  <a:pt x="1426336" y="850900"/>
                </a:lnTo>
                <a:lnTo>
                  <a:pt x="1439671" y="850900"/>
                </a:lnTo>
                <a:lnTo>
                  <a:pt x="1447291" y="838200"/>
                </a:lnTo>
                <a:close/>
              </a:path>
              <a:path w="3655059" h="3630295">
                <a:moveTo>
                  <a:pt x="1840356" y="825500"/>
                </a:moveTo>
                <a:lnTo>
                  <a:pt x="1830323" y="838200"/>
                </a:lnTo>
                <a:lnTo>
                  <a:pt x="1847722" y="850900"/>
                </a:lnTo>
                <a:lnTo>
                  <a:pt x="1857628" y="838200"/>
                </a:lnTo>
                <a:lnTo>
                  <a:pt x="1840356" y="825500"/>
                </a:lnTo>
                <a:close/>
              </a:path>
              <a:path w="3655059" h="3630295">
                <a:moveTo>
                  <a:pt x="2246629" y="812800"/>
                </a:moveTo>
                <a:lnTo>
                  <a:pt x="2233929" y="838200"/>
                </a:lnTo>
                <a:lnTo>
                  <a:pt x="2255773" y="850900"/>
                </a:lnTo>
                <a:lnTo>
                  <a:pt x="2268346" y="825500"/>
                </a:lnTo>
                <a:lnTo>
                  <a:pt x="2246629" y="812800"/>
                </a:lnTo>
                <a:close/>
              </a:path>
              <a:path w="3655059" h="3630295">
                <a:moveTo>
                  <a:pt x="2808477" y="812800"/>
                </a:moveTo>
                <a:lnTo>
                  <a:pt x="2792729" y="838200"/>
                </a:lnTo>
                <a:lnTo>
                  <a:pt x="2820034" y="850900"/>
                </a:lnTo>
                <a:lnTo>
                  <a:pt x="2835782" y="825500"/>
                </a:lnTo>
                <a:lnTo>
                  <a:pt x="2808477" y="812800"/>
                </a:lnTo>
                <a:close/>
              </a:path>
              <a:path w="3655059" h="3630295">
                <a:moveTo>
                  <a:pt x="3214750" y="800100"/>
                </a:moveTo>
                <a:lnTo>
                  <a:pt x="3196589" y="838200"/>
                </a:lnTo>
                <a:lnTo>
                  <a:pt x="3228085" y="850900"/>
                </a:lnTo>
                <a:lnTo>
                  <a:pt x="3246373" y="825500"/>
                </a:lnTo>
                <a:lnTo>
                  <a:pt x="3214750" y="800100"/>
                </a:lnTo>
                <a:close/>
              </a:path>
              <a:path w="3655059" h="3630295">
                <a:moveTo>
                  <a:pt x="3621023" y="787400"/>
                </a:moveTo>
                <a:lnTo>
                  <a:pt x="3600576" y="825500"/>
                </a:lnTo>
                <a:lnTo>
                  <a:pt x="3636136" y="850900"/>
                </a:lnTo>
                <a:lnTo>
                  <a:pt x="3654551" y="816610"/>
                </a:lnTo>
                <a:lnTo>
                  <a:pt x="3654551" y="810260"/>
                </a:lnTo>
                <a:lnTo>
                  <a:pt x="3621023" y="787400"/>
                </a:lnTo>
                <a:close/>
              </a:path>
              <a:path w="3655059" h="3630295">
                <a:moveTo>
                  <a:pt x="722756" y="825500"/>
                </a:moveTo>
                <a:lnTo>
                  <a:pt x="716533" y="825500"/>
                </a:lnTo>
                <a:lnTo>
                  <a:pt x="712977" y="838200"/>
                </a:lnTo>
                <a:lnTo>
                  <a:pt x="719200" y="838200"/>
                </a:lnTo>
                <a:lnTo>
                  <a:pt x="722756" y="825500"/>
                </a:lnTo>
                <a:close/>
              </a:path>
              <a:path w="3655059" h="3630295">
                <a:moveTo>
                  <a:pt x="1122806" y="812800"/>
                </a:moveTo>
                <a:lnTo>
                  <a:pt x="1116837" y="825500"/>
                </a:lnTo>
                <a:lnTo>
                  <a:pt x="1127251" y="838200"/>
                </a:lnTo>
                <a:lnTo>
                  <a:pt x="1133347" y="825500"/>
                </a:lnTo>
                <a:lnTo>
                  <a:pt x="1122806" y="812800"/>
                </a:lnTo>
                <a:close/>
              </a:path>
              <a:path w="3655059" h="3630295">
                <a:moveTo>
                  <a:pt x="1278508" y="825500"/>
                </a:moveTo>
                <a:lnTo>
                  <a:pt x="1271650" y="838200"/>
                </a:lnTo>
                <a:lnTo>
                  <a:pt x="1290319" y="838200"/>
                </a:lnTo>
                <a:lnTo>
                  <a:pt x="1278508" y="825500"/>
                </a:lnTo>
                <a:close/>
              </a:path>
              <a:path w="3655059" h="3630295">
                <a:moveTo>
                  <a:pt x="1684781" y="812800"/>
                </a:moveTo>
                <a:lnTo>
                  <a:pt x="1675383" y="825500"/>
                </a:lnTo>
                <a:lnTo>
                  <a:pt x="1691512" y="838200"/>
                </a:lnTo>
                <a:lnTo>
                  <a:pt x="1700910" y="825500"/>
                </a:lnTo>
                <a:lnTo>
                  <a:pt x="1684781" y="812800"/>
                </a:lnTo>
                <a:close/>
              </a:path>
              <a:path w="3655059" h="3630295">
                <a:moveTo>
                  <a:pt x="2091054" y="800100"/>
                </a:moveTo>
                <a:lnTo>
                  <a:pt x="2079370" y="825500"/>
                </a:lnTo>
                <a:lnTo>
                  <a:pt x="2099563" y="838200"/>
                </a:lnTo>
                <a:lnTo>
                  <a:pt x="2111247" y="812800"/>
                </a:lnTo>
                <a:lnTo>
                  <a:pt x="2091054" y="800100"/>
                </a:lnTo>
                <a:close/>
              </a:path>
              <a:path w="3655059" h="3630295">
                <a:moveTo>
                  <a:pt x="2497327" y="800100"/>
                </a:moveTo>
                <a:lnTo>
                  <a:pt x="2483230" y="825500"/>
                </a:lnTo>
                <a:lnTo>
                  <a:pt x="2507614" y="838200"/>
                </a:lnTo>
                <a:lnTo>
                  <a:pt x="2521711" y="812800"/>
                </a:lnTo>
                <a:lnTo>
                  <a:pt x="2497327" y="800100"/>
                </a:lnTo>
                <a:close/>
              </a:path>
              <a:path w="3655059" h="3630295">
                <a:moveTo>
                  <a:pt x="2652902" y="800100"/>
                </a:moveTo>
                <a:lnTo>
                  <a:pt x="2638043" y="825500"/>
                </a:lnTo>
                <a:lnTo>
                  <a:pt x="2663824" y="838200"/>
                </a:lnTo>
                <a:lnTo>
                  <a:pt x="2678810" y="812800"/>
                </a:lnTo>
                <a:lnTo>
                  <a:pt x="2652902" y="800100"/>
                </a:lnTo>
                <a:close/>
              </a:path>
              <a:path w="3655059" h="3630295">
                <a:moveTo>
                  <a:pt x="3059175" y="787400"/>
                </a:moveTo>
                <a:lnTo>
                  <a:pt x="3041776" y="825500"/>
                </a:lnTo>
                <a:lnTo>
                  <a:pt x="3071875" y="838200"/>
                </a:lnTo>
                <a:lnTo>
                  <a:pt x="3089274" y="812800"/>
                </a:lnTo>
                <a:lnTo>
                  <a:pt x="3059175" y="787400"/>
                </a:lnTo>
                <a:close/>
              </a:path>
              <a:path w="3655059" h="3630295">
                <a:moveTo>
                  <a:pt x="3465448" y="787400"/>
                </a:moveTo>
                <a:lnTo>
                  <a:pt x="3445636" y="812800"/>
                </a:lnTo>
                <a:lnTo>
                  <a:pt x="3479926" y="838200"/>
                </a:lnTo>
                <a:lnTo>
                  <a:pt x="3499865" y="800100"/>
                </a:lnTo>
                <a:lnTo>
                  <a:pt x="3465448" y="787400"/>
                </a:lnTo>
                <a:close/>
              </a:path>
              <a:path w="3655059" h="3630295">
                <a:moveTo>
                  <a:pt x="976121" y="812800"/>
                </a:moveTo>
                <a:lnTo>
                  <a:pt x="962278" y="812800"/>
                </a:lnTo>
                <a:lnTo>
                  <a:pt x="971041" y="825500"/>
                </a:lnTo>
                <a:lnTo>
                  <a:pt x="976121" y="812800"/>
                </a:lnTo>
                <a:close/>
              </a:path>
              <a:path w="3655059" h="3630295">
                <a:moveTo>
                  <a:pt x="1373504" y="800100"/>
                </a:moveTo>
                <a:lnTo>
                  <a:pt x="1365884" y="812800"/>
                </a:lnTo>
                <a:lnTo>
                  <a:pt x="1379219" y="825500"/>
                </a:lnTo>
                <a:lnTo>
                  <a:pt x="1386839" y="812800"/>
                </a:lnTo>
                <a:lnTo>
                  <a:pt x="1373504" y="800100"/>
                </a:lnTo>
                <a:close/>
              </a:path>
              <a:path w="3655059" h="3630295">
                <a:moveTo>
                  <a:pt x="1543684" y="812800"/>
                </a:moveTo>
                <a:lnTo>
                  <a:pt x="1529206" y="812800"/>
                </a:lnTo>
                <a:lnTo>
                  <a:pt x="1520824" y="825500"/>
                </a:lnTo>
                <a:lnTo>
                  <a:pt x="1535302" y="825500"/>
                </a:lnTo>
                <a:lnTo>
                  <a:pt x="1543684" y="812800"/>
                </a:lnTo>
                <a:close/>
              </a:path>
              <a:path w="3655059" h="3630295">
                <a:moveTo>
                  <a:pt x="1935479" y="800100"/>
                </a:moveTo>
                <a:lnTo>
                  <a:pt x="1924684" y="812800"/>
                </a:lnTo>
                <a:lnTo>
                  <a:pt x="1943353" y="825500"/>
                </a:lnTo>
                <a:lnTo>
                  <a:pt x="1954148" y="812800"/>
                </a:lnTo>
                <a:lnTo>
                  <a:pt x="1935479" y="800100"/>
                </a:lnTo>
                <a:close/>
              </a:path>
              <a:path w="3655059" h="3630295">
                <a:moveTo>
                  <a:pt x="2341752" y="787400"/>
                </a:moveTo>
                <a:lnTo>
                  <a:pt x="2328671" y="812800"/>
                </a:lnTo>
                <a:lnTo>
                  <a:pt x="2351404" y="825500"/>
                </a:lnTo>
                <a:lnTo>
                  <a:pt x="2364612" y="800100"/>
                </a:lnTo>
                <a:lnTo>
                  <a:pt x="2341752" y="787400"/>
                </a:lnTo>
                <a:close/>
              </a:path>
              <a:path w="3655059" h="3630295">
                <a:moveTo>
                  <a:pt x="2748025" y="774700"/>
                </a:moveTo>
                <a:lnTo>
                  <a:pt x="2732404" y="800100"/>
                </a:lnTo>
                <a:lnTo>
                  <a:pt x="2759455" y="825500"/>
                </a:lnTo>
                <a:lnTo>
                  <a:pt x="2775076" y="787400"/>
                </a:lnTo>
                <a:lnTo>
                  <a:pt x="2748025" y="774700"/>
                </a:lnTo>
                <a:close/>
              </a:path>
              <a:path w="3655059" h="3630295">
                <a:moveTo>
                  <a:pt x="2903600" y="787400"/>
                </a:moveTo>
                <a:lnTo>
                  <a:pt x="2886963" y="812800"/>
                </a:lnTo>
                <a:lnTo>
                  <a:pt x="2915665" y="825500"/>
                </a:lnTo>
                <a:lnTo>
                  <a:pt x="2932302" y="800100"/>
                </a:lnTo>
                <a:lnTo>
                  <a:pt x="2903600" y="787400"/>
                </a:lnTo>
                <a:close/>
              </a:path>
              <a:path w="3655059" h="3630295">
                <a:moveTo>
                  <a:pt x="3309873" y="774700"/>
                </a:moveTo>
                <a:lnTo>
                  <a:pt x="3291077" y="812800"/>
                </a:lnTo>
                <a:lnTo>
                  <a:pt x="3323716" y="825500"/>
                </a:lnTo>
                <a:lnTo>
                  <a:pt x="3342639" y="787400"/>
                </a:lnTo>
                <a:lnTo>
                  <a:pt x="3309873" y="774700"/>
                </a:lnTo>
                <a:close/>
              </a:path>
              <a:path w="3655059" h="3630295">
                <a:moveTo>
                  <a:pt x="819149" y="800100"/>
                </a:moveTo>
                <a:lnTo>
                  <a:pt x="811783" y="800100"/>
                </a:lnTo>
                <a:lnTo>
                  <a:pt x="807465" y="812800"/>
                </a:lnTo>
                <a:lnTo>
                  <a:pt x="814831" y="812800"/>
                </a:lnTo>
                <a:lnTo>
                  <a:pt x="819149" y="800100"/>
                </a:lnTo>
                <a:close/>
              </a:path>
              <a:path w="3655059" h="3630295">
                <a:moveTo>
                  <a:pt x="1218056" y="787400"/>
                </a:moveTo>
                <a:lnTo>
                  <a:pt x="1211325" y="800100"/>
                </a:lnTo>
                <a:lnTo>
                  <a:pt x="1222882" y="812800"/>
                </a:lnTo>
                <a:lnTo>
                  <a:pt x="1229613" y="800100"/>
                </a:lnTo>
                <a:lnTo>
                  <a:pt x="1218056" y="787400"/>
                </a:lnTo>
                <a:close/>
              </a:path>
              <a:path w="3655059" h="3630295">
                <a:moveTo>
                  <a:pt x="1779904" y="787400"/>
                </a:moveTo>
                <a:lnTo>
                  <a:pt x="1769871" y="800100"/>
                </a:lnTo>
                <a:lnTo>
                  <a:pt x="1787143" y="812800"/>
                </a:lnTo>
                <a:lnTo>
                  <a:pt x="1797176" y="800100"/>
                </a:lnTo>
                <a:lnTo>
                  <a:pt x="1779904" y="787400"/>
                </a:lnTo>
                <a:close/>
              </a:path>
              <a:path w="3655059" h="3630295">
                <a:moveTo>
                  <a:pt x="2186177" y="774700"/>
                </a:moveTo>
                <a:lnTo>
                  <a:pt x="2173731" y="800100"/>
                </a:lnTo>
                <a:lnTo>
                  <a:pt x="2195321" y="812800"/>
                </a:lnTo>
                <a:lnTo>
                  <a:pt x="2207767" y="787400"/>
                </a:lnTo>
                <a:lnTo>
                  <a:pt x="2186177" y="774700"/>
                </a:lnTo>
                <a:close/>
              </a:path>
              <a:path w="3655059" h="3630295">
                <a:moveTo>
                  <a:pt x="2592450" y="774700"/>
                </a:moveTo>
                <a:lnTo>
                  <a:pt x="2577718" y="800100"/>
                </a:lnTo>
                <a:lnTo>
                  <a:pt x="2603245" y="812800"/>
                </a:lnTo>
                <a:lnTo>
                  <a:pt x="2618104" y="787400"/>
                </a:lnTo>
                <a:lnTo>
                  <a:pt x="2592450" y="774700"/>
                </a:lnTo>
                <a:close/>
              </a:path>
              <a:path w="3655059" h="3630295">
                <a:moveTo>
                  <a:pt x="3154298" y="762000"/>
                </a:moveTo>
                <a:lnTo>
                  <a:pt x="3136264" y="800100"/>
                </a:lnTo>
                <a:lnTo>
                  <a:pt x="3167506" y="812800"/>
                </a:lnTo>
                <a:lnTo>
                  <a:pt x="3185667" y="787400"/>
                </a:lnTo>
                <a:lnTo>
                  <a:pt x="3154298" y="762000"/>
                </a:lnTo>
                <a:close/>
              </a:path>
              <a:path w="3655059" h="3630295">
                <a:moveTo>
                  <a:pt x="3560571" y="762000"/>
                </a:moveTo>
                <a:lnTo>
                  <a:pt x="3540124" y="787400"/>
                </a:lnTo>
                <a:lnTo>
                  <a:pt x="3575684" y="812800"/>
                </a:lnTo>
                <a:lnTo>
                  <a:pt x="3596131" y="774700"/>
                </a:lnTo>
                <a:lnTo>
                  <a:pt x="3560571" y="762000"/>
                </a:lnTo>
                <a:close/>
              </a:path>
              <a:path w="3655059" h="3630295">
                <a:moveTo>
                  <a:pt x="656208" y="787400"/>
                </a:moveTo>
                <a:lnTo>
                  <a:pt x="652779" y="800100"/>
                </a:lnTo>
                <a:lnTo>
                  <a:pt x="662050" y="800100"/>
                </a:lnTo>
                <a:lnTo>
                  <a:pt x="656208" y="787400"/>
                </a:lnTo>
                <a:close/>
              </a:path>
              <a:path w="3655059" h="3630295">
                <a:moveTo>
                  <a:pt x="1072641" y="787400"/>
                </a:moveTo>
                <a:lnTo>
                  <a:pt x="1056512" y="787400"/>
                </a:lnTo>
                <a:lnTo>
                  <a:pt x="1066799" y="800100"/>
                </a:lnTo>
                <a:lnTo>
                  <a:pt x="1072641" y="787400"/>
                </a:lnTo>
                <a:close/>
              </a:path>
              <a:path w="3655059" h="3630295">
                <a:moveTo>
                  <a:pt x="1482978" y="774700"/>
                </a:moveTo>
                <a:lnTo>
                  <a:pt x="1468754" y="774700"/>
                </a:lnTo>
                <a:lnTo>
                  <a:pt x="1460499" y="787400"/>
                </a:lnTo>
                <a:lnTo>
                  <a:pt x="1474723" y="800100"/>
                </a:lnTo>
                <a:lnTo>
                  <a:pt x="1482978" y="774700"/>
                </a:lnTo>
                <a:close/>
              </a:path>
              <a:path w="3655059" h="3630295">
                <a:moveTo>
                  <a:pt x="1624329" y="774700"/>
                </a:moveTo>
                <a:lnTo>
                  <a:pt x="1615058" y="800100"/>
                </a:lnTo>
                <a:lnTo>
                  <a:pt x="1631060" y="800100"/>
                </a:lnTo>
                <a:lnTo>
                  <a:pt x="1640204" y="787400"/>
                </a:lnTo>
                <a:lnTo>
                  <a:pt x="1624329" y="774700"/>
                </a:lnTo>
                <a:close/>
              </a:path>
              <a:path w="3655059" h="3630295">
                <a:moveTo>
                  <a:pt x="2030602" y="774700"/>
                </a:moveTo>
                <a:lnTo>
                  <a:pt x="2019172" y="787400"/>
                </a:lnTo>
                <a:lnTo>
                  <a:pt x="2038984" y="800100"/>
                </a:lnTo>
                <a:lnTo>
                  <a:pt x="2050541" y="787400"/>
                </a:lnTo>
                <a:lnTo>
                  <a:pt x="2030602" y="774700"/>
                </a:lnTo>
                <a:close/>
              </a:path>
              <a:path w="3655059" h="3630295">
                <a:moveTo>
                  <a:pt x="2436875" y="762000"/>
                </a:moveTo>
                <a:lnTo>
                  <a:pt x="2422905" y="787400"/>
                </a:lnTo>
                <a:lnTo>
                  <a:pt x="2447162" y="800100"/>
                </a:lnTo>
                <a:lnTo>
                  <a:pt x="2461132" y="774700"/>
                </a:lnTo>
                <a:lnTo>
                  <a:pt x="2436875" y="762000"/>
                </a:lnTo>
                <a:close/>
              </a:path>
              <a:path w="3655059" h="3630295">
                <a:moveTo>
                  <a:pt x="2843148" y="749300"/>
                </a:moveTo>
                <a:lnTo>
                  <a:pt x="2826765" y="774700"/>
                </a:lnTo>
                <a:lnTo>
                  <a:pt x="2855213" y="800100"/>
                </a:lnTo>
                <a:lnTo>
                  <a:pt x="2871596" y="762000"/>
                </a:lnTo>
                <a:lnTo>
                  <a:pt x="2843148" y="749300"/>
                </a:lnTo>
                <a:close/>
              </a:path>
              <a:path w="3655059" h="3630295">
                <a:moveTo>
                  <a:pt x="2998723" y="762000"/>
                </a:moveTo>
                <a:lnTo>
                  <a:pt x="2981451" y="787400"/>
                </a:lnTo>
                <a:lnTo>
                  <a:pt x="3011423" y="800100"/>
                </a:lnTo>
                <a:lnTo>
                  <a:pt x="3028568" y="774700"/>
                </a:lnTo>
                <a:lnTo>
                  <a:pt x="2998723" y="762000"/>
                </a:lnTo>
                <a:close/>
              </a:path>
              <a:path w="3655059" h="3630295">
                <a:moveTo>
                  <a:pt x="3404996" y="749300"/>
                </a:moveTo>
                <a:lnTo>
                  <a:pt x="3385311" y="787400"/>
                </a:lnTo>
                <a:lnTo>
                  <a:pt x="3419474" y="800100"/>
                </a:lnTo>
                <a:lnTo>
                  <a:pt x="3439159" y="762000"/>
                </a:lnTo>
                <a:lnTo>
                  <a:pt x="3404996" y="749300"/>
                </a:lnTo>
                <a:close/>
              </a:path>
              <a:path w="3655059" h="3630295">
                <a:moveTo>
                  <a:pt x="348106" y="774700"/>
                </a:moveTo>
                <a:lnTo>
                  <a:pt x="343153" y="774700"/>
                </a:lnTo>
                <a:lnTo>
                  <a:pt x="346328" y="787400"/>
                </a:lnTo>
                <a:lnTo>
                  <a:pt x="348106" y="774700"/>
                </a:lnTo>
                <a:close/>
              </a:path>
              <a:path w="3655059" h="3630295">
                <a:moveTo>
                  <a:pt x="915669" y="774700"/>
                </a:moveTo>
                <a:lnTo>
                  <a:pt x="906779" y="774700"/>
                </a:lnTo>
                <a:lnTo>
                  <a:pt x="901826" y="787400"/>
                </a:lnTo>
                <a:lnTo>
                  <a:pt x="910589" y="787400"/>
                </a:lnTo>
                <a:lnTo>
                  <a:pt x="915669" y="774700"/>
                </a:lnTo>
                <a:close/>
              </a:path>
              <a:path w="3655059" h="3630295">
                <a:moveTo>
                  <a:pt x="1313052" y="762000"/>
                </a:moveTo>
                <a:lnTo>
                  <a:pt x="1305559" y="774700"/>
                </a:lnTo>
                <a:lnTo>
                  <a:pt x="1318640" y="787400"/>
                </a:lnTo>
                <a:lnTo>
                  <a:pt x="1326133" y="774700"/>
                </a:lnTo>
                <a:lnTo>
                  <a:pt x="1313052" y="762000"/>
                </a:lnTo>
                <a:close/>
              </a:path>
              <a:path w="3655059" h="3630295">
                <a:moveTo>
                  <a:pt x="1875027" y="762000"/>
                </a:moveTo>
                <a:lnTo>
                  <a:pt x="1864359" y="774700"/>
                </a:lnTo>
                <a:lnTo>
                  <a:pt x="1882901" y="787400"/>
                </a:lnTo>
                <a:lnTo>
                  <a:pt x="1893569" y="774700"/>
                </a:lnTo>
                <a:lnTo>
                  <a:pt x="1875027" y="762000"/>
                </a:lnTo>
                <a:close/>
              </a:path>
              <a:path w="3655059" h="3630295">
                <a:moveTo>
                  <a:pt x="2281300" y="749300"/>
                </a:moveTo>
                <a:lnTo>
                  <a:pt x="2268219" y="774700"/>
                </a:lnTo>
                <a:lnTo>
                  <a:pt x="2290952" y="787400"/>
                </a:lnTo>
                <a:lnTo>
                  <a:pt x="2304033" y="762000"/>
                </a:lnTo>
                <a:lnTo>
                  <a:pt x="2281300" y="749300"/>
                </a:lnTo>
                <a:close/>
              </a:path>
              <a:path w="3655059" h="3630295">
                <a:moveTo>
                  <a:pt x="2687573" y="736600"/>
                </a:moveTo>
                <a:lnTo>
                  <a:pt x="2671952" y="774700"/>
                </a:lnTo>
                <a:lnTo>
                  <a:pt x="2699003" y="787400"/>
                </a:lnTo>
                <a:lnTo>
                  <a:pt x="2714624" y="762000"/>
                </a:lnTo>
                <a:lnTo>
                  <a:pt x="2687573" y="736600"/>
                </a:lnTo>
                <a:close/>
              </a:path>
              <a:path w="3655059" h="3630295">
                <a:moveTo>
                  <a:pt x="3249421" y="736600"/>
                </a:moveTo>
                <a:lnTo>
                  <a:pt x="3230752" y="774700"/>
                </a:lnTo>
                <a:lnTo>
                  <a:pt x="3263264" y="787400"/>
                </a:lnTo>
                <a:lnTo>
                  <a:pt x="3281933" y="762000"/>
                </a:lnTo>
                <a:lnTo>
                  <a:pt x="3249421" y="736600"/>
                </a:lnTo>
                <a:close/>
              </a:path>
              <a:path w="3655059" h="3630295">
                <a:moveTo>
                  <a:pt x="751331" y="762000"/>
                </a:moveTo>
                <a:lnTo>
                  <a:pt x="747140" y="774700"/>
                </a:lnTo>
                <a:lnTo>
                  <a:pt x="758443" y="774700"/>
                </a:lnTo>
                <a:lnTo>
                  <a:pt x="751331" y="762000"/>
                </a:lnTo>
                <a:close/>
              </a:path>
              <a:path w="3655059" h="3630295">
                <a:moveTo>
                  <a:pt x="1168907" y="762000"/>
                </a:moveTo>
                <a:lnTo>
                  <a:pt x="1151000" y="762000"/>
                </a:lnTo>
                <a:lnTo>
                  <a:pt x="1162430" y="774700"/>
                </a:lnTo>
                <a:lnTo>
                  <a:pt x="1168907" y="762000"/>
                </a:lnTo>
                <a:close/>
              </a:path>
              <a:path w="3655059" h="3630295">
                <a:moveTo>
                  <a:pt x="1579498" y="749300"/>
                </a:moveTo>
                <a:lnTo>
                  <a:pt x="1563877" y="749300"/>
                </a:lnTo>
                <a:lnTo>
                  <a:pt x="1554860" y="762000"/>
                </a:lnTo>
                <a:lnTo>
                  <a:pt x="1570481" y="774700"/>
                </a:lnTo>
                <a:lnTo>
                  <a:pt x="1579498" y="749300"/>
                </a:lnTo>
                <a:close/>
              </a:path>
              <a:path w="3655059" h="3630295">
                <a:moveTo>
                  <a:pt x="1719452" y="749300"/>
                </a:moveTo>
                <a:lnTo>
                  <a:pt x="1709546" y="774700"/>
                </a:lnTo>
                <a:lnTo>
                  <a:pt x="1726691" y="774700"/>
                </a:lnTo>
                <a:lnTo>
                  <a:pt x="1736470" y="762000"/>
                </a:lnTo>
                <a:lnTo>
                  <a:pt x="1719452" y="749300"/>
                </a:lnTo>
                <a:close/>
              </a:path>
              <a:path w="3655059" h="3630295">
                <a:moveTo>
                  <a:pt x="2125725" y="749300"/>
                </a:moveTo>
                <a:lnTo>
                  <a:pt x="2113406" y="762000"/>
                </a:lnTo>
                <a:lnTo>
                  <a:pt x="2134742" y="774700"/>
                </a:lnTo>
                <a:lnTo>
                  <a:pt x="2147061" y="762000"/>
                </a:lnTo>
                <a:lnTo>
                  <a:pt x="2125725" y="749300"/>
                </a:lnTo>
                <a:close/>
              </a:path>
              <a:path w="3655059" h="3630295">
                <a:moveTo>
                  <a:pt x="2531998" y="736600"/>
                </a:moveTo>
                <a:lnTo>
                  <a:pt x="2517139" y="762000"/>
                </a:lnTo>
                <a:lnTo>
                  <a:pt x="2542793" y="774700"/>
                </a:lnTo>
                <a:lnTo>
                  <a:pt x="2557652" y="749300"/>
                </a:lnTo>
                <a:lnTo>
                  <a:pt x="2531998" y="736600"/>
                </a:lnTo>
                <a:close/>
              </a:path>
              <a:path w="3655059" h="3630295">
                <a:moveTo>
                  <a:pt x="2938271" y="723900"/>
                </a:moveTo>
                <a:lnTo>
                  <a:pt x="2921253" y="749300"/>
                </a:lnTo>
                <a:lnTo>
                  <a:pt x="2950844" y="774700"/>
                </a:lnTo>
                <a:lnTo>
                  <a:pt x="2967989" y="736600"/>
                </a:lnTo>
                <a:lnTo>
                  <a:pt x="2938271" y="723900"/>
                </a:lnTo>
                <a:close/>
              </a:path>
              <a:path w="3655059" h="3630295">
                <a:moveTo>
                  <a:pt x="3093846" y="736600"/>
                </a:moveTo>
                <a:lnTo>
                  <a:pt x="3075939" y="762000"/>
                </a:lnTo>
                <a:lnTo>
                  <a:pt x="3107054" y="774700"/>
                </a:lnTo>
                <a:lnTo>
                  <a:pt x="3124961" y="749300"/>
                </a:lnTo>
                <a:lnTo>
                  <a:pt x="3093846" y="736600"/>
                </a:lnTo>
                <a:close/>
              </a:path>
              <a:path w="3655059" h="3630295">
                <a:moveTo>
                  <a:pt x="3500119" y="723900"/>
                </a:moveTo>
                <a:lnTo>
                  <a:pt x="3479799" y="762000"/>
                </a:lnTo>
                <a:lnTo>
                  <a:pt x="3515105" y="774700"/>
                </a:lnTo>
                <a:lnTo>
                  <a:pt x="3535552" y="736600"/>
                </a:lnTo>
                <a:lnTo>
                  <a:pt x="3500119" y="723900"/>
                </a:lnTo>
                <a:close/>
              </a:path>
              <a:path w="3655059" h="3630295">
                <a:moveTo>
                  <a:pt x="3654551" y="725170"/>
                </a:moveTo>
                <a:lnTo>
                  <a:pt x="3634485" y="762000"/>
                </a:lnTo>
                <a:lnTo>
                  <a:pt x="3654551" y="774700"/>
                </a:lnTo>
                <a:lnTo>
                  <a:pt x="3654551" y="725170"/>
                </a:lnTo>
                <a:close/>
              </a:path>
              <a:path w="3655059" h="3630295">
                <a:moveTo>
                  <a:pt x="444626" y="749300"/>
                </a:moveTo>
                <a:lnTo>
                  <a:pt x="437514" y="749300"/>
                </a:lnTo>
                <a:lnTo>
                  <a:pt x="441959" y="762000"/>
                </a:lnTo>
                <a:lnTo>
                  <a:pt x="444626" y="749300"/>
                </a:lnTo>
                <a:close/>
              </a:path>
              <a:path w="3655059" h="3630295">
                <a:moveTo>
                  <a:pt x="1011935" y="749300"/>
                </a:moveTo>
                <a:lnTo>
                  <a:pt x="1002029" y="749300"/>
                </a:lnTo>
                <a:lnTo>
                  <a:pt x="996187" y="762000"/>
                </a:lnTo>
                <a:lnTo>
                  <a:pt x="1006220" y="762000"/>
                </a:lnTo>
                <a:lnTo>
                  <a:pt x="1011935" y="749300"/>
                </a:lnTo>
                <a:close/>
              </a:path>
              <a:path w="3655059" h="3630295">
                <a:moveTo>
                  <a:pt x="1408302" y="736600"/>
                </a:moveTo>
                <a:lnTo>
                  <a:pt x="1400301" y="749300"/>
                </a:lnTo>
                <a:lnTo>
                  <a:pt x="1414271" y="762000"/>
                </a:lnTo>
                <a:lnTo>
                  <a:pt x="1422272" y="749300"/>
                </a:lnTo>
                <a:lnTo>
                  <a:pt x="1408302" y="736600"/>
                </a:lnTo>
                <a:close/>
              </a:path>
              <a:path w="3655059" h="3630295">
                <a:moveTo>
                  <a:pt x="1814575" y="723900"/>
                </a:moveTo>
                <a:lnTo>
                  <a:pt x="1803907" y="749300"/>
                </a:lnTo>
                <a:lnTo>
                  <a:pt x="1822322" y="762000"/>
                </a:lnTo>
                <a:lnTo>
                  <a:pt x="1832990" y="736600"/>
                </a:lnTo>
                <a:lnTo>
                  <a:pt x="1814575" y="723900"/>
                </a:lnTo>
                <a:close/>
              </a:path>
              <a:path w="3655059" h="3630295">
                <a:moveTo>
                  <a:pt x="1970150" y="736600"/>
                </a:moveTo>
                <a:lnTo>
                  <a:pt x="1958847" y="749300"/>
                </a:lnTo>
                <a:lnTo>
                  <a:pt x="1978532" y="762000"/>
                </a:lnTo>
                <a:lnTo>
                  <a:pt x="1989835" y="749300"/>
                </a:lnTo>
                <a:lnTo>
                  <a:pt x="1970150" y="736600"/>
                </a:lnTo>
                <a:close/>
              </a:path>
              <a:path w="3655059" h="3630295">
                <a:moveTo>
                  <a:pt x="2376423" y="723900"/>
                </a:moveTo>
                <a:lnTo>
                  <a:pt x="2362580" y="749300"/>
                </a:lnTo>
                <a:lnTo>
                  <a:pt x="2386583" y="762000"/>
                </a:lnTo>
                <a:lnTo>
                  <a:pt x="2400426" y="736600"/>
                </a:lnTo>
                <a:lnTo>
                  <a:pt x="2376423" y="723900"/>
                </a:lnTo>
                <a:close/>
              </a:path>
              <a:path w="3655059" h="3630295">
                <a:moveTo>
                  <a:pt x="2782696" y="711200"/>
                </a:moveTo>
                <a:lnTo>
                  <a:pt x="2766440" y="749300"/>
                </a:lnTo>
                <a:lnTo>
                  <a:pt x="2794634" y="762000"/>
                </a:lnTo>
                <a:lnTo>
                  <a:pt x="2811017" y="736600"/>
                </a:lnTo>
                <a:lnTo>
                  <a:pt x="2782696" y="711200"/>
                </a:lnTo>
                <a:close/>
              </a:path>
              <a:path w="3655059" h="3630295">
                <a:moveTo>
                  <a:pt x="3189096" y="711200"/>
                </a:moveTo>
                <a:lnTo>
                  <a:pt x="3170427" y="736600"/>
                </a:lnTo>
                <a:lnTo>
                  <a:pt x="3202685" y="762000"/>
                </a:lnTo>
                <a:lnTo>
                  <a:pt x="3221354" y="723900"/>
                </a:lnTo>
                <a:lnTo>
                  <a:pt x="3189096" y="711200"/>
                </a:lnTo>
                <a:close/>
              </a:path>
              <a:path w="3655059" h="3630295">
                <a:moveTo>
                  <a:pt x="3344544" y="711200"/>
                </a:moveTo>
                <a:lnTo>
                  <a:pt x="3324986" y="749300"/>
                </a:lnTo>
                <a:lnTo>
                  <a:pt x="3358895" y="762000"/>
                </a:lnTo>
                <a:lnTo>
                  <a:pt x="3378453" y="736600"/>
                </a:lnTo>
                <a:lnTo>
                  <a:pt x="3344544" y="711200"/>
                </a:lnTo>
                <a:close/>
              </a:path>
              <a:path w="3655059" h="3630295">
                <a:moveTo>
                  <a:pt x="846454" y="736600"/>
                </a:moveTo>
                <a:lnTo>
                  <a:pt x="841501" y="749300"/>
                </a:lnTo>
                <a:lnTo>
                  <a:pt x="854963" y="749300"/>
                </a:lnTo>
                <a:lnTo>
                  <a:pt x="846454" y="736600"/>
                </a:lnTo>
                <a:close/>
              </a:path>
              <a:path w="3655059" h="3630295">
                <a:moveTo>
                  <a:pt x="1252727" y="723900"/>
                </a:moveTo>
                <a:lnTo>
                  <a:pt x="1245234" y="736600"/>
                </a:lnTo>
                <a:lnTo>
                  <a:pt x="1258061" y="749300"/>
                </a:lnTo>
                <a:lnTo>
                  <a:pt x="1265427" y="736600"/>
                </a:lnTo>
                <a:lnTo>
                  <a:pt x="1252727" y="723900"/>
                </a:lnTo>
                <a:close/>
              </a:path>
              <a:path w="3655059" h="3630295">
                <a:moveTo>
                  <a:pt x="1675891" y="723900"/>
                </a:moveTo>
                <a:lnTo>
                  <a:pt x="1659000" y="723900"/>
                </a:lnTo>
                <a:lnTo>
                  <a:pt x="1649348" y="736600"/>
                </a:lnTo>
                <a:lnTo>
                  <a:pt x="1666112" y="749300"/>
                </a:lnTo>
                <a:lnTo>
                  <a:pt x="1675891" y="723900"/>
                </a:lnTo>
                <a:close/>
              </a:path>
              <a:path w="3655059" h="3630295">
                <a:moveTo>
                  <a:pt x="2220848" y="711200"/>
                </a:moveTo>
                <a:lnTo>
                  <a:pt x="2207894" y="736600"/>
                </a:lnTo>
                <a:lnTo>
                  <a:pt x="2230373" y="749300"/>
                </a:lnTo>
                <a:lnTo>
                  <a:pt x="2243454" y="736600"/>
                </a:lnTo>
                <a:lnTo>
                  <a:pt x="2220848" y="711200"/>
                </a:lnTo>
                <a:close/>
              </a:path>
              <a:path w="3655059" h="3630295">
                <a:moveTo>
                  <a:pt x="2627121" y="711200"/>
                </a:moveTo>
                <a:lnTo>
                  <a:pt x="2611627" y="736600"/>
                </a:lnTo>
                <a:lnTo>
                  <a:pt x="2638424" y="749300"/>
                </a:lnTo>
                <a:lnTo>
                  <a:pt x="2653918" y="723900"/>
                </a:lnTo>
                <a:lnTo>
                  <a:pt x="2627121" y="711200"/>
                </a:lnTo>
                <a:close/>
              </a:path>
              <a:path w="3655059" h="3630295">
                <a:moveTo>
                  <a:pt x="3033394" y="698500"/>
                </a:moveTo>
                <a:lnTo>
                  <a:pt x="3015487" y="723900"/>
                </a:lnTo>
                <a:lnTo>
                  <a:pt x="3046602" y="749300"/>
                </a:lnTo>
                <a:lnTo>
                  <a:pt x="3064509" y="711200"/>
                </a:lnTo>
                <a:lnTo>
                  <a:pt x="3033394" y="698500"/>
                </a:lnTo>
                <a:close/>
              </a:path>
              <a:path w="3655059" h="3630295">
                <a:moveTo>
                  <a:pt x="3595242" y="698500"/>
                </a:moveTo>
                <a:lnTo>
                  <a:pt x="3574033" y="736600"/>
                </a:lnTo>
                <a:lnTo>
                  <a:pt x="3610863" y="749300"/>
                </a:lnTo>
                <a:lnTo>
                  <a:pt x="3632072" y="711200"/>
                </a:lnTo>
                <a:lnTo>
                  <a:pt x="3595242" y="698500"/>
                </a:lnTo>
                <a:close/>
              </a:path>
              <a:path w="3655059" h="3630295">
                <a:moveTo>
                  <a:pt x="540765" y="723900"/>
                </a:moveTo>
                <a:lnTo>
                  <a:pt x="532129" y="723900"/>
                </a:lnTo>
                <a:lnTo>
                  <a:pt x="537590" y="736600"/>
                </a:lnTo>
                <a:lnTo>
                  <a:pt x="540765" y="723900"/>
                </a:lnTo>
                <a:close/>
              </a:path>
              <a:path w="3655059" h="3630295">
                <a:moveTo>
                  <a:pt x="1108328" y="723900"/>
                </a:moveTo>
                <a:lnTo>
                  <a:pt x="1097152" y="723900"/>
                </a:lnTo>
                <a:lnTo>
                  <a:pt x="1090675" y="736600"/>
                </a:lnTo>
                <a:lnTo>
                  <a:pt x="1101851" y="736600"/>
                </a:lnTo>
                <a:lnTo>
                  <a:pt x="1108328" y="723900"/>
                </a:lnTo>
                <a:close/>
              </a:path>
              <a:path w="3655059" h="3630295">
                <a:moveTo>
                  <a:pt x="1503425" y="711200"/>
                </a:moveTo>
                <a:lnTo>
                  <a:pt x="1494535" y="723900"/>
                </a:lnTo>
                <a:lnTo>
                  <a:pt x="1509902" y="736600"/>
                </a:lnTo>
                <a:lnTo>
                  <a:pt x="1518792" y="723900"/>
                </a:lnTo>
                <a:lnTo>
                  <a:pt x="1503425" y="711200"/>
                </a:lnTo>
                <a:close/>
              </a:path>
              <a:path w="3655059" h="3630295">
                <a:moveTo>
                  <a:pt x="1909698" y="698500"/>
                </a:moveTo>
                <a:lnTo>
                  <a:pt x="1898522" y="723900"/>
                </a:lnTo>
                <a:lnTo>
                  <a:pt x="1917953" y="736600"/>
                </a:lnTo>
                <a:lnTo>
                  <a:pt x="1929256" y="711200"/>
                </a:lnTo>
                <a:lnTo>
                  <a:pt x="1909698" y="698500"/>
                </a:lnTo>
                <a:close/>
              </a:path>
              <a:path w="3655059" h="3630295">
                <a:moveTo>
                  <a:pt x="2065273" y="711200"/>
                </a:moveTo>
                <a:lnTo>
                  <a:pt x="2053081" y="723900"/>
                </a:lnTo>
                <a:lnTo>
                  <a:pt x="2074163" y="736600"/>
                </a:lnTo>
                <a:lnTo>
                  <a:pt x="2086355" y="723900"/>
                </a:lnTo>
                <a:lnTo>
                  <a:pt x="2065273" y="711200"/>
                </a:lnTo>
                <a:close/>
              </a:path>
              <a:path w="3655059" h="3630295">
                <a:moveTo>
                  <a:pt x="2471546" y="698500"/>
                </a:moveTo>
                <a:lnTo>
                  <a:pt x="2456941" y="723900"/>
                </a:lnTo>
                <a:lnTo>
                  <a:pt x="2482341" y="736600"/>
                </a:lnTo>
                <a:lnTo>
                  <a:pt x="2496946" y="711200"/>
                </a:lnTo>
                <a:lnTo>
                  <a:pt x="2471546" y="698500"/>
                </a:lnTo>
                <a:close/>
              </a:path>
              <a:path w="3655059" h="3630295">
                <a:moveTo>
                  <a:pt x="2877819" y="685800"/>
                </a:moveTo>
                <a:lnTo>
                  <a:pt x="2860928" y="723900"/>
                </a:lnTo>
                <a:lnTo>
                  <a:pt x="2890265" y="736600"/>
                </a:lnTo>
                <a:lnTo>
                  <a:pt x="2907283" y="711200"/>
                </a:lnTo>
                <a:lnTo>
                  <a:pt x="2877819" y="685800"/>
                </a:lnTo>
                <a:close/>
              </a:path>
              <a:path w="3655059" h="3630295">
                <a:moveTo>
                  <a:pt x="3284092" y="673100"/>
                </a:moveTo>
                <a:lnTo>
                  <a:pt x="3264661" y="711200"/>
                </a:lnTo>
                <a:lnTo>
                  <a:pt x="3298443" y="736600"/>
                </a:lnTo>
                <a:lnTo>
                  <a:pt x="3317874" y="698500"/>
                </a:lnTo>
                <a:lnTo>
                  <a:pt x="3284092" y="673100"/>
                </a:lnTo>
                <a:close/>
              </a:path>
              <a:path w="3655059" h="3630295">
                <a:moveTo>
                  <a:pt x="3439794" y="685800"/>
                </a:moveTo>
                <a:lnTo>
                  <a:pt x="3419474" y="723900"/>
                </a:lnTo>
                <a:lnTo>
                  <a:pt x="3454526" y="736600"/>
                </a:lnTo>
                <a:lnTo>
                  <a:pt x="3474846" y="711200"/>
                </a:lnTo>
                <a:lnTo>
                  <a:pt x="3439794" y="685800"/>
                </a:lnTo>
                <a:close/>
              </a:path>
              <a:path w="3655059" h="3630295">
                <a:moveTo>
                  <a:pt x="383920" y="711200"/>
                </a:moveTo>
                <a:lnTo>
                  <a:pt x="379602" y="711200"/>
                </a:lnTo>
                <a:lnTo>
                  <a:pt x="377189" y="723900"/>
                </a:lnTo>
                <a:lnTo>
                  <a:pt x="381507" y="723900"/>
                </a:lnTo>
                <a:lnTo>
                  <a:pt x="383920" y="711200"/>
                </a:lnTo>
                <a:close/>
              </a:path>
              <a:path w="3655059" h="3630295">
                <a:moveTo>
                  <a:pt x="786002" y="698500"/>
                </a:moveTo>
                <a:lnTo>
                  <a:pt x="781176" y="711200"/>
                </a:lnTo>
                <a:lnTo>
                  <a:pt x="789431" y="723900"/>
                </a:lnTo>
                <a:lnTo>
                  <a:pt x="794257" y="711200"/>
                </a:lnTo>
                <a:lnTo>
                  <a:pt x="786002" y="698500"/>
                </a:lnTo>
                <a:close/>
              </a:path>
              <a:path w="3655059" h="3630295">
                <a:moveTo>
                  <a:pt x="941577" y="711200"/>
                </a:moveTo>
                <a:lnTo>
                  <a:pt x="935989" y="723900"/>
                </a:lnTo>
                <a:lnTo>
                  <a:pt x="951229" y="723900"/>
                </a:lnTo>
                <a:lnTo>
                  <a:pt x="941577" y="711200"/>
                </a:lnTo>
                <a:close/>
              </a:path>
              <a:path w="3655059" h="3630295">
                <a:moveTo>
                  <a:pt x="1347850" y="698500"/>
                </a:moveTo>
                <a:lnTo>
                  <a:pt x="1339722" y="711200"/>
                </a:lnTo>
                <a:lnTo>
                  <a:pt x="1353692" y="723900"/>
                </a:lnTo>
                <a:lnTo>
                  <a:pt x="1361820" y="711200"/>
                </a:lnTo>
                <a:lnTo>
                  <a:pt x="1347850" y="698500"/>
                </a:lnTo>
                <a:close/>
              </a:path>
              <a:path w="3655059" h="3630295">
                <a:moveTo>
                  <a:pt x="1772411" y="698500"/>
                </a:moveTo>
                <a:lnTo>
                  <a:pt x="1754123" y="698500"/>
                </a:lnTo>
                <a:lnTo>
                  <a:pt x="1743582" y="711200"/>
                </a:lnTo>
                <a:lnTo>
                  <a:pt x="1761870" y="723900"/>
                </a:lnTo>
                <a:lnTo>
                  <a:pt x="1772411" y="698500"/>
                </a:lnTo>
                <a:close/>
              </a:path>
              <a:path w="3655059" h="3630295">
                <a:moveTo>
                  <a:pt x="2160396" y="685800"/>
                </a:moveTo>
                <a:lnTo>
                  <a:pt x="2147569" y="711200"/>
                </a:lnTo>
                <a:lnTo>
                  <a:pt x="2169921" y="723900"/>
                </a:lnTo>
                <a:lnTo>
                  <a:pt x="2182748" y="698500"/>
                </a:lnTo>
                <a:lnTo>
                  <a:pt x="2160396" y="685800"/>
                </a:lnTo>
                <a:close/>
              </a:path>
              <a:path w="3655059" h="3630295">
                <a:moveTo>
                  <a:pt x="2315971" y="685800"/>
                </a:moveTo>
                <a:lnTo>
                  <a:pt x="2302382" y="711200"/>
                </a:lnTo>
                <a:lnTo>
                  <a:pt x="2326004" y="723900"/>
                </a:lnTo>
                <a:lnTo>
                  <a:pt x="2339720" y="698500"/>
                </a:lnTo>
                <a:lnTo>
                  <a:pt x="2315971" y="685800"/>
                </a:lnTo>
                <a:close/>
              </a:path>
              <a:path w="3655059" h="3630295">
                <a:moveTo>
                  <a:pt x="2722244" y="685800"/>
                </a:moveTo>
                <a:lnTo>
                  <a:pt x="2706115" y="711200"/>
                </a:lnTo>
                <a:lnTo>
                  <a:pt x="2734182" y="723900"/>
                </a:lnTo>
                <a:lnTo>
                  <a:pt x="2750311" y="698500"/>
                </a:lnTo>
                <a:lnTo>
                  <a:pt x="2722244" y="685800"/>
                </a:lnTo>
                <a:close/>
              </a:path>
              <a:path w="3655059" h="3630295">
                <a:moveTo>
                  <a:pt x="3128517" y="673100"/>
                </a:moveTo>
                <a:lnTo>
                  <a:pt x="3109975" y="698500"/>
                </a:lnTo>
                <a:lnTo>
                  <a:pt x="3142233" y="723900"/>
                </a:lnTo>
                <a:lnTo>
                  <a:pt x="3160775" y="685800"/>
                </a:lnTo>
                <a:lnTo>
                  <a:pt x="3128517" y="673100"/>
                </a:lnTo>
                <a:close/>
              </a:path>
              <a:path w="3655059" h="3630295">
                <a:moveTo>
                  <a:pt x="3534790" y="660400"/>
                </a:moveTo>
                <a:lnTo>
                  <a:pt x="3513708" y="698500"/>
                </a:lnTo>
                <a:lnTo>
                  <a:pt x="3550284" y="723900"/>
                </a:lnTo>
                <a:lnTo>
                  <a:pt x="3571366" y="685800"/>
                </a:lnTo>
                <a:lnTo>
                  <a:pt x="3534790" y="660400"/>
                </a:lnTo>
                <a:close/>
              </a:path>
              <a:path w="3655059" h="3630295">
                <a:moveTo>
                  <a:pt x="637285" y="698500"/>
                </a:moveTo>
                <a:lnTo>
                  <a:pt x="626363" y="698500"/>
                </a:lnTo>
                <a:lnTo>
                  <a:pt x="633348" y="711200"/>
                </a:lnTo>
                <a:lnTo>
                  <a:pt x="637285" y="698500"/>
                </a:lnTo>
                <a:close/>
              </a:path>
              <a:path w="3655059" h="3630295">
                <a:moveTo>
                  <a:pt x="1204848" y="698500"/>
                </a:moveTo>
                <a:lnTo>
                  <a:pt x="1192275" y="698500"/>
                </a:lnTo>
                <a:lnTo>
                  <a:pt x="1185036" y="711200"/>
                </a:lnTo>
                <a:lnTo>
                  <a:pt x="1197609" y="711200"/>
                </a:lnTo>
                <a:lnTo>
                  <a:pt x="1204848" y="698500"/>
                </a:lnTo>
                <a:close/>
              </a:path>
              <a:path w="3655059" h="3630295">
                <a:moveTo>
                  <a:pt x="1598548" y="685800"/>
                </a:moveTo>
                <a:lnTo>
                  <a:pt x="1588769" y="698500"/>
                </a:lnTo>
                <a:lnTo>
                  <a:pt x="1605660" y="711200"/>
                </a:lnTo>
                <a:lnTo>
                  <a:pt x="1615312" y="698500"/>
                </a:lnTo>
                <a:lnTo>
                  <a:pt x="1598548" y="685800"/>
                </a:lnTo>
                <a:close/>
              </a:path>
              <a:path w="3655059" h="3630295">
                <a:moveTo>
                  <a:pt x="2004821" y="673100"/>
                </a:moveTo>
                <a:lnTo>
                  <a:pt x="1992756" y="698500"/>
                </a:lnTo>
                <a:lnTo>
                  <a:pt x="2013711" y="711200"/>
                </a:lnTo>
                <a:lnTo>
                  <a:pt x="2025776" y="685800"/>
                </a:lnTo>
                <a:lnTo>
                  <a:pt x="2004821" y="673100"/>
                </a:lnTo>
                <a:close/>
              </a:path>
              <a:path w="3655059" h="3630295">
                <a:moveTo>
                  <a:pt x="2566669" y="673100"/>
                </a:moveTo>
                <a:lnTo>
                  <a:pt x="2551429" y="698500"/>
                </a:lnTo>
                <a:lnTo>
                  <a:pt x="2577972" y="711200"/>
                </a:lnTo>
                <a:lnTo>
                  <a:pt x="2593212" y="685800"/>
                </a:lnTo>
                <a:lnTo>
                  <a:pt x="2566669" y="673100"/>
                </a:lnTo>
                <a:close/>
              </a:path>
              <a:path w="3655059" h="3630295">
                <a:moveTo>
                  <a:pt x="2972942" y="660400"/>
                </a:moveTo>
                <a:lnTo>
                  <a:pt x="2955162" y="698500"/>
                </a:lnTo>
                <a:lnTo>
                  <a:pt x="2986023" y="711200"/>
                </a:lnTo>
                <a:lnTo>
                  <a:pt x="3003803" y="685800"/>
                </a:lnTo>
                <a:lnTo>
                  <a:pt x="2972942" y="660400"/>
                </a:lnTo>
                <a:close/>
              </a:path>
              <a:path w="3655059" h="3630295">
                <a:moveTo>
                  <a:pt x="3379342" y="647700"/>
                </a:moveTo>
                <a:lnTo>
                  <a:pt x="3359149" y="685800"/>
                </a:lnTo>
                <a:lnTo>
                  <a:pt x="3394074" y="711200"/>
                </a:lnTo>
                <a:lnTo>
                  <a:pt x="3414140" y="673100"/>
                </a:lnTo>
                <a:lnTo>
                  <a:pt x="3379342" y="647700"/>
                </a:lnTo>
                <a:close/>
              </a:path>
              <a:path w="3655059" h="3630295">
                <a:moveTo>
                  <a:pt x="480313" y="685800"/>
                </a:moveTo>
                <a:lnTo>
                  <a:pt x="474852" y="685800"/>
                </a:lnTo>
                <a:lnTo>
                  <a:pt x="471677" y="698500"/>
                </a:lnTo>
                <a:lnTo>
                  <a:pt x="477138" y="698500"/>
                </a:lnTo>
                <a:lnTo>
                  <a:pt x="480313" y="685800"/>
                </a:lnTo>
                <a:close/>
              </a:path>
              <a:path w="3655059" h="3630295">
                <a:moveTo>
                  <a:pt x="881125" y="673100"/>
                </a:moveTo>
                <a:lnTo>
                  <a:pt x="875410" y="685800"/>
                </a:lnTo>
                <a:lnTo>
                  <a:pt x="885189" y="698500"/>
                </a:lnTo>
                <a:lnTo>
                  <a:pt x="890777" y="685800"/>
                </a:lnTo>
                <a:lnTo>
                  <a:pt x="881125" y="673100"/>
                </a:lnTo>
                <a:close/>
              </a:path>
              <a:path w="3655059" h="3630295">
                <a:moveTo>
                  <a:pt x="1036700" y="685800"/>
                </a:moveTo>
                <a:lnTo>
                  <a:pt x="1030477" y="698500"/>
                </a:lnTo>
                <a:lnTo>
                  <a:pt x="1047622" y="698500"/>
                </a:lnTo>
                <a:lnTo>
                  <a:pt x="1036700" y="685800"/>
                </a:lnTo>
                <a:close/>
              </a:path>
              <a:path w="3655059" h="3630295">
                <a:moveTo>
                  <a:pt x="1442973" y="673100"/>
                </a:moveTo>
                <a:lnTo>
                  <a:pt x="1434210" y="685800"/>
                </a:lnTo>
                <a:lnTo>
                  <a:pt x="1449450" y="698500"/>
                </a:lnTo>
                <a:lnTo>
                  <a:pt x="1458213" y="685800"/>
                </a:lnTo>
                <a:lnTo>
                  <a:pt x="1442973" y="673100"/>
                </a:lnTo>
                <a:close/>
              </a:path>
              <a:path w="3655059" h="3630295">
                <a:moveTo>
                  <a:pt x="1849246" y="660400"/>
                </a:moveTo>
                <a:lnTo>
                  <a:pt x="1838070" y="685800"/>
                </a:lnTo>
                <a:lnTo>
                  <a:pt x="1857501" y="698500"/>
                </a:lnTo>
                <a:lnTo>
                  <a:pt x="1868677" y="673100"/>
                </a:lnTo>
                <a:lnTo>
                  <a:pt x="1849246" y="660400"/>
                </a:lnTo>
                <a:close/>
              </a:path>
              <a:path w="3655059" h="3630295">
                <a:moveTo>
                  <a:pt x="2255519" y="660400"/>
                </a:moveTo>
                <a:lnTo>
                  <a:pt x="2241803" y="685800"/>
                </a:lnTo>
                <a:lnTo>
                  <a:pt x="2265552" y="698500"/>
                </a:lnTo>
                <a:lnTo>
                  <a:pt x="2279268" y="673100"/>
                </a:lnTo>
                <a:lnTo>
                  <a:pt x="2255519" y="660400"/>
                </a:lnTo>
                <a:close/>
              </a:path>
              <a:path w="3655059" h="3630295">
                <a:moveTo>
                  <a:pt x="2411094" y="660400"/>
                </a:moveTo>
                <a:lnTo>
                  <a:pt x="2396616" y="685800"/>
                </a:lnTo>
                <a:lnTo>
                  <a:pt x="2421762" y="698500"/>
                </a:lnTo>
                <a:lnTo>
                  <a:pt x="2436240" y="673100"/>
                </a:lnTo>
                <a:lnTo>
                  <a:pt x="2411094" y="660400"/>
                </a:lnTo>
                <a:close/>
              </a:path>
              <a:path w="3655059" h="3630295">
                <a:moveTo>
                  <a:pt x="2817367" y="647700"/>
                </a:moveTo>
                <a:lnTo>
                  <a:pt x="2800476" y="685800"/>
                </a:lnTo>
                <a:lnTo>
                  <a:pt x="2829813" y="698500"/>
                </a:lnTo>
                <a:lnTo>
                  <a:pt x="2846831" y="673100"/>
                </a:lnTo>
                <a:lnTo>
                  <a:pt x="2817367" y="647700"/>
                </a:lnTo>
                <a:close/>
              </a:path>
              <a:path w="3655059" h="3630295">
                <a:moveTo>
                  <a:pt x="3223767" y="647700"/>
                </a:moveTo>
                <a:lnTo>
                  <a:pt x="3204463" y="673100"/>
                </a:lnTo>
                <a:lnTo>
                  <a:pt x="3237864" y="698500"/>
                </a:lnTo>
                <a:lnTo>
                  <a:pt x="3257168" y="660400"/>
                </a:lnTo>
                <a:lnTo>
                  <a:pt x="3223767" y="647700"/>
                </a:lnTo>
                <a:close/>
              </a:path>
              <a:path w="3655059" h="3630295">
                <a:moveTo>
                  <a:pt x="3630040" y="635000"/>
                </a:moveTo>
                <a:lnTo>
                  <a:pt x="3608196" y="673100"/>
                </a:lnTo>
                <a:lnTo>
                  <a:pt x="3645915" y="698500"/>
                </a:lnTo>
                <a:lnTo>
                  <a:pt x="3654551" y="683260"/>
                </a:lnTo>
                <a:lnTo>
                  <a:pt x="3654551" y="650240"/>
                </a:lnTo>
                <a:lnTo>
                  <a:pt x="3630040" y="635000"/>
                </a:lnTo>
                <a:close/>
              </a:path>
              <a:path w="3655059" h="3630295">
                <a:moveTo>
                  <a:pt x="733551" y="673100"/>
                </a:moveTo>
                <a:lnTo>
                  <a:pt x="720851" y="673100"/>
                </a:lnTo>
                <a:lnTo>
                  <a:pt x="728979" y="685800"/>
                </a:lnTo>
                <a:lnTo>
                  <a:pt x="733551" y="673100"/>
                </a:lnTo>
                <a:close/>
              </a:path>
              <a:path w="3655059" h="3630295">
                <a:moveTo>
                  <a:pt x="1301114" y="673100"/>
                </a:moveTo>
                <a:lnTo>
                  <a:pt x="1287398" y="673100"/>
                </a:lnTo>
                <a:lnTo>
                  <a:pt x="1279397" y="685800"/>
                </a:lnTo>
                <a:lnTo>
                  <a:pt x="1293240" y="685800"/>
                </a:lnTo>
                <a:lnTo>
                  <a:pt x="1301114" y="673100"/>
                </a:lnTo>
                <a:close/>
              </a:path>
              <a:path w="3655059" h="3630295">
                <a:moveTo>
                  <a:pt x="1693671" y="660400"/>
                </a:moveTo>
                <a:lnTo>
                  <a:pt x="1683257" y="673100"/>
                </a:lnTo>
                <a:lnTo>
                  <a:pt x="1701291" y="685800"/>
                </a:lnTo>
                <a:lnTo>
                  <a:pt x="1711705" y="673100"/>
                </a:lnTo>
                <a:lnTo>
                  <a:pt x="1693671" y="660400"/>
                </a:lnTo>
                <a:close/>
              </a:path>
              <a:path w="3655059" h="3630295">
                <a:moveTo>
                  <a:pt x="2099944" y="647700"/>
                </a:moveTo>
                <a:lnTo>
                  <a:pt x="2087117" y="673100"/>
                </a:lnTo>
                <a:lnTo>
                  <a:pt x="2109342" y="685800"/>
                </a:lnTo>
                <a:lnTo>
                  <a:pt x="2122296" y="660400"/>
                </a:lnTo>
                <a:lnTo>
                  <a:pt x="2099944" y="647700"/>
                </a:lnTo>
                <a:close/>
              </a:path>
              <a:path w="3655059" h="3630295">
                <a:moveTo>
                  <a:pt x="2661792" y="647700"/>
                </a:moveTo>
                <a:lnTo>
                  <a:pt x="2645663" y="673100"/>
                </a:lnTo>
                <a:lnTo>
                  <a:pt x="2673603" y="685800"/>
                </a:lnTo>
                <a:lnTo>
                  <a:pt x="2689859" y="660400"/>
                </a:lnTo>
                <a:lnTo>
                  <a:pt x="2661792" y="647700"/>
                </a:lnTo>
                <a:close/>
              </a:path>
              <a:path w="3655059" h="3630295">
                <a:moveTo>
                  <a:pt x="3068192" y="635000"/>
                </a:moveTo>
                <a:lnTo>
                  <a:pt x="3049650" y="673100"/>
                </a:lnTo>
                <a:lnTo>
                  <a:pt x="3081654" y="685800"/>
                </a:lnTo>
                <a:lnTo>
                  <a:pt x="3100196" y="660400"/>
                </a:lnTo>
                <a:lnTo>
                  <a:pt x="3068192" y="635000"/>
                </a:lnTo>
                <a:close/>
              </a:path>
              <a:path w="3655059" h="3630295">
                <a:moveTo>
                  <a:pt x="3474465" y="622300"/>
                </a:moveTo>
                <a:lnTo>
                  <a:pt x="3453510" y="660400"/>
                </a:lnTo>
                <a:lnTo>
                  <a:pt x="3489705" y="685800"/>
                </a:lnTo>
                <a:lnTo>
                  <a:pt x="3510660" y="647700"/>
                </a:lnTo>
                <a:lnTo>
                  <a:pt x="3474465" y="622300"/>
                </a:lnTo>
                <a:close/>
              </a:path>
              <a:path w="3655059" h="3630295">
                <a:moveTo>
                  <a:pt x="576579" y="660400"/>
                </a:moveTo>
                <a:lnTo>
                  <a:pt x="569975" y="660400"/>
                </a:lnTo>
                <a:lnTo>
                  <a:pt x="566165" y="673100"/>
                </a:lnTo>
                <a:lnTo>
                  <a:pt x="572769" y="673100"/>
                </a:lnTo>
                <a:lnTo>
                  <a:pt x="576579" y="660400"/>
                </a:lnTo>
                <a:close/>
              </a:path>
              <a:path w="3655059" h="3630295">
                <a:moveTo>
                  <a:pt x="976248" y="647700"/>
                </a:moveTo>
                <a:lnTo>
                  <a:pt x="970152" y="660400"/>
                </a:lnTo>
                <a:lnTo>
                  <a:pt x="980820" y="673100"/>
                </a:lnTo>
                <a:lnTo>
                  <a:pt x="986916" y="660400"/>
                </a:lnTo>
                <a:lnTo>
                  <a:pt x="976248" y="647700"/>
                </a:lnTo>
                <a:close/>
              </a:path>
              <a:path w="3655059" h="3630295">
                <a:moveTo>
                  <a:pt x="1131823" y="660400"/>
                </a:moveTo>
                <a:lnTo>
                  <a:pt x="1124711" y="673100"/>
                </a:lnTo>
                <a:lnTo>
                  <a:pt x="1144142" y="673100"/>
                </a:lnTo>
                <a:lnTo>
                  <a:pt x="1131823" y="660400"/>
                </a:lnTo>
                <a:close/>
              </a:path>
              <a:path w="3655059" h="3630295">
                <a:moveTo>
                  <a:pt x="1538096" y="647700"/>
                </a:moveTo>
                <a:lnTo>
                  <a:pt x="1528444" y="660400"/>
                </a:lnTo>
                <a:lnTo>
                  <a:pt x="1545081" y="673100"/>
                </a:lnTo>
                <a:lnTo>
                  <a:pt x="1554733" y="660400"/>
                </a:lnTo>
                <a:lnTo>
                  <a:pt x="1538096" y="647700"/>
                </a:lnTo>
                <a:close/>
              </a:path>
              <a:path w="3655059" h="3630295">
                <a:moveTo>
                  <a:pt x="1944369" y="635000"/>
                </a:moveTo>
                <a:lnTo>
                  <a:pt x="1932558" y="660400"/>
                </a:lnTo>
                <a:lnTo>
                  <a:pt x="1953132" y="673100"/>
                </a:lnTo>
                <a:lnTo>
                  <a:pt x="1965070" y="647700"/>
                </a:lnTo>
                <a:lnTo>
                  <a:pt x="1944369" y="635000"/>
                </a:lnTo>
                <a:close/>
              </a:path>
              <a:path w="3655059" h="3630295">
                <a:moveTo>
                  <a:pt x="2350642" y="635000"/>
                </a:moveTo>
                <a:lnTo>
                  <a:pt x="2336291" y="660400"/>
                </a:lnTo>
                <a:lnTo>
                  <a:pt x="2361183" y="673100"/>
                </a:lnTo>
                <a:lnTo>
                  <a:pt x="2375534" y="647700"/>
                </a:lnTo>
                <a:lnTo>
                  <a:pt x="2350642" y="635000"/>
                </a:lnTo>
                <a:close/>
              </a:path>
              <a:path w="3655059" h="3630295">
                <a:moveTo>
                  <a:pt x="2506217" y="635000"/>
                </a:moveTo>
                <a:lnTo>
                  <a:pt x="2491104" y="660400"/>
                </a:lnTo>
                <a:lnTo>
                  <a:pt x="2517393" y="673100"/>
                </a:lnTo>
                <a:lnTo>
                  <a:pt x="2532633" y="647700"/>
                </a:lnTo>
                <a:lnTo>
                  <a:pt x="2506217" y="635000"/>
                </a:lnTo>
                <a:close/>
              </a:path>
              <a:path w="3655059" h="3630295">
                <a:moveTo>
                  <a:pt x="2912490" y="622300"/>
                </a:moveTo>
                <a:lnTo>
                  <a:pt x="2894837" y="660400"/>
                </a:lnTo>
                <a:lnTo>
                  <a:pt x="2925444" y="673100"/>
                </a:lnTo>
                <a:lnTo>
                  <a:pt x="2943097" y="647700"/>
                </a:lnTo>
                <a:lnTo>
                  <a:pt x="2912490" y="622300"/>
                </a:lnTo>
                <a:close/>
              </a:path>
              <a:path w="3655059" h="3630295">
                <a:moveTo>
                  <a:pt x="3318763" y="622300"/>
                </a:moveTo>
                <a:lnTo>
                  <a:pt x="3298697" y="647700"/>
                </a:lnTo>
                <a:lnTo>
                  <a:pt x="3333622" y="673100"/>
                </a:lnTo>
                <a:lnTo>
                  <a:pt x="3353688" y="635000"/>
                </a:lnTo>
                <a:lnTo>
                  <a:pt x="3318763" y="622300"/>
                </a:lnTo>
                <a:close/>
              </a:path>
              <a:path w="3655059" h="3630295">
                <a:moveTo>
                  <a:pt x="414400" y="647700"/>
                </a:moveTo>
                <a:lnTo>
                  <a:pt x="411352" y="660400"/>
                </a:lnTo>
                <a:lnTo>
                  <a:pt x="419607" y="660400"/>
                </a:lnTo>
                <a:lnTo>
                  <a:pt x="414400" y="647700"/>
                </a:lnTo>
                <a:close/>
              </a:path>
              <a:path w="3655059" h="3630295">
                <a:moveTo>
                  <a:pt x="830071" y="647700"/>
                </a:moveTo>
                <a:lnTo>
                  <a:pt x="815212" y="647700"/>
                </a:lnTo>
                <a:lnTo>
                  <a:pt x="824610" y="660400"/>
                </a:lnTo>
                <a:lnTo>
                  <a:pt x="830071" y="647700"/>
                </a:lnTo>
                <a:close/>
              </a:path>
              <a:path w="3655059" h="3630295">
                <a:moveTo>
                  <a:pt x="1240535" y="635000"/>
                </a:moveTo>
                <a:lnTo>
                  <a:pt x="1226946" y="635000"/>
                </a:lnTo>
                <a:lnTo>
                  <a:pt x="1219199" y="647700"/>
                </a:lnTo>
                <a:lnTo>
                  <a:pt x="1232661" y="660400"/>
                </a:lnTo>
                <a:lnTo>
                  <a:pt x="1240535" y="635000"/>
                </a:lnTo>
                <a:close/>
              </a:path>
              <a:path w="3655059" h="3630295">
                <a:moveTo>
                  <a:pt x="1397507" y="647700"/>
                </a:moveTo>
                <a:lnTo>
                  <a:pt x="1382521" y="647700"/>
                </a:lnTo>
                <a:lnTo>
                  <a:pt x="1373885" y="660400"/>
                </a:lnTo>
                <a:lnTo>
                  <a:pt x="1388871" y="660400"/>
                </a:lnTo>
                <a:lnTo>
                  <a:pt x="1397507" y="647700"/>
                </a:lnTo>
                <a:close/>
              </a:path>
              <a:path w="3655059" h="3630295">
                <a:moveTo>
                  <a:pt x="1788794" y="635000"/>
                </a:moveTo>
                <a:lnTo>
                  <a:pt x="1777745" y="647700"/>
                </a:lnTo>
                <a:lnTo>
                  <a:pt x="1796922" y="660400"/>
                </a:lnTo>
                <a:lnTo>
                  <a:pt x="1808098" y="647700"/>
                </a:lnTo>
                <a:lnTo>
                  <a:pt x="1788794" y="635000"/>
                </a:lnTo>
                <a:close/>
              </a:path>
              <a:path w="3655059" h="3630295">
                <a:moveTo>
                  <a:pt x="2195067" y="622300"/>
                </a:moveTo>
                <a:lnTo>
                  <a:pt x="2181605" y="647700"/>
                </a:lnTo>
                <a:lnTo>
                  <a:pt x="2204973" y="660400"/>
                </a:lnTo>
                <a:lnTo>
                  <a:pt x="2218562" y="635000"/>
                </a:lnTo>
                <a:lnTo>
                  <a:pt x="2195067" y="622300"/>
                </a:lnTo>
                <a:close/>
              </a:path>
              <a:path w="3655059" h="3630295">
                <a:moveTo>
                  <a:pt x="2601340" y="609600"/>
                </a:moveTo>
                <a:lnTo>
                  <a:pt x="2585338" y="635000"/>
                </a:lnTo>
                <a:lnTo>
                  <a:pt x="2613151" y="660400"/>
                </a:lnTo>
                <a:lnTo>
                  <a:pt x="2629153" y="622300"/>
                </a:lnTo>
                <a:lnTo>
                  <a:pt x="2601340" y="609600"/>
                </a:lnTo>
                <a:close/>
              </a:path>
              <a:path w="3655059" h="3630295">
                <a:moveTo>
                  <a:pt x="2756915" y="622300"/>
                </a:moveTo>
                <a:lnTo>
                  <a:pt x="2740151" y="647700"/>
                </a:lnTo>
                <a:lnTo>
                  <a:pt x="2769234" y="660400"/>
                </a:lnTo>
                <a:lnTo>
                  <a:pt x="2786125" y="635000"/>
                </a:lnTo>
                <a:lnTo>
                  <a:pt x="2756915" y="622300"/>
                </a:lnTo>
                <a:close/>
              </a:path>
              <a:path w="3655059" h="3630295">
                <a:moveTo>
                  <a:pt x="3163188" y="609600"/>
                </a:moveTo>
                <a:lnTo>
                  <a:pt x="3143884" y="647700"/>
                </a:lnTo>
                <a:lnTo>
                  <a:pt x="3177412" y="660400"/>
                </a:lnTo>
                <a:lnTo>
                  <a:pt x="3196716" y="622300"/>
                </a:lnTo>
                <a:lnTo>
                  <a:pt x="3163188" y="609600"/>
                </a:lnTo>
                <a:close/>
              </a:path>
              <a:path w="3655059" h="3630295">
                <a:moveTo>
                  <a:pt x="3569461" y="596900"/>
                </a:moveTo>
                <a:lnTo>
                  <a:pt x="3547744" y="635000"/>
                </a:lnTo>
                <a:lnTo>
                  <a:pt x="3585463" y="660400"/>
                </a:lnTo>
                <a:lnTo>
                  <a:pt x="3607180" y="622300"/>
                </a:lnTo>
                <a:lnTo>
                  <a:pt x="3569461" y="596900"/>
                </a:lnTo>
                <a:close/>
              </a:path>
              <a:path w="3655059" h="3630295">
                <a:moveTo>
                  <a:pt x="672972" y="635000"/>
                </a:moveTo>
                <a:lnTo>
                  <a:pt x="665098" y="635000"/>
                </a:lnTo>
                <a:lnTo>
                  <a:pt x="660526" y="647700"/>
                </a:lnTo>
                <a:lnTo>
                  <a:pt x="668400" y="647700"/>
                </a:lnTo>
                <a:lnTo>
                  <a:pt x="672972" y="635000"/>
                </a:lnTo>
                <a:close/>
              </a:path>
              <a:path w="3655059" h="3630295">
                <a:moveTo>
                  <a:pt x="1071371" y="622300"/>
                </a:moveTo>
                <a:lnTo>
                  <a:pt x="1064386" y="635000"/>
                </a:lnTo>
                <a:lnTo>
                  <a:pt x="1076451" y="647700"/>
                </a:lnTo>
                <a:lnTo>
                  <a:pt x="1083436" y="635000"/>
                </a:lnTo>
                <a:lnTo>
                  <a:pt x="1071371" y="622300"/>
                </a:lnTo>
                <a:close/>
              </a:path>
              <a:path w="3655059" h="3630295">
                <a:moveTo>
                  <a:pt x="1633219" y="622300"/>
                </a:moveTo>
                <a:lnTo>
                  <a:pt x="1622932" y="635000"/>
                </a:lnTo>
                <a:lnTo>
                  <a:pt x="1640712" y="647700"/>
                </a:lnTo>
                <a:lnTo>
                  <a:pt x="1650999" y="635000"/>
                </a:lnTo>
                <a:lnTo>
                  <a:pt x="1633219" y="622300"/>
                </a:lnTo>
                <a:close/>
              </a:path>
              <a:path w="3655059" h="3630295">
                <a:moveTo>
                  <a:pt x="2039492" y="609600"/>
                </a:moveTo>
                <a:lnTo>
                  <a:pt x="2026792" y="635000"/>
                </a:lnTo>
                <a:lnTo>
                  <a:pt x="2048890" y="647700"/>
                </a:lnTo>
                <a:lnTo>
                  <a:pt x="2061590" y="622300"/>
                </a:lnTo>
                <a:lnTo>
                  <a:pt x="2039492" y="609600"/>
                </a:lnTo>
                <a:close/>
              </a:path>
              <a:path w="3655059" h="3630295">
                <a:moveTo>
                  <a:pt x="2445892" y="596900"/>
                </a:moveTo>
                <a:lnTo>
                  <a:pt x="2430779" y="635000"/>
                </a:lnTo>
                <a:lnTo>
                  <a:pt x="2456814" y="647700"/>
                </a:lnTo>
                <a:lnTo>
                  <a:pt x="2471927" y="622300"/>
                </a:lnTo>
                <a:lnTo>
                  <a:pt x="2445892" y="596900"/>
                </a:lnTo>
                <a:close/>
              </a:path>
              <a:path w="3655059" h="3630295">
                <a:moveTo>
                  <a:pt x="3007740" y="596900"/>
                </a:moveTo>
                <a:lnTo>
                  <a:pt x="2989325" y="635000"/>
                </a:lnTo>
                <a:lnTo>
                  <a:pt x="3021075" y="647700"/>
                </a:lnTo>
                <a:lnTo>
                  <a:pt x="3039490" y="622300"/>
                </a:lnTo>
                <a:lnTo>
                  <a:pt x="3007740" y="596900"/>
                </a:lnTo>
                <a:close/>
              </a:path>
              <a:path w="3655059" h="3630295">
                <a:moveTo>
                  <a:pt x="3414013" y="596900"/>
                </a:moveTo>
                <a:lnTo>
                  <a:pt x="3393185" y="622300"/>
                </a:lnTo>
                <a:lnTo>
                  <a:pt x="3429253" y="647700"/>
                </a:lnTo>
                <a:lnTo>
                  <a:pt x="3450081" y="609600"/>
                </a:lnTo>
                <a:lnTo>
                  <a:pt x="3414013" y="596900"/>
                </a:lnTo>
                <a:close/>
              </a:path>
              <a:path w="3655059" h="3630295">
                <a:moveTo>
                  <a:pt x="509523" y="622300"/>
                </a:moveTo>
                <a:lnTo>
                  <a:pt x="505840" y="635000"/>
                </a:lnTo>
                <a:lnTo>
                  <a:pt x="515873" y="635000"/>
                </a:lnTo>
                <a:lnTo>
                  <a:pt x="509523" y="622300"/>
                </a:lnTo>
                <a:close/>
              </a:path>
              <a:path w="3655059" h="3630295">
                <a:moveTo>
                  <a:pt x="926464" y="622300"/>
                </a:moveTo>
                <a:lnTo>
                  <a:pt x="909573" y="622300"/>
                </a:lnTo>
                <a:lnTo>
                  <a:pt x="920368" y="635000"/>
                </a:lnTo>
                <a:lnTo>
                  <a:pt x="926464" y="622300"/>
                </a:lnTo>
                <a:close/>
              </a:path>
              <a:path w="3655059" h="3630295">
                <a:moveTo>
                  <a:pt x="1337055" y="609600"/>
                </a:moveTo>
                <a:lnTo>
                  <a:pt x="1322069" y="609600"/>
                </a:lnTo>
                <a:lnTo>
                  <a:pt x="1313433" y="622300"/>
                </a:lnTo>
                <a:lnTo>
                  <a:pt x="1328419" y="635000"/>
                </a:lnTo>
                <a:lnTo>
                  <a:pt x="1337055" y="609600"/>
                </a:lnTo>
                <a:close/>
              </a:path>
              <a:path w="3655059" h="3630295">
                <a:moveTo>
                  <a:pt x="1477644" y="609600"/>
                </a:moveTo>
                <a:lnTo>
                  <a:pt x="1468246" y="635000"/>
                </a:lnTo>
                <a:lnTo>
                  <a:pt x="1484629" y="635000"/>
                </a:lnTo>
                <a:lnTo>
                  <a:pt x="1494027" y="622300"/>
                </a:lnTo>
                <a:lnTo>
                  <a:pt x="1477644" y="609600"/>
                </a:lnTo>
                <a:close/>
              </a:path>
              <a:path w="3655059" h="3630295">
                <a:moveTo>
                  <a:pt x="1884044" y="609600"/>
                </a:moveTo>
                <a:lnTo>
                  <a:pt x="1872233" y="622300"/>
                </a:lnTo>
                <a:lnTo>
                  <a:pt x="1892553" y="635000"/>
                </a:lnTo>
                <a:lnTo>
                  <a:pt x="1904364" y="622300"/>
                </a:lnTo>
                <a:lnTo>
                  <a:pt x="1884044" y="609600"/>
                </a:lnTo>
                <a:close/>
              </a:path>
              <a:path w="3655059" h="3630295">
                <a:moveTo>
                  <a:pt x="2290317" y="596900"/>
                </a:moveTo>
                <a:lnTo>
                  <a:pt x="2275966" y="622300"/>
                </a:lnTo>
                <a:lnTo>
                  <a:pt x="2300731" y="635000"/>
                </a:lnTo>
                <a:lnTo>
                  <a:pt x="2314955" y="609600"/>
                </a:lnTo>
                <a:lnTo>
                  <a:pt x="2290317" y="596900"/>
                </a:lnTo>
                <a:close/>
              </a:path>
              <a:path w="3655059" h="3630295">
                <a:moveTo>
                  <a:pt x="2696590" y="584200"/>
                </a:moveTo>
                <a:lnTo>
                  <a:pt x="2679826" y="609600"/>
                </a:lnTo>
                <a:lnTo>
                  <a:pt x="2708782" y="635000"/>
                </a:lnTo>
                <a:lnTo>
                  <a:pt x="2725419" y="596900"/>
                </a:lnTo>
                <a:lnTo>
                  <a:pt x="2696590" y="584200"/>
                </a:lnTo>
                <a:close/>
              </a:path>
              <a:path w="3655059" h="3630295">
                <a:moveTo>
                  <a:pt x="2852165" y="596900"/>
                </a:moveTo>
                <a:lnTo>
                  <a:pt x="2834639" y="622300"/>
                </a:lnTo>
                <a:lnTo>
                  <a:pt x="2864992" y="635000"/>
                </a:lnTo>
                <a:lnTo>
                  <a:pt x="2882518" y="609600"/>
                </a:lnTo>
                <a:lnTo>
                  <a:pt x="2852165" y="596900"/>
                </a:lnTo>
                <a:close/>
              </a:path>
              <a:path w="3655059" h="3630295">
                <a:moveTo>
                  <a:pt x="3258438" y="584200"/>
                </a:moveTo>
                <a:lnTo>
                  <a:pt x="3238372" y="622300"/>
                </a:lnTo>
                <a:lnTo>
                  <a:pt x="3273043" y="635000"/>
                </a:lnTo>
                <a:lnTo>
                  <a:pt x="3292982" y="596900"/>
                </a:lnTo>
                <a:lnTo>
                  <a:pt x="3258438" y="584200"/>
                </a:lnTo>
                <a:close/>
              </a:path>
              <a:path w="3655059" h="3630295">
                <a:moveTo>
                  <a:pt x="769492" y="609600"/>
                </a:moveTo>
                <a:lnTo>
                  <a:pt x="760221" y="609600"/>
                </a:lnTo>
                <a:lnTo>
                  <a:pt x="754887" y="622300"/>
                </a:lnTo>
                <a:lnTo>
                  <a:pt x="764158" y="622300"/>
                </a:lnTo>
                <a:lnTo>
                  <a:pt x="769492" y="609600"/>
                </a:lnTo>
                <a:close/>
              </a:path>
              <a:path w="3655059" h="3630295">
                <a:moveTo>
                  <a:pt x="1166494" y="596900"/>
                </a:moveTo>
                <a:lnTo>
                  <a:pt x="1158620" y="609600"/>
                </a:lnTo>
                <a:lnTo>
                  <a:pt x="1172209" y="622300"/>
                </a:lnTo>
                <a:lnTo>
                  <a:pt x="1179956" y="609600"/>
                </a:lnTo>
                <a:lnTo>
                  <a:pt x="1166494" y="596900"/>
                </a:lnTo>
                <a:close/>
              </a:path>
              <a:path w="3655059" h="3630295">
                <a:moveTo>
                  <a:pt x="1572767" y="584200"/>
                </a:moveTo>
                <a:lnTo>
                  <a:pt x="1562734" y="609600"/>
                </a:lnTo>
                <a:lnTo>
                  <a:pt x="1580260" y="622300"/>
                </a:lnTo>
                <a:lnTo>
                  <a:pt x="1590420" y="596900"/>
                </a:lnTo>
                <a:lnTo>
                  <a:pt x="1572767" y="584200"/>
                </a:lnTo>
                <a:close/>
              </a:path>
              <a:path w="3655059" h="3630295">
                <a:moveTo>
                  <a:pt x="1728342" y="596900"/>
                </a:moveTo>
                <a:lnTo>
                  <a:pt x="1717420" y="609600"/>
                </a:lnTo>
                <a:lnTo>
                  <a:pt x="1736470" y="622300"/>
                </a:lnTo>
                <a:lnTo>
                  <a:pt x="1747392" y="609600"/>
                </a:lnTo>
                <a:lnTo>
                  <a:pt x="1728342" y="596900"/>
                </a:lnTo>
                <a:close/>
              </a:path>
              <a:path w="3655059" h="3630295">
                <a:moveTo>
                  <a:pt x="2134615" y="584200"/>
                </a:moveTo>
                <a:lnTo>
                  <a:pt x="2121280" y="609600"/>
                </a:lnTo>
                <a:lnTo>
                  <a:pt x="2144521" y="622300"/>
                </a:lnTo>
                <a:lnTo>
                  <a:pt x="2157856" y="596900"/>
                </a:lnTo>
                <a:lnTo>
                  <a:pt x="2134615" y="584200"/>
                </a:lnTo>
                <a:close/>
              </a:path>
              <a:path w="3655059" h="3630295">
                <a:moveTo>
                  <a:pt x="2540888" y="571500"/>
                </a:moveTo>
                <a:lnTo>
                  <a:pt x="2525013" y="609600"/>
                </a:lnTo>
                <a:lnTo>
                  <a:pt x="2552572" y="622300"/>
                </a:lnTo>
                <a:lnTo>
                  <a:pt x="2568447" y="596900"/>
                </a:lnTo>
                <a:lnTo>
                  <a:pt x="2540888" y="571500"/>
                </a:lnTo>
                <a:close/>
              </a:path>
              <a:path w="3655059" h="3630295">
                <a:moveTo>
                  <a:pt x="3102863" y="571500"/>
                </a:moveTo>
                <a:lnTo>
                  <a:pt x="3083686" y="609600"/>
                </a:lnTo>
                <a:lnTo>
                  <a:pt x="3116833" y="622300"/>
                </a:lnTo>
                <a:lnTo>
                  <a:pt x="3136010" y="596900"/>
                </a:lnTo>
                <a:lnTo>
                  <a:pt x="3102863" y="571500"/>
                </a:lnTo>
                <a:close/>
              </a:path>
              <a:path w="3655059" h="3630295">
                <a:moveTo>
                  <a:pt x="3509136" y="558800"/>
                </a:moveTo>
                <a:lnTo>
                  <a:pt x="3487419" y="596900"/>
                </a:lnTo>
                <a:lnTo>
                  <a:pt x="3524884" y="622300"/>
                </a:lnTo>
                <a:lnTo>
                  <a:pt x="3546601" y="584200"/>
                </a:lnTo>
                <a:lnTo>
                  <a:pt x="3509136" y="558800"/>
                </a:lnTo>
                <a:close/>
              </a:path>
              <a:path w="3655059" h="3630295">
                <a:moveTo>
                  <a:pt x="3654551" y="588010"/>
                </a:moveTo>
                <a:lnTo>
                  <a:pt x="3642232" y="609600"/>
                </a:lnTo>
                <a:lnTo>
                  <a:pt x="3654551" y="617220"/>
                </a:lnTo>
                <a:lnTo>
                  <a:pt x="3654551" y="588010"/>
                </a:lnTo>
                <a:close/>
              </a:path>
              <a:path w="3655059" h="3630295">
                <a:moveTo>
                  <a:pt x="604646" y="596900"/>
                </a:moveTo>
                <a:lnTo>
                  <a:pt x="600328" y="609600"/>
                </a:lnTo>
                <a:lnTo>
                  <a:pt x="612266" y="609600"/>
                </a:lnTo>
                <a:lnTo>
                  <a:pt x="604646" y="596900"/>
                </a:lnTo>
                <a:close/>
              </a:path>
              <a:path w="3655059" h="3630295">
                <a:moveTo>
                  <a:pt x="1010919" y="584200"/>
                </a:moveTo>
                <a:lnTo>
                  <a:pt x="1004061" y="596900"/>
                </a:lnTo>
                <a:lnTo>
                  <a:pt x="1015999" y="609600"/>
                </a:lnTo>
                <a:lnTo>
                  <a:pt x="1022857" y="596900"/>
                </a:lnTo>
                <a:lnTo>
                  <a:pt x="1010919" y="584200"/>
                </a:lnTo>
                <a:close/>
              </a:path>
              <a:path w="3655059" h="3630295">
                <a:moveTo>
                  <a:pt x="1433321" y="584200"/>
                </a:moveTo>
                <a:lnTo>
                  <a:pt x="1417192" y="584200"/>
                </a:lnTo>
                <a:lnTo>
                  <a:pt x="1407921" y="596900"/>
                </a:lnTo>
                <a:lnTo>
                  <a:pt x="1424050" y="609600"/>
                </a:lnTo>
                <a:lnTo>
                  <a:pt x="1433321" y="584200"/>
                </a:lnTo>
                <a:close/>
              </a:path>
              <a:path w="3655059" h="3630295">
                <a:moveTo>
                  <a:pt x="1979040" y="584200"/>
                </a:moveTo>
                <a:lnTo>
                  <a:pt x="1966467" y="596900"/>
                </a:lnTo>
                <a:lnTo>
                  <a:pt x="1988311" y="609600"/>
                </a:lnTo>
                <a:lnTo>
                  <a:pt x="2000884" y="596900"/>
                </a:lnTo>
                <a:lnTo>
                  <a:pt x="1979040" y="584200"/>
                </a:lnTo>
                <a:close/>
              </a:path>
              <a:path w="3655059" h="3630295">
                <a:moveTo>
                  <a:pt x="2385313" y="571500"/>
                </a:moveTo>
                <a:lnTo>
                  <a:pt x="2370327" y="596900"/>
                </a:lnTo>
                <a:lnTo>
                  <a:pt x="2396362" y="609600"/>
                </a:lnTo>
                <a:lnTo>
                  <a:pt x="2411475" y="584200"/>
                </a:lnTo>
                <a:lnTo>
                  <a:pt x="2385313" y="571500"/>
                </a:lnTo>
                <a:close/>
              </a:path>
              <a:path w="3655059" h="3630295">
                <a:moveTo>
                  <a:pt x="2791713" y="558800"/>
                </a:moveTo>
                <a:lnTo>
                  <a:pt x="2774314" y="584200"/>
                </a:lnTo>
                <a:lnTo>
                  <a:pt x="2804413" y="609600"/>
                </a:lnTo>
                <a:lnTo>
                  <a:pt x="2821812" y="571500"/>
                </a:lnTo>
                <a:lnTo>
                  <a:pt x="2791713" y="558800"/>
                </a:lnTo>
                <a:close/>
              </a:path>
              <a:path w="3655059" h="3630295">
                <a:moveTo>
                  <a:pt x="2947288" y="571500"/>
                </a:moveTo>
                <a:lnTo>
                  <a:pt x="2929000" y="596900"/>
                </a:lnTo>
                <a:lnTo>
                  <a:pt x="2960623" y="609600"/>
                </a:lnTo>
                <a:lnTo>
                  <a:pt x="2978784" y="584200"/>
                </a:lnTo>
                <a:lnTo>
                  <a:pt x="2947288" y="571500"/>
                </a:lnTo>
                <a:close/>
              </a:path>
              <a:path w="3655059" h="3630295">
                <a:moveTo>
                  <a:pt x="3353561" y="558800"/>
                </a:moveTo>
                <a:lnTo>
                  <a:pt x="3332860" y="596900"/>
                </a:lnTo>
                <a:lnTo>
                  <a:pt x="3368674" y="609600"/>
                </a:lnTo>
                <a:lnTo>
                  <a:pt x="3389375" y="571500"/>
                </a:lnTo>
                <a:lnTo>
                  <a:pt x="3353561" y="558800"/>
                </a:lnTo>
                <a:close/>
              </a:path>
              <a:path w="3655059" h="3630295">
                <a:moveTo>
                  <a:pt x="865758" y="584200"/>
                </a:moveTo>
                <a:lnTo>
                  <a:pt x="855344" y="584200"/>
                </a:lnTo>
                <a:lnTo>
                  <a:pt x="849375" y="596900"/>
                </a:lnTo>
                <a:lnTo>
                  <a:pt x="859789" y="596900"/>
                </a:lnTo>
                <a:lnTo>
                  <a:pt x="865758" y="584200"/>
                </a:lnTo>
                <a:close/>
              </a:path>
              <a:path w="3655059" h="3630295">
                <a:moveTo>
                  <a:pt x="1261617" y="571500"/>
                </a:moveTo>
                <a:lnTo>
                  <a:pt x="1253108" y="584200"/>
                </a:lnTo>
                <a:lnTo>
                  <a:pt x="1267840" y="596900"/>
                </a:lnTo>
                <a:lnTo>
                  <a:pt x="1276349" y="584200"/>
                </a:lnTo>
                <a:lnTo>
                  <a:pt x="1261617" y="571500"/>
                </a:lnTo>
                <a:close/>
              </a:path>
              <a:path w="3655059" h="3630295">
                <a:moveTo>
                  <a:pt x="1667890" y="558800"/>
                </a:moveTo>
                <a:lnTo>
                  <a:pt x="1656968" y="584200"/>
                </a:lnTo>
                <a:lnTo>
                  <a:pt x="1675891" y="596900"/>
                </a:lnTo>
                <a:lnTo>
                  <a:pt x="1686940" y="571500"/>
                </a:lnTo>
                <a:lnTo>
                  <a:pt x="1667890" y="558800"/>
                </a:lnTo>
                <a:close/>
              </a:path>
              <a:path w="3655059" h="3630295">
                <a:moveTo>
                  <a:pt x="1823592" y="571500"/>
                </a:moveTo>
                <a:lnTo>
                  <a:pt x="1811908" y="584200"/>
                </a:lnTo>
                <a:lnTo>
                  <a:pt x="1832101" y="596900"/>
                </a:lnTo>
                <a:lnTo>
                  <a:pt x="1843658" y="584200"/>
                </a:lnTo>
                <a:lnTo>
                  <a:pt x="1823592" y="571500"/>
                </a:lnTo>
                <a:close/>
              </a:path>
              <a:path w="3655059" h="3630295">
                <a:moveTo>
                  <a:pt x="2229738" y="558800"/>
                </a:moveTo>
                <a:lnTo>
                  <a:pt x="2215514" y="584200"/>
                </a:lnTo>
                <a:lnTo>
                  <a:pt x="2240152" y="596900"/>
                </a:lnTo>
                <a:lnTo>
                  <a:pt x="2254503" y="571500"/>
                </a:lnTo>
                <a:lnTo>
                  <a:pt x="2229738" y="558800"/>
                </a:lnTo>
                <a:close/>
              </a:path>
              <a:path w="3655059" h="3630295">
                <a:moveTo>
                  <a:pt x="2636011" y="546100"/>
                </a:moveTo>
                <a:lnTo>
                  <a:pt x="2619374" y="584200"/>
                </a:lnTo>
                <a:lnTo>
                  <a:pt x="2648330" y="596900"/>
                </a:lnTo>
                <a:lnTo>
                  <a:pt x="2664967" y="571500"/>
                </a:lnTo>
                <a:lnTo>
                  <a:pt x="2636011" y="546100"/>
                </a:lnTo>
                <a:close/>
              </a:path>
              <a:path w="3655059" h="3630295">
                <a:moveTo>
                  <a:pt x="3042411" y="533400"/>
                </a:moveTo>
                <a:lnTo>
                  <a:pt x="3023361" y="571500"/>
                </a:lnTo>
                <a:lnTo>
                  <a:pt x="3056254" y="596900"/>
                </a:lnTo>
                <a:lnTo>
                  <a:pt x="3075304" y="558800"/>
                </a:lnTo>
                <a:lnTo>
                  <a:pt x="3042411" y="533400"/>
                </a:lnTo>
                <a:close/>
              </a:path>
              <a:path w="3655059" h="3630295">
                <a:moveTo>
                  <a:pt x="3197986" y="546100"/>
                </a:moveTo>
                <a:lnTo>
                  <a:pt x="3178047" y="584200"/>
                </a:lnTo>
                <a:lnTo>
                  <a:pt x="3212464" y="596900"/>
                </a:lnTo>
                <a:lnTo>
                  <a:pt x="3232403" y="571500"/>
                </a:lnTo>
                <a:lnTo>
                  <a:pt x="3197986" y="546100"/>
                </a:lnTo>
                <a:close/>
              </a:path>
              <a:path w="3655059" h="3630295">
                <a:moveTo>
                  <a:pt x="3604259" y="533400"/>
                </a:moveTo>
                <a:lnTo>
                  <a:pt x="3581907" y="571500"/>
                </a:lnTo>
                <a:lnTo>
                  <a:pt x="3620515" y="596900"/>
                </a:lnTo>
                <a:lnTo>
                  <a:pt x="3642867" y="558800"/>
                </a:lnTo>
                <a:lnTo>
                  <a:pt x="3604259" y="533400"/>
                </a:lnTo>
                <a:close/>
              </a:path>
              <a:path w="3655059" h="3630295">
                <a:moveTo>
                  <a:pt x="699769" y="571500"/>
                </a:moveTo>
                <a:lnTo>
                  <a:pt x="694562" y="584200"/>
                </a:lnTo>
                <a:lnTo>
                  <a:pt x="708786" y="584200"/>
                </a:lnTo>
                <a:lnTo>
                  <a:pt x="699769" y="571500"/>
                </a:lnTo>
                <a:close/>
              </a:path>
              <a:path w="3655059" h="3630295">
                <a:moveTo>
                  <a:pt x="1106042" y="558800"/>
                </a:moveTo>
                <a:lnTo>
                  <a:pt x="1098422" y="571500"/>
                </a:lnTo>
                <a:lnTo>
                  <a:pt x="1111630" y="584200"/>
                </a:lnTo>
                <a:lnTo>
                  <a:pt x="1119377" y="571500"/>
                </a:lnTo>
                <a:lnTo>
                  <a:pt x="1106042" y="558800"/>
                </a:lnTo>
                <a:close/>
              </a:path>
              <a:path w="3655059" h="3630295">
                <a:moveTo>
                  <a:pt x="1529714" y="558800"/>
                </a:moveTo>
                <a:lnTo>
                  <a:pt x="1512315" y="558800"/>
                </a:lnTo>
                <a:lnTo>
                  <a:pt x="1502409" y="571500"/>
                </a:lnTo>
                <a:lnTo>
                  <a:pt x="1519681" y="584200"/>
                </a:lnTo>
                <a:lnTo>
                  <a:pt x="1529714" y="558800"/>
                </a:lnTo>
                <a:close/>
              </a:path>
              <a:path w="3655059" h="3630295">
                <a:moveTo>
                  <a:pt x="2074290" y="546100"/>
                </a:moveTo>
                <a:lnTo>
                  <a:pt x="2060955" y="571500"/>
                </a:lnTo>
                <a:lnTo>
                  <a:pt x="2083942" y="584200"/>
                </a:lnTo>
                <a:lnTo>
                  <a:pt x="2097277" y="558800"/>
                </a:lnTo>
                <a:lnTo>
                  <a:pt x="2074290" y="546100"/>
                </a:lnTo>
                <a:close/>
              </a:path>
              <a:path w="3655059" h="3630295">
                <a:moveTo>
                  <a:pt x="2480563" y="546100"/>
                </a:moveTo>
                <a:lnTo>
                  <a:pt x="2464815" y="571500"/>
                </a:lnTo>
                <a:lnTo>
                  <a:pt x="2491993" y="584200"/>
                </a:lnTo>
                <a:lnTo>
                  <a:pt x="2507741" y="558800"/>
                </a:lnTo>
                <a:lnTo>
                  <a:pt x="2480563" y="546100"/>
                </a:lnTo>
                <a:close/>
              </a:path>
              <a:path w="3655059" h="3630295">
                <a:moveTo>
                  <a:pt x="2886836" y="533400"/>
                </a:moveTo>
                <a:lnTo>
                  <a:pt x="2868548" y="558800"/>
                </a:lnTo>
                <a:lnTo>
                  <a:pt x="2900171" y="584200"/>
                </a:lnTo>
                <a:lnTo>
                  <a:pt x="2918332" y="546100"/>
                </a:lnTo>
                <a:lnTo>
                  <a:pt x="2886836" y="533400"/>
                </a:lnTo>
                <a:close/>
              </a:path>
              <a:path w="3655059" h="3630295">
                <a:moveTo>
                  <a:pt x="3448684" y="533400"/>
                </a:moveTo>
                <a:lnTo>
                  <a:pt x="3427094" y="571500"/>
                </a:lnTo>
                <a:lnTo>
                  <a:pt x="3464432" y="584200"/>
                </a:lnTo>
                <a:lnTo>
                  <a:pt x="3485895" y="546100"/>
                </a:lnTo>
                <a:lnTo>
                  <a:pt x="3448684" y="533400"/>
                </a:lnTo>
                <a:close/>
              </a:path>
              <a:path w="3655059" h="3630295">
                <a:moveTo>
                  <a:pt x="394715" y="558800"/>
                </a:moveTo>
                <a:lnTo>
                  <a:pt x="385063" y="558800"/>
                </a:lnTo>
                <a:lnTo>
                  <a:pt x="391159" y="571500"/>
                </a:lnTo>
                <a:lnTo>
                  <a:pt x="394715" y="558800"/>
                </a:lnTo>
                <a:close/>
              </a:path>
              <a:path w="3655059" h="3630295">
                <a:moveTo>
                  <a:pt x="962151" y="558800"/>
                </a:moveTo>
                <a:lnTo>
                  <a:pt x="950467" y="558800"/>
                </a:lnTo>
                <a:lnTo>
                  <a:pt x="943863" y="571500"/>
                </a:lnTo>
                <a:lnTo>
                  <a:pt x="955420" y="571500"/>
                </a:lnTo>
                <a:lnTo>
                  <a:pt x="962151" y="558800"/>
                </a:lnTo>
                <a:close/>
              </a:path>
              <a:path w="3655059" h="3630295">
                <a:moveTo>
                  <a:pt x="1356740" y="546100"/>
                </a:moveTo>
                <a:lnTo>
                  <a:pt x="1347469" y="558800"/>
                </a:lnTo>
                <a:lnTo>
                  <a:pt x="1363598" y="571500"/>
                </a:lnTo>
                <a:lnTo>
                  <a:pt x="1372869" y="558800"/>
                </a:lnTo>
                <a:lnTo>
                  <a:pt x="1356740" y="546100"/>
                </a:lnTo>
                <a:close/>
              </a:path>
              <a:path w="3655059" h="3630295">
                <a:moveTo>
                  <a:pt x="1763013" y="533400"/>
                </a:moveTo>
                <a:lnTo>
                  <a:pt x="1751456" y="558800"/>
                </a:lnTo>
                <a:lnTo>
                  <a:pt x="1771649" y="571500"/>
                </a:lnTo>
                <a:lnTo>
                  <a:pt x="1783206" y="546100"/>
                </a:lnTo>
                <a:lnTo>
                  <a:pt x="1763013" y="533400"/>
                </a:lnTo>
                <a:close/>
              </a:path>
              <a:path w="3655059" h="3630295">
                <a:moveTo>
                  <a:pt x="1918588" y="546100"/>
                </a:moveTo>
                <a:lnTo>
                  <a:pt x="1906142" y="558800"/>
                </a:lnTo>
                <a:lnTo>
                  <a:pt x="1927732" y="571500"/>
                </a:lnTo>
                <a:lnTo>
                  <a:pt x="1940178" y="558800"/>
                </a:lnTo>
                <a:lnTo>
                  <a:pt x="1918588" y="546100"/>
                </a:lnTo>
                <a:close/>
              </a:path>
              <a:path w="3655059" h="3630295">
                <a:moveTo>
                  <a:pt x="2324988" y="533400"/>
                </a:moveTo>
                <a:lnTo>
                  <a:pt x="2310002" y="558800"/>
                </a:lnTo>
                <a:lnTo>
                  <a:pt x="2335910" y="571500"/>
                </a:lnTo>
                <a:lnTo>
                  <a:pt x="2350769" y="546100"/>
                </a:lnTo>
                <a:lnTo>
                  <a:pt x="2324988" y="533400"/>
                </a:lnTo>
                <a:close/>
              </a:path>
              <a:path w="3655059" h="3630295">
                <a:moveTo>
                  <a:pt x="2731261" y="520700"/>
                </a:moveTo>
                <a:lnTo>
                  <a:pt x="2713862" y="558800"/>
                </a:lnTo>
                <a:lnTo>
                  <a:pt x="2743961" y="571500"/>
                </a:lnTo>
                <a:lnTo>
                  <a:pt x="2761360" y="546100"/>
                </a:lnTo>
                <a:lnTo>
                  <a:pt x="2731261" y="520700"/>
                </a:lnTo>
                <a:close/>
              </a:path>
              <a:path w="3655059" h="3630295">
                <a:moveTo>
                  <a:pt x="3137534" y="508000"/>
                </a:moveTo>
                <a:lnTo>
                  <a:pt x="3117595" y="546100"/>
                </a:lnTo>
                <a:lnTo>
                  <a:pt x="3152012" y="571500"/>
                </a:lnTo>
                <a:lnTo>
                  <a:pt x="3171824" y="533400"/>
                </a:lnTo>
                <a:lnTo>
                  <a:pt x="3137534" y="508000"/>
                </a:lnTo>
                <a:close/>
              </a:path>
              <a:path w="3655059" h="3630295">
                <a:moveTo>
                  <a:pt x="3293109" y="520700"/>
                </a:moveTo>
                <a:lnTo>
                  <a:pt x="3272535" y="558800"/>
                </a:lnTo>
                <a:lnTo>
                  <a:pt x="3308095" y="571500"/>
                </a:lnTo>
                <a:lnTo>
                  <a:pt x="3328669" y="546100"/>
                </a:lnTo>
                <a:lnTo>
                  <a:pt x="3293109" y="520700"/>
                </a:lnTo>
                <a:close/>
              </a:path>
              <a:path w="3655059" h="3630295">
                <a:moveTo>
                  <a:pt x="639317" y="533400"/>
                </a:moveTo>
                <a:lnTo>
                  <a:pt x="634237" y="546100"/>
                </a:lnTo>
                <a:lnTo>
                  <a:pt x="643000" y="558800"/>
                </a:lnTo>
                <a:lnTo>
                  <a:pt x="648080" y="546100"/>
                </a:lnTo>
                <a:lnTo>
                  <a:pt x="639317" y="533400"/>
                </a:lnTo>
                <a:close/>
              </a:path>
              <a:path w="3655059" h="3630295">
                <a:moveTo>
                  <a:pt x="794892" y="546100"/>
                </a:moveTo>
                <a:lnTo>
                  <a:pt x="789050" y="558800"/>
                </a:lnTo>
                <a:lnTo>
                  <a:pt x="805179" y="558800"/>
                </a:lnTo>
                <a:lnTo>
                  <a:pt x="794892" y="546100"/>
                </a:lnTo>
                <a:close/>
              </a:path>
              <a:path w="3655059" h="3630295">
                <a:moveTo>
                  <a:pt x="1201165" y="533400"/>
                </a:moveTo>
                <a:lnTo>
                  <a:pt x="1192910" y="546100"/>
                </a:lnTo>
                <a:lnTo>
                  <a:pt x="1207261" y="558800"/>
                </a:lnTo>
                <a:lnTo>
                  <a:pt x="1215643" y="546100"/>
                </a:lnTo>
                <a:lnTo>
                  <a:pt x="1201165" y="533400"/>
                </a:lnTo>
                <a:close/>
              </a:path>
              <a:path w="3655059" h="3630295">
                <a:moveTo>
                  <a:pt x="1607438" y="520700"/>
                </a:moveTo>
                <a:lnTo>
                  <a:pt x="1596643" y="546100"/>
                </a:lnTo>
                <a:lnTo>
                  <a:pt x="1615439" y="558800"/>
                </a:lnTo>
                <a:lnTo>
                  <a:pt x="1626234" y="533400"/>
                </a:lnTo>
                <a:lnTo>
                  <a:pt x="1607438" y="520700"/>
                </a:lnTo>
                <a:close/>
              </a:path>
              <a:path w="3655059" h="3630295">
                <a:moveTo>
                  <a:pt x="2013838" y="520700"/>
                </a:moveTo>
                <a:lnTo>
                  <a:pt x="2000630" y="533400"/>
                </a:lnTo>
                <a:lnTo>
                  <a:pt x="2023490" y="558800"/>
                </a:lnTo>
                <a:lnTo>
                  <a:pt x="2036571" y="533400"/>
                </a:lnTo>
                <a:lnTo>
                  <a:pt x="2013838" y="520700"/>
                </a:lnTo>
                <a:close/>
              </a:path>
              <a:path w="3655059" h="3630295">
                <a:moveTo>
                  <a:pt x="2169286" y="520700"/>
                </a:moveTo>
                <a:lnTo>
                  <a:pt x="2155189" y="546100"/>
                </a:lnTo>
                <a:lnTo>
                  <a:pt x="2179700" y="558800"/>
                </a:lnTo>
                <a:lnTo>
                  <a:pt x="2193797" y="533400"/>
                </a:lnTo>
                <a:lnTo>
                  <a:pt x="2169286" y="520700"/>
                </a:lnTo>
                <a:close/>
              </a:path>
              <a:path w="3655059" h="3630295">
                <a:moveTo>
                  <a:pt x="2575559" y="520700"/>
                </a:moveTo>
                <a:lnTo>
                  <a:pt x="2559049" y="546100"/>
                </a:lnTo>
                <a:lnTo>
                  <a:pt x="2587751" y="558800"/>
                </a:lnTo>
                <a:lnTo>
                  <a:pt x="2604261" y="533400"/>
                </a:lnTo>
                <a:lnTo>
                  <a:pt x="2575559" y="520700"/>
                </a:lnTo>
                <a:close/>
              </a:path>
              <a:path w="3655059" h="3630295">
                <a:moveTo>
                  <a:pt x="2981959" y="508000"/>
                </a:moveTo>
                <a:lnTo>
                  <a:pt x="2963036" y="533400"/>
                </a:lnTo>
                <a:lnTo>
                  <a:pt x="2995802" y="558800"/>
                </a:lnTo>
                <a:lnTo>
                  <a:pt x="3014725" y="520700"/>
                </a:lnTo>
                <a:lnTo>
                  <a:pt x="2981959" y="508000"/>
                </a:lnTo>
                <a:close/>
              </a:path>
              <a:path w="3655059" h="3630295">
                <a:moveTo>
                  <a:pt x="3388232" y="495300"/>
                </a:moveTo>
                <a:lnTo>
                  <a:pt x="3366896" y="533400"/>
                </a:lnTo>
                <a:lnTo>
                  <a:pt x="3403853" y="558800"/>
                </a:lnTo>
                <a:lnTo>
                  <a:pt x="3425189" y="520700"/>
                </a:lnTo>
                <a:lnTo>
                  <a:pt x="3388232" y="495300"/>
                </a:lnTo>
                <a:close/>
              </a:path>
              <a:path w="3655059" h="3630295">
                <a:moveTo>
                  <a:pt x="3543807" y="508000"/>
                </a:moveTo>
                <a:lnTo>
                  <a:pt x="3521582" y="546100"/>
                </a:lnTo>
                <a:lnTo>
                  <a:pt x="3560063" y="558800"/>
                </a:lnTo>
                <a:lnTo>
                  <a:pt x="3582161" y="520700"/>
                </a:lnTo>
                <a:lnTo>
                  <a:pt x="3543807" y="508000"/>
                </a:lnTo>
                <a:close/>
              </a:path>
              <a:path w="3655059" h="3630295">
                <a:moveTo>
                  <a:pt x="491108" y="533400"/>
                </a:moveTo>
                <a:lnTo>
                  <a:pt x="479551" y="533400"/>
                </a:lnTo>
                <a:lnTo>
                  <a:pt x="486917" y="546100"/>
                </a:lnTo>
                <a:lnTo>
                  <a:pt x="491108" y="533400"/>
                </a:lnTo>
                <a:close/>
              </a:path>
              <a:path w="3655059" h="3630295">
                <a:moveTo>
                  <a:pt x="1058671" y="533400"/>
                </a:moveTo>
                <a:lnTo>
                  <a:pt x="1045590" y="533400"/>
                </a:lnTo>
                <a:lnTo>
                  <a:pt x="1038097" y="546100"/>
                </a:lnTo>
                <a:lnTo>
                  <a:pt x="1051178" y="546100"/>
                </a:lnTo>
                <a:lnTo>
                  <a:pt x="1058671" y="533400"/>
                </a:lnTo>
                <a:close/>
              </a:path>
              <a:path w="3655059" h="3630295">
                <a:moveTo>
                  <a:pt x="1451863" y="520700"/>
                </a:moveTo>
                <a:lnTo>
                  <a:pt x="1441957" y="533400"/>
                </a:lnTo>
                <a:lnTo>
                  <a:pt x="1459229" y="546100"/>
                </a:lnTo>
                <a:lnTo>
                  <a:pt x="1469262" y="533400"/>
                </a:lnTo>
                <a:lnTo>
                  <a:pt x="1451863" y="520700"/>
                </a:lnTo>
                <a:close/>
              </a:path>
              <a:path w="3655059" h="3630295">
                <a:moveTo>
                  <a:pt x="1858263" y="508000"/>
                </a:moveTo>
                <a:lnTo>
                  <a:pt x="1845944" y="533400"/>
                </a:lnTo>
                <a:lnTo>
                  <a:pt x="1867280" y="546100"/>
                </a:lnTo>
                <a:lnTo>
                  <a:pt x="1879599" y="520700"/>
                </a:lnTo>
                <a:lnTo>
                  <a:pt x="1858263" y="508000"/>
                </a:lnTo>
                <a:close/>
              </a:path>
              <a:path w="3655059" h="3630295">
                <a:moveTo>
                  <a:pt x="2420111" y="508000"/>
                </a:moveTo>
                <a:lnTo>
                  <a:pt x="2404490" y="533400"/>
                </a:lnTo>
                <a:lnTo>
                  <a:pt x="2431541" y="546100"/>
                </a:lnTo>
                <a:lnTo>
                  <a:pt x="2447162" y="520700"/>
                </a:lnTo>
                <a:lnTo>
                  <a:pt x="2420111" y="508000"/>
                </a:lnTo>
                <a:close/>
              </a:path>
              <a:path w="3655059" h="3630295">
                <a:moveTo>
                  <a:pt x="2826384" y="495300"/>
                </a:moveTo>
                <a:lnTo>
                  <a:pt x="2808223" y="533400"/>
                </a:lnTo>
                <a:lnTo>
                  <a:pt x="2839592" y="546100"/>
                </a:lnTo>
                <a:lnTo>
                  <a:pt x="2857626" y="520700"/>
                </a:lnTo>
                <a:lnTo>
                  <a:pt x="2826384" y="495300"/>
                </a:lnTo>
                <a:close/>
              </a:path>
              <a:path w="3655059" h="3630295">
                <a:moveTo>
                  <a:pt x="3232657" y="482600"/>
                </a:moveTo>
                <a:lnTo>
                  <a:pt x="3212083" y="520700"/>
                </a:lnTo>
                <a:lnTo>
                  <a:pt x="3247643" y="546100"/>
                </a:lnTo>
                <a:lnTo>
                  <a:pt x="3268217" y="508000"/>
                </a:lnTo>
                <a:lnTo>
                  <a:pt x="3232657" y="482600"/>
                </a:lnTo>
                <a:close/>
              </a:path>
              <a:path w="3655059" h="3630295">
                <a:moveTo>
                  <a:pt x="334136" y="520700"/>
                </a:moveTo>
                <a:lnTo>
                  <a:pt x="328167" y="520700"/>
                </a:lnTo>
                <a:lnTo>
                  <a:pt x="324738" y="533400"/>
                </a:lnTo>
                <a:lnTo>
                  <a:pt x="330707" y="533400"/>
                </a:lnTo>
                <a:lnTo>
                  <a:pt x="334136" y="520700"/>
                </a:lnTo>
                <a:close/>
              </a:path>
              <a:path w="3655059" h="3630295">
                <a:moveTo>
                  <a:pt x="734440" y="508000"/>
                </a:moveTo>
                <a:lnTo>
                  <a:pt x="728598" y="520700"/>
                </a:lnTo>
                <a:lnTo>
                  <a:pt x="738758" y="533400"/>
                </a:lnTo>
                <a:lnTo>
                  <a:pt x="744600" y="520700"/>
                </a:lnTo>
                <a:lnTo>
                  <a:pt x="734440" y="508000"/>
                </a:lnTo>
                <a:close/>
              </a:path>
              <a:path w="3655059" h="3630295">
                <a:moveTo>
                  <a:pt x="890015" y="520700"/>
                </a:moveTo>
                <a:lnTo>
                  <a:pt x="883284" y="533400"/>
                </a:lnTo>
                <a:lnTo>
                  <a:pt x="901699" y="533400"/>
                </a:lnTo>
                <a:lnTo>
                  <a:pt x="890015" y="520700"/>
                </a:lnTo>
                <a:close/>
              </a:path>
              <a:path w="3655059" h="3630295">
                <a:moveTo>
                  <a:pt x="1296288" y="508000"/>
                </a:moveTo>
                <a:lnTo>
                  <a:pt x="1287144" y="520700"/>
                </a:lnTo>
                <a:lnTo>
                  <a:pt x="1303019" y="533400"/>
                </a:lnTo>
                <a:lnTo>
                  <a:pt x="1312163" y="520700"/>
                </a:lnTo>
                <a:lnTo>
                  <a:pt x="1296288" y="508000"/>
                </a:lnTo>
                <a:close/>
              </a:path>
              <a:path w="3655059" h="3630295">
                <a:moveTo>
                  <a:pt x="1702688" y="495300"/>
                </a:moveTo>
                <a:lnTo>
                  <a:pt x="1691131" y="520700"/>
                </a:lnTo>
                <a:lnTo>
                  <a:pt x="1711070" y="533400"/>
                </a:lnTo>
                <a:lnTo>
                  <a:pt x="1722500" y="508000"/>
                </a:lnTo>
                <a:lnTo>
                  <a:pt x="1702688" y="495300"/>
                </a:lnTo>
                <a:close/>
              </a:path>
              <a:path w="3655059" h="3630295">
                <a:moveTo>
                  <a:pt x="2108961" y="495300"/>
                </a:moveTo>
                <a:lnTo>
                  <a:pt x="2094991" y="520700"/>
                </a:lnTo>
                <a:lnTo>
                  <a:pt x="2119121" y="533400"/>
                </a:lnTo>
                <a:lnTo>
                  <a:pt x="2133091" y="508000"/>
                </a:lnTo>
                <a:lnTo>
                  <a:pt x="2108961" y="495300"/>
                </a:lnTo>
                <a:close/>
              </a:path>
              <a:path w="3655059" h="3630295">
                <a:moveTo>
                  <a:pt x="2264536" y="495300"/>
                </a:moveTo>
                <a:lnTo>
                  <a:pt x="2249677" y="520700"/>
                </a:lnTo>
                <a:lnTo>
                  <a:pt x="2275331" y="533400"/>
                </a:lnTo>
                <a:lnTo>
                  <a:pt x="2290063" y="508000"/>
                </a:lnTo>
                <a:lnTo>
                  <a:pt x="2264536" y="495300"/>
                </a:lnTo>
                <a:close/>
              </a:path>
              <a:path w="3655059" h="3630295">
                <a:moveTo>
                  <a:pt x="2670809" y="482600"/>
                </a:moveTo>
                <a:lnTo>
                  <a:pt x="2653537" y="520700"/>
                </a:lnTo>
                <a:lnTo>
                  <a:pt x="2683382" y="533400"/>
                </a:lnTo>
                <a:lnTo>
                  <a:pt x="2700654" y="508000"/>
                </a:lnTo>
                <a:lnTo>
                  <a:pt x="2670809" y="482600"/>
                </a:lnTo>
                <a:close/>
              </a:path>
              <a:path w="3655059" h="3630295">
                <a:moveTo>
                  <a:pt x="3077082" y="482600"/>
                </a:moveTo>
                <a:lnTo>
                  <a:pt x="3057270" y="508000"/>
                </a:lnTo>
                <a:lnTo>
                  <a:pt x="3091433" y="533400"/>
                </a:lnTo>
                <a:lnTo>
                  <a:pt x="3111245" y="495300"/>
                </a:lnTo>
                <a:lnTo>
                  <a:pt x="3077082" y="482600"/>
                </a:lnTo>
                <a:close/>
              </a:path>
              <a:path w="3655059" h="3630295">
                <a:moveTo>
                  <a:pt x="3483355" y="469900"/>
                </a:moveTo>
                <a:lnTo>
                  <a:pt x="3461257" y="508000"/>
                </a:lnTo>
                <a:lnTo>
                  <a:pt x="3499484" y="533400"/>
                </a:lnTo>
                <a:lnTo>
                  <a:pt x="3521582" y="495300"/>
                </a:lnTo>
                <a:lnTo>
                  <a:pt x="3483355" y="469900"/>
                </a:lnTo>
                <a:close/>
              </a:path>
              <a:path w="3655059" h="3630295">
                <a:moveTo>
                  <a:pt x="3638930" y="469900"/>
                </a:moveTo>
                <a:lnTo>
                  <a:pt x="3615943" y="520700"/>
                </a:lnTo>
                <a:lnTo>
                  <a:pt x="3654551" y="532130"/>
                </a:lnTo>
                <a:lnTo>
                  <a:pt x="3654551" y="478790"/>
                </a:lnTo>
                <a:lnTo>
                  <a:pt x="3638930" y="469900"/>
                </a:lnTo>
                <a:close/>
              </a:path>
              <a:path w="3655059" h="3630295">
                <a:moveTo>
                  <a:pt x="587501" y="508000"/>
                </a:moveTo>
                <a:lnTo>
                  <a:pt x="574039" y="508000"/>
                </a:lnTo>
                <a:lnTo>
                  <a:pt x="582548" y="520700"/>
                </a:lnTo>
                <a:lnTo>
                  <a:pt x="587501" y="508000"/>
                </a:lnTo>
                <a:close/>
              </a:path>
              <a:path w="3655059" h="3630295">
                <a:moveTo>
                  <a:pt x="1154937" y="508000"/>
                </a:moveTo>
                <a:lnTo>
                  <a:pt x="1140713" y="508000"/>
                </a:lnTo>
                <a:lnTo>
                  <a:pt x="1132585" y="520700"/>
                </a:lnTo>
                <a:lnTo>
                  <a:pt x="1146809" y="520700"/>
                </a:lnTo>
                <a:lnTo>
                  <a:pt x="1154937" y="508000"/>
                </a:lnTo>
                <a:close/>
              </a:path>
              <a:path w="3655059" h="3630295">
                <a:moveTo>
                  <a:pt x="1546986" y="495300"/>
                </a:moveTo>
                <a:lnTo>
                  <a:pt x="1536318" y="508000"/>
                </a:lnTo>
                <a:lnTo>
                  <a:pt x="1554860" y="520700"/>
                </a:lnTo>
                <a:lnTo>
                  <a:pt x="1565528" y="508000"/>
                </a:lnTo>
                <a:lnTo>
                  <a:pt x="1546986" y="495300"/>
                </a:lnTo>
                <a:close/>
              </a:path>
              <a:path w="3655059" h="3630295">
                <a:moveTo>
                  <a:pt x="1953259" y="482600"/>
                </a:moveTo>
                <a:lnTo>
                  <a:pt x="1940178" y="508000"/>
                </a:lnTo>
                <a:lnTo>
                  <a:pt x="1962911" y="520700"/>
                </a:lnTo>
                <a:lnTo>
                  <a:pt x="1976119" y="495300"/>
                </a:lnTo>
                <a:lnTo>
                  <a:pt x="1953259" y="482600"/>
                </a:lnTo>
                <a:close/>
              </a:path>
              <a:path w="3655059" h="3630295">
                <a:moveTo>
                  <a:pt x="2515234" y="482600"/>
                </a:moveTo>
                <a:lnTo>
                  <a:pt x="2498724" y="508000"/>
                </a:lnTo>
                <a:lnTo>
                  <a:pt x="2527172" y="520700"/>
                </a:lnTo>
                <a:lnTo>
                  <a:pt x="2543682" y="495300"/>
                </a:lnTo>
                <a:lnTo>
                  <a:pt x="2515234" y="482600"/>
                </a:lnTo>
                <a:close/>
              </a:path>
              <a:path w="3655059" h="3630295">
                <a:moveTo>
                  <a:pt x="2921507" y="469900"/>
                </a:moveTo>
                <a:lnTo>
                  <a:pt x="2902711" y="508000"/>
                </a:lnTo>
                <a:lnTo>
                  <a:pt x="2935223" y="520700"/>
                </a:lnTo>
                <a:lnTo>
                  <a:pt x="2954019" y="482600"/>
                </a:lnTo>
                <a:lnTo>
                  <a:pt x="2921507" y="469900"/>
                </a:lnTo>
                <a:close/>
              </a:path>
              <a:path w="3655059" h="3630295">
                <a:moveTo>
                  <a:pt x="3327780" y="457200"/>
                </a:moveTo>
                <a:lnTo>
                  <a:pt x="3306571" y="495300"/>
                </a:lnTo>
                <a:lnTo>
                  <a:pt x="3343274" y="520700"/>
                </a:lnTo>
                <a:lnTo>
                  <a:pt x="3364483" y="482600"/>
                </a:lnTo>
                <a:lnTo>
                  <a:pt x="3327780" y="457200"/>
                </a:lnTo>
                <a:close/>
              </a:path>
              <a:path w="3655059" h="3630295">
                <a:moveTo>
                  <a:pt x="430402" y="495300"/>
                </a:moveTo>
                <a:lnTo>
                  <a:pt x="423290" y="495300"/>
                </a:lnTo>
                <a:lnTo>
                  <a:pt x="419226" y="508000"/>
                </a:lnTo>
                <a:lnTo>
                  <a:pt x="426338" y="508000"/>
                </a:lnTo>
                <a:lnTo>
                  <a:pt x="430402" y="495300"/>
                </a:lnTo>
                <a:close/>
              </a:path>
              <a:path w="3655059" h="3630295">
                <a:moveTo>
                  <a:pt x="829563" y="482600"/>
                </a:moveTo>
                <a:lnTo>
                  <a:pt x="822959" y="495300"/>
                </a:lnTo>
                <a:lnTo>
                  <a:pt x="834389" y="508000"/>
                </a:lnTo>
                <a:lnTo>
                  <a:pt x="840993" y="495300"/>
                </a:lnTo>
                <a:lnTo>
                  <a:pt x="829563" y="482600"/>
                </a:lnTo>
                <a:close/>
              </a:path>
              <a:path w="3655059" h="3630295">
                <a:moveTo>
                  <a:pt x="997965" y="495300"/>
                </a:moveTo>
                <a:lnTo>
                  <a:pt x="985138" y="495300"/>
                </a:lnTo>
                <a:lnTo>
                  <a:pt x="977772" y="508000"/>
                </a:lnTo>
                <a:lnTo>
                  <a:pt x="990599" y="508000"/>
                </a:lnTo>
                <a:lnTo>
                  <a:pt x="997965" y="495300"/>
                </a:lnTo>
                <a:close/>
              </a:path>
              <a:path w="3655059" h="3630295">
                <a:moveTo>
                  <a:pt x="1391411" y="482600"/>
                </a:moveTo>
                <a:lnTo>
                  <a:pt x="1381632" y="495300"/>
                </a:lnTo>
                <a:lnTo>
                  <a:pt x="1398650" y="508000"/>
                </a:lnTo>
                <a:lnTo>
                  <a:pt x="1408556" y="495300"/>
                </a:lnTo>
                <a:lnTo>
                  <a:pt x="1391411" y="482600"/>
                </a:lnTo>
                <a:close/>
              </a:path>
              <a:path w="3655059" h="3630295">
                <a:moveTo>
                  <a:pt x="1797684" y="469900"/>
                </a:moveTo>
                <a:lnTo>
                  <a:pt x="1785365" y="495300"/>
                </a:lnTo>
                <a:lnTo>
                  <a:pt x="1806701" y="508000"/>
                </a:lnTo>
                <a:lnTo>
                  <a:pt x="1819147" y="482600"/>
                </a:lnTo>
                <a:lnTo>
                  <a:pt x="1797684" y="469900"/>
                </a:lnTo>
                <a:close/>
              </a:path>
              <a:path w="3655059" h="3630295">
                <a:moveTo>
                  <a:pt x="2203957" y="457200"/>
                </a:moveTo>
                <a:lnTo>
                  <a:pt x="2189225" y="495300"/>
                </a:lnTo>
                <a:lnTo>
                  <a:pt x="2214879" y="508000"/>
                </a:lnTo>
                <a:lnTo>
                  <a:pt x="2229611" y="482600"/>
                </a:lnTo>
                <a:lnTo>
                  <a:pt x="2203957" y="457200"/>
                </a:lnTo>
                <a:close/>
              </a:path>
              <a:path w="3655059" h="3630295">
                <a:moveTo>
                  <a:pt x="2359659" y="469900"/>
                </a:moveTo>
                <a:lnTo>
                  <a:pt x="2344165" y="495300"/>
                </a:lnTo>
                <a:lnTo>
                  <a:pt x="2370962" y="508000"/>
                </a:lnTo>
                <a:lnTo>
                  <a:pt x="2386456" y="482600"/>
                </a:lnTo>
                <a:lnTo>
                  <a:pt x="2359659" y="469900"/>
                </a:lnTo>
                <a:close/>
              </a:path>
              <a:path w="3655059" h="3630295">
                <a:moveTo>
                  <a:pt x="2765932" y="457200"/>
                </a:moveTo>
                <a:lnTo>
                  <a:pt x="2748025" y="495300"/>
                </a:lnTo>
                <a:lnTo>
                  <a:pt x="2779013" y="508000"/>
                </a:lnTo>
                <a:lnTo>
                  <a:pt x="2797047" y="482600"/>
                </a:lnTo>
                <a:lnTo>
                  <a:pt x="2765932" y="457200"/>
                </a:lnTo>
                <a:close/>
              </a:path>
              <a:path w="3655059" h="3630295">
                <a:moveTo>
                  <a:pt x="3172205" y="457200"/>
                </a:moveTo>
                <a:lnTo>
                  <a:pt x="3151758" y="482600"/>
                </a:lnTo>
                <a:lnTo>
                  <a:pt x="3187064" y="508000"/>
                </a:lnTo>
                <a:lnTo>
                  <a:pt x="3207511" y="469900"/>
                </a:lnTo>
                <a:lnTo>
                  <a:pt x="3172205" y="457200"/>
                </a:lnTo>
                <a:close/>
              </a:path>
              <a:path w="3655059" h="3630295">
                <a:moveTo>
                  <a:pt x="3578478" y="444500"/>
                </a:moveTo>
                <a:lnTo>
                  <a:pt x="3555618" y="482600"/>
                </a:lnTo>
                <a:lnTo>
                  <a:pt x="3595242" y="508000"/>
                </a:lnTo>
                <a:lnTo>
                  <a:pt x="3618102" y="469900"/>
                </a:lnTo>
                <a:lnTo>
                  <a:pt x="3578478" y="444500"/>
                </a:lnTo>
                <a:close/>
              </a:path>
              <a:path w="3655059" h="3630295">
                <a:moveTo>
                  <a:pt x="684021" y="482600"/>
                </a:moveTo>
                <a:lnTo>
                  <a:pt x="668273" y="482600"/>
                </a:lnTo>
                <a:lnTo>
                  <a:pt x="678179" y="495300"/>
                </a:lnTo>
                <a:lnTo>
                  <a:pt x="684021" y="482600"/>
                </a:lnTo>
                <a:close/>
              </a:path>
              <a:path w="3655059" h="3630295">
                <a:moveTo>
                  <a:pt x="1094358" y="469900"/>
                </a:moveTo>
                <a:lnTo>
                  <a:pt x="1080388" y="469900"/>
                </a:lnTo>
                <a:lnTo>
                  <a:pt x="1072260" y="482600"/>
                </a:lnTo>
                <a:lnTo>
                  <a:pt x="1086230" y="495300"/>
                </a:lnTo>
                <a:lnTo>
                  <a:pt x="1094358" y="469900"/>
                </a:lnTo>
                <a:close/>
              </a:path>
              <a:path w="3655059" h="3630295">
                <a:moveTo>
                  <a:pt x="1235836" y="469900"/>
                </a:moveTo>
                <a:lnTo>
                  <a:pt x="1226819" y="495300"/>
                </a:lnTo>
                <a:lnTo>
                  <a:pt x="1242440" y="495300"/>
                </a:lnTo>
                <a:lnTo>
                  <a:pt x="1251584" y="482600"/>
                </a:lnTo>
                <a:lnTo>
                  <a:pt x="1235836" y="469900"/>
                </a:lnTo>
                <a:close/>
              </a:path>
              <a:path w="3655059" h="3630295">
                <a:moveTo>
                  <a:pt x="1642236" y="469900"/>
                </a:moveTo>
                <a:lnTo>
                  <a:pt x="1630806" y="482600"/>
                </a:lnTo>
                <a:lnTo>
                  <a:pt x="1650491" y="495300"/>
                </a:lnTo>
                <a:lnTo>
                  <a:pt x="1661921" y="482600"/>
                </a:lnTo>
                <a:lnTo>
                  <a:pt x="1642236" y="469900"/>
                </a:lnTo>
                <a:close/>
              </a:path>
              <a:path w="3655059" h="3630295">
                <a:moveTo>
                  <a:pt x="2048509" y="457200"/>
                </a:moveTo>
                <a:lnTo>
                  <a:pt x="2034666" y="482600"/>
                </a:lnTo>
                <a:lnTo>
                  <a:pt x="2058542" y="495300"/>
                </a:lnTo>
                <a:lnTo>
                  <a:pt x="2072385" y="469900"/>
                </a:lnTo>
                <a:lnTo>
                  <a:pt x="2048509" y="457200"/>
                </a:lnTo>
                <a:close/>
              </a:path>
              <a:path w="3655059" h="3630295">
                <a:moveTo>
                  <a:pt x="2454782" y="444500"/>
                </a:moveTo>
                <a:lnTo>
                  <a:pt x="2438399" y="469900"/>
                </a:lnTo>
                <a:lnTo>
                  <a:pt x="2466720" y="495300"/>
                </a:lnTo>
                <a:lnTo>
                  <a:pt x="2482976" y="457200"/>
                </a:lnTo>
                <a:lnTo>
                  <a:pt x="2454782" y="444500"/>
                </a:lnTo>
                <a:close/>
              </a:path>
              <a:path w="3655059" h="3630295">
                <a:moveTo>
                  <a:pt x="2610357" y="457200"/>
                </a:moveTo>
                <a:lnTo>
                  <a:pt x="2593212" y="482600"/>
                </a:lnTo>
                <a:lnTo>
                  <a:pt x="2622803" y="495300"/>
                </a:lnTo>
                <a:lnTo>
                  <a:pt x="2639948" y="469900"/>
                </a:lnTo>
                <a:lnTo>
                  <a:pt x="2610357" y="457200"/>
                </a:lnTo>
                <a:close/>
              </a:path>
              <a:path w="3655059" h="3630295">
                <a:moveTo>
                  <a:pt x="3016630" y="444500"/>
                </a:moveTo>
                <a:lnTo>
                  <a:pt x="2997072" y="482600"/>
                </a:lnTo>
                <a:lnTo>
                  <a:pt x="3030981" y="495300"/>
                </a:lnTo>
                <a:lnTo>
                  <a:pt x="3050539" y="457200"/>
                </a:lnTo>
                <a:lnTo>
                  <a:pt x="3016630" y="444500"/>
                </a:lnTo>
                <a:close/>
              </a:path>
              <a:path w="3655059" h="3630295">
                <a:moveTo>
                  <a:pt x="3422903" y="431800"/>
                </a:moveTo>
                <a:lnTo>
                  <a:pt x="3401059" y="469900"/>
                </a:lnTo>
                <a:lnTo>
                  <a:pt x="3439032" y="495300"/>
                </a:lnTo>
                <a:lnTo>
                  <a:pt x="3460876" y="457200"/>
                </a:lnTo>
                <a:lnTo>
                  <a:pt x="3422903" y="431800"/>
                </a:lnTo>
                <a:close/>
              </a:path>
              <a:path w="3655059" h="3630295">
                <a:moveTo>
                  <a:pt x="526795" y="469900"/>
                </a:moveTo>
                <a:lnTo>
                  <a:pt x="518413" y="469900"/>
                </a:lnTo>
                <a:lnTo>
                  <a:pt x="513714" y="482600"/>
                </a:lnTo>
                <a:lnTo>
                  <a:pt x="521969" y="482600"/>
                </a:lnTo>
                <a:lnTo>
                  <a:pt x="526795" y="469900"/>
                </a:lnTo>
                <a:close/>
              </a:path>
              <a:path w="3655059" h="3630295">
                <a:moveTo>
                  <a:pt x="924686" y="457200"/>
                </a:moveTo>
                <a:lnTo>
                  <a:pt x="917320" y="469900"/>
                </a:lnTo>
                <a:lnTo>
                  <a:pt x="930147" y="482600"/>
                </a:lnTo>
                <a:lnTo>
                  <a:pt x="937513" y="469900"/>
                </a:lnTo>
                <a:lnTo>
                  <a:pt x="924686" y="457200"/>
                </a:lnTo>
                <a:close/>
              </a:path>
              <a:path w="3655059" h="3630295">
                <a:moveTo>
                  <a:pt x="1486661" y="457200"/>
                </a:moveTo>
                <a:lnTo>
                  <a:pt x="1476120" y="469900"/>
                </a:lnTo>
                <a:lnTo>
                  <a:pt x="1494281" y="482600"/>
                </a:lnTo>
                <a:lnTo>
                  <a:pt x="1504822" y="469900"/>
                </a:lnTo>
                <a:lnTo>
                  <a:pt x="1486661" y="457200"/>
                </a:lnTo>
                <a:close/>
              </a:path>
              <a:path w="3655059" h="3630295">
                <a:moveTo>
                  <a:pt x="1892934" y="444500"/>
                </a:moveTo>
                <a:lnTo>
                  <a:pt x="1879853" y="469900"/>
                </a:lnTo>
                <a:lnTo>
                  <a:pt x="1902459" y="482600"/>
                </a:lnTo>
                <a:lnTo>
                  <a:pt x="1915413" y="457200"/>
                </a:lnTo>
                <a:lnTo>
                  <a:pt x="1892934" y="444500"/>
                </a:lnTo>
                <a:close/>
              </a:path>
              <a:path w="3655059" h="3630295">
                <a:moveTo>
                  <a:pt x="2299207" y="431800"/>
                </a:moveTo>
                <a:lnTo>
                  <a:pt x="2283713" y="469900"/>
                </a:lnTo>
                <a:lnTo>
                  <a:pt x="2310510" y="482600"/>
                </a:lnTo>
                <a:lnTo>
                  <a:pt x="2326004" y="457200"/>
                </a:lnTo>
                <a:lnTo>
                  <a:pt x="2299207" y="431800"/>
                </a:lnTo>
                <a:close/>
              </a:path>
              <a:path w="3655059" h="3630295">
                <a:moveTo>
                  <a:pt x="2861055" y="431800"/>
                </a:moveTo>
                <a:lnTo>
                  <a:pt x="2842513" y="469900"/>
                </a:lnTo>
                <a:lnTo>
                  <a:pt x="2874644" y="482600"/>
                </a:lnTo>
                <a:lnTo>
                  <a:pt x="2893313" y="457200"/>
                </a:lnTo>
                <a:lnTo>
                  <a:pt x="2861055" y="431800"/>
                </a:lnTo>
                <a:close/>
              </a:path>
              <a:path w="3655059" h="3630295">
                <a:moveTo>
                  <a:pt x="3267328" y="419100"/>
                </a:moveTo>
                <a:lnTo>
                  <a:pt x="3246246" y="457200"/>
                </a:lnTo>
                <a:lnTo>
                  <a:pt x="3282822" y="482600"/>
                </a:lnTo>
                <a:lnTo>
                  <a:pt x="3303904" y="444500"/>
                </a:lnTo>
                <a:lnTo>
                  <a:pt x="3267328" y="419100"/>
                </a:lnTo>
                <a:close/>
              </a:path>
              <a:path w="3655059" h="3630295">
                <a:moveTo>
                  <a:pt x="362838" y="457200"/>
                </a:moveTo>
                <a:lnTo>
                  <a:pt x="358901" y="469900"/>
                </a:lnTo>
                <a:lnTo>
                  <a:pt x="369823" y="469900"/>
                </a:lnTo>
                <a:lnTo>
                  <a:pt x="362838" y="457200"/>
                </a:lnTo>
                <a:close/>
              </a:path>
              <a:path w="3655059" h="3630295">
                <a:moveTo>
                  <a:pt x="780287" y="457200"/>
                </a:moveTo>
                <a:lnTo>
                  <a:pt x="762761" y="457200"/>
                </a:lnTo>
                <a:lnTo>
                  <a:pt x="773937" y="469900"/>
                </a:lnTo>
                <a:lnTo>
                  <a:pt x="780287" y="457200"/>
                </a:lnTo>
                <a:close/>
              </a:path>
              <a:path w="3655059" h="3630295">
                <a:moveTo>
                  <a:pt x="1190878" y="444500"/>
                </a:moveTo>
                <a:lnTo>
                  <a:pt x="1175384" y="444500"/>
                </a:lnTo>
                <a:lnTo>
                  <a:pt x="1166494" y="457200"/>
                </a:lnTo>
                <a:lnTo>
                  <a:pt x="1181988" y="469900"/>
                </a:lnTo>
                <a:lnTo>
                  <a:pt x="1190878" y="444500"/>
                </a:lnTo>
                <a:close/>
              </a:path>
              <a:path w="3655059" h="3630295">
                <a:moveTo>
                  <a:pt x="1331086" y="444500"/>
                </a:moveTo>
                <a:lnTo>
                  <a:pt x="1321307" y="469900"/>
                </a:lnTo>
                <a:lnTo>
                  <a:pt x="1338198" y="469900"/>
                </a:lnTo>
                <a:lnTo>
                  <a:pt x="1347850" y="457200"/>
                </a:lnTo>
                <a:lnTo>
                  <a:pt x="1331086" y="444500"/>
                </a:lnTo>
                <a:close/>
              </a:path>
              <a:path w="3655059" h="3630295">
                <a:moveTo>
                  <a:pt x="1737359" y="444500"/>
                </a:moveTo>
                <a:lnTo>
                  <a:pt x="1725167" y="457200"/>
                </a:lnTo>
                <a:lnTo>
                  <a:pt x="1746249" y="469900"/>
                </a:lnTo>
                <a:lnTo>
                  <a:pt x="1758441" y="457200"/>
                </a:lnTo>
                <a:lnTo>
                  <a:pt x="1737359" y="444500"/>
                </a:lnTo>
                <a:close/>
              </a:path>
              <a:path w="3655059" h="3630295">
                <a:moveTo>
                  <a:pt x="2143632" y="431800"/>
                </a:moveTo>
                <a:lnTo>
                  <a:pt x="2128900" y="457200"/>
                </a:lnTo>
                <a:lnTo>
                  <a:pt x="2154300" y="469900"/>
                </a:lnTo>
                <a:lnTo>
                  <a:pt x="2168905" y="444500"/>
                </a:lnTo>
                <a:lnTo>
                  <a:pt x="2143632" y="431800"/>
                </a:lnTo>
                <a:close/>
              </a:path>
              <a:path w="3655059" h="3630295">
                <a:moveTo>
                  <a:pt x="2549905" y="419100"/>
                </a:moveTo>
                <a:lnTo>
                  <a:pt x="2532887" y="444500"/>
                </a:lnTo>
                <a:lnTo>
                  <a:pt x="2562351" y="469900"/>
                </a:lnTo>
                <a:lnTo>
                  <a:pt x="2579369" y="431800"/>
                </a:lnTo>
                <a:lnTo>
                  <a:pt x="2549905" y="419100"/>
                </a:lnTo>
                <a:close/>
              </a:path>
              <a:path w="3655059" h="3630295">
                <a:moveTo>
                  <a:pt x="2705480" y="431800"/>
                </a:moveTo>
                <a:lnTo>
                  <a:pt x="2687446" y="457200"/>
                </a:lnTo>
                <a:lnTo>
                  <a:pt x="2718561" y="469900"/>
                </a:lnTo>
                <a:lnTo>
                  <a:pt x="2736468" y="444500"/>
                </a:lnTo>
                <a:lnTo>
                  <a:pt x="2705480" y="431800"/>
                </a:lnTo>
                <a:close/>
              </a:path>
              <a:path w="3655059" h="3630295">
                <a:moveTo>
                  <a:pt x="3111753" y="419100"/>
                </a:moveTo>
                <a:lnTo>
                  <a:pt x="3091433" y="457200"/>
                </a:lnTo>
                <a:lnTo>
                  <a:pt x="3126612" y="469900"/>
                </a:lnTo>
                <a:lnTo>
                  <a:pt x="3146805" y="431800"/>
                </a:lnTo>
                <a:lnTo>
                  <a:pt x="3111753" y="419100"/>
                </a:lnTo>
                <a:close/>
              </a:path>
              <a:path w="3655059" h="3630295">
                <a:moveTo>
                  <a:pt x="3518026" y="406400"/>
                </a:moveTo>
                <a:lnTo>
                  <a:pt x="3495293" y="444500"/>
                </a:lnTo>
                <a:lnTo>
                  <a:pt x="3534663" y="469900"/>
                </a:lnTo>
                <a:lnTo>
                  <a:pt x="3557396" y="431800"/>
                </a:lnTo>
                <a:lnTo>
                  <a:pt x="3518026" y="406400"/>
                </a:lnTo>
                <a:close/>
              </a:path>
              <a:path w="3655059" h="3630295">
                <a:moveTo>
                  <a:pt x="3654551" y="449580"/>
                </a:moveTo>
                <a:lnTo>
                  <a:pt x="3650106" y="457200"/>
                </a:lnTo>
                <a:lnTo>
                  <a:pt x="3654551" y="459740"/>
                </a:lnTo>
                <a:lnTo>
                  <a:pt x="3654551" y="449580"/>
                </a:lnTo>
                <a:close/>
              </a:path>
              <a:path w="3655059" h="3630295">
                <a:moveTo>
                  <a:pt x="623315" y="444500"/>
                </a:moveTo>
                <a:lnTo>
                  <a:pt x="613536" y="444500"/>
                </a:lnTo>
                <a:lnTo>
                  <a:pt x="607948" y="457200"/>
                </a:lnTo>
                <a:lnTo>
                  <a:pt x="617727" y="457200"/>
                </a:lnTo>
                <a:lnTo>
                  <a:pt x="623315" y="444500"/>
                </a:lnTo>
                <a:close/>
              </a:path>
              <a:path w="3655059" h="3630295">
                <a:moveTo>
                  <a:pt x="1019809" y="431800"/>
                </a:moveTo>
                <a:lnTo>
                  <a:pt x="1011808" y="444500"/>
                </a:lnTo>
                <a:lnTo>
                  <a:pt x="1025778" y="457200"/>
                </a:lnTo>
                <a:lnTo>
                  <a:pt x="1033906" y="444500"/>
                </a:lnTo>
                <a:lnTo>
                  <a:pt x="1019809" y="431800"/>
                </a:lnTo>
                <a:close/>
              </a:path>
              <a:path w="3655059" h="3630295">
                <a:moveTo>
                  <a:pt x="1426209" y="419100"/>
                </a:moveTo>
                <a:lnTo>
                  <a:pt x="1415795" y="444500"/>
                </a:lnTo>
                <a:lnTo>
                  <a:pt x="1433829" y="457200"/>
                </a:lnTo>
                <a:lnTo>
                  <a:pt x="1444243" y="431800"/>
                </a:lnTo>
                <a:lnTo>
                  <a:pt x="1426209" y="419100"/>
                </a:lnTo>
                <a:close/>
              </a:path>
              <a:path w="3655059" h="3630295">
                <a:moveTo>
                  <a:pt x="1581784" y="431800"/>
                </a:moveTo>
                <a:lnTo>
                  <a:pt x="1570481" y="444500"/>
                </a:lnTo>
                <a:lnTo>
                  <a:pt x="1590039" y="457200"/>
                </a:lnTo>
                <a:lnTo>
                  <a:pt x="1601215" y="444500"/>
                </a:lnTo>
                <a:lnTo>
                  <a:pt x="1581784" y="431800"/>
                </a:lnTo>
                <a:close/>
              </a:path>
              <a:path w="3655059" h="3630295">
                <a:moveTo>
                  <a:pt x="1988057" y="419100"/>
                </a:moveTo>
                <a:lnTo>
                  <a:pt x="1974341" y="444500"/>
                </a:lnTo>
                <a:lnTo>
                  <a:pt x="1998090" y="457200"/>
                </a:lnTo>
                <a:lnTo>
                  <a:pt x="2011806" y="431800"/>
                </a:lnTo>
                <a:lnTo>
                  <a:pt x="1988057" y="419100"/>
                </a:lnTo>
                <a:close/>
              </a:path>
              <a:path w="3655059" h="3630295">
                <a:moveTo>
                  <a:pt x="2394330" y="406400"/>
                </a:moveTo>
                <a:lnTo>
                  <a:pt x="2378201" y="444500"/>
                </a:lnTo>
                <a:lnTo>
                  <a:pt x="2406141" y="457200"/>
                </a:lnTo>
                <a:lnTo>
                  <a:pt x="2422270" y="431800"/>
                </a:lnTo>
                <a:lnTo>
                  <a:pt x="2394330" y="406400"/>
                </a:lnTo>
                <a:close/>
              </a:path>
              <a:path w="3655059" h="3630295">
                <a:moveTo>
                  <a:pt x="2800603" y="406400"/>
                </a:moveTo>
                <a:lnTo>
                  <a:pt x="2781934" y="431800"/>
                </a:lnTo>
                <a:lnTo>
                  <a:pt x="2814192" y="457200"/>
                </a:lnTo>
                <a:lnTo>
                  <a:pt x="2832861" y="419100"/>
                </a:lnTo>
                <a:lnTo>
                  <a:pt x="2800603" y="406400"/>
                </a:lnTo>
                <a:close/>
              </a:path>
              <a:path w="3655059" h="3630295">
                <a:moveTo>
                  <a:pt x="2956178" y="406400"/>
                </a:moveTo>
                <a:lnTo>
                  <a:pt x="2936747" y="444500"/>
                </a:lnTo>
                <a:lnTo>
                  <a:pt x="2970402" y="457200"/>
                </a:lnTo>
                <a:lnTo>
                  <a:pt x="2989833" y="431800"/>
                </a:lnTo>
                <a:lnTo>
                  <a:pt x="2956178" y="406400"/>
                </a:lnTo>
                <a:close/>
              </a:path>
              <a:path w="3655059" h="3630295">
                <a:moveTo>
                  <a:pt x="3362451" y="393700"/>
                </a:moveTo>
                <a:lnTo>
                  <a:pt x="3340480" y="431800"/>
                </a:lnTo>
                <a:lnTo>
                  <a:pt x="3378453" y="457200"/>
                </a:lnTo>
                <a:lnTo>
                  <a:pt x="3400424" y="419100"/>
                </a:lnTo>
                <a:lnTo>
                  <a:pt x="3362451" y="393700"/>
                </a:lnTo>
                <a:close/>
              </a:path>
              <a:path w="3655059" h="3630295">
                <a:moveTo>
                  <a:pt x="457961" y="431800"/>
                </a:moveTo>
                <a:lnTo>
                  <a:pt x="453135" y="444500"/>
                </a:lnTo>
                <a:lnTo>
                  <a:pt x="466343" y="444500"/>
                </a:lnTo>
                <a:lnTo>
                  <a:pt x="457961" y="431800"/>
                </a:lnTo>
                <a:close/>
              </a:path>
              <a:path w="3655059" h="3630295">
                <a:moveTo>
                  <a:pt x="864234" y="419100"/>
                </a:moveTo>
                <a:lnTo>
                  <a:pt x="856995" y="431800"/>
                </a:lnTo>
                <a:lnTo>
                  <a:pt x="869568" y="444500"/>
                </a:lnTo>
                <a:lnTo>
                  <a:pt x="876807" y="431800"/>
                </a:lnTo>
                <a:lnTo>
                  <a:pt x="864234" y="419100"/>
                </a:lnTo>
                <a:close/>
              </a:path>
              <a:path w="3655059" h="3630295">
                <a:moveTo>
                  <a:pt x="1287398" y="419100"/>
                </a:moveTo>
                <a:lnTo>
                  <a:pt x="1270507" y="419100"/>
                </a:lnTo>
                <a:lnTo>
                  <a:pt x="1260855" y="431800"/>
                </a:lnTo>
                <a:lnTo>
                  <a:pt x="1277619" y="444500"/>
                </a:lnTo>
                <a:lnTo>
                  <a:pt x="1287398" y="419100"/>
                </a:lnTo>
                <a:close/>
              </a:path>
              <a:path w="3655059" h="3630295">
                <a:moveTo>
                  <a:pt x="1832482" y="406400"/>
                </a:moveTo>
                <a:lnTo>
                  <a:pt x="1819528" y="431800"/>
                </a:lnTo>
                <a:lnTo>
                  <a:pt x="1841880" y="444500"/>
                </a:lnTo>
                <a:lnTo>
                  <a:pt x="1854707" y="419100"/>
                </a:lnTo>
                <a:lnTo>
                  <a:pt x="1832482" y="406400"/>
                </a:lnTo>
                <a:close/>
              </a:path>
              <a:path w="3655059" h="3630295">
                <a:moveTo>
                  <a:pt x="2238755" y="406400"/>
                </a:moveTo>
                <a:lnTo>
                  <a:pt x="2223388" y="431800"/>
                </a:lnTo>
                <a:lnTo>
                  <a:pt x="2249931" y="444500"/>
                </a:lnTo>
                <a:lnTo>
                  <a:pt x="2265298" y="419100"/>
                </a:lnTo>
                <a:lnTo>
                  <a:pt x="2238755" y="406400"/>
                </a:lnTo>
                <a:close/>
              </a:path>
              <a:path w="3655059" h="3630295">
                <a:moveTo>
                  <a:pt x="2645028" y="393700"/>
                </a:moveTo>
                <a:lnTo>
                  <a:pt x="2627248" y="419100"/>
                </a:lnTo>
                <a:lnTo>
                  <a:pt x="2657982" y="444500"/>
                </a:lnTo>
                <a:lnTo>
                  <a:pt x="2675889" y="406400"/>
                </a:lnTo>
                <a:lnTo>
                  <a:pt x="2645028" y="393700"/>
                </a:lnTo>
                <a:close/>
              </a:path>
              <a:path w="3655059" h="3630295">
                <a:moveTo>
                  <a:pt x="3206876" y="393700"/>
                </a:moveTo>
                <a:lnTo>
                  <a:pt x="3185794" y="431800"/>
                </a:lnTo>
                <a:lnTo>
                  <a:pt x="3222243" y="444500"/>
                </a:lnTo>
                <a:lnTo>
                  <a:pt x="3243452" y="406400"/>
                </a:lnTo>
                <a:lnTo>
                  <a:pt x="3206876" y="393700"/>
                </a:lnTo>
                <a:close/>
              </a:path>
              <a:path w="3655059" h="3630295">
                <a:moveTo>
                  <a:pt x="3613149" y="381000"/>
                </a:moveTo>
                <a:lnTo>
                  <a:pt x="3589527" y="419100"/>
                </a:lnTo>
                <a:lnTo>
                  <a:pt x="3630421" y="444500"/>
                </a:lnTo>
                <a:lnTo>
                  <a:pt x="3653916" y="406400"/>
                </a:lnTo>
                <a:lnTo>
                  <a:pt x="3613149" y="381000"/>
                </a:lnTo>
                <a:close/>
              </a:path>
              <a:path w="3655059" h="3630295">
                <a:moveTo>
                  <a:pt x="719581" y="419100"/>
                </a:moveTo>
                <a:lnTo>
                  <a:pt x="708786" y="419100"/>
                </a:lnTo>
                <a:lnTo>
                  <a:pt x="702436" y="431800"/>
                </a:lnTo>
                <a:lnTo>
                  <a:pt x="713358" y="431800"/>
                </a:lnTo>
                <a:lnTo>
                  <a:pt x="719581" y="419100"/>
                </a:lnTo>
                <a:close/>
              </a:path>
              <a:path w="3655059" h="3630295">
                <a:moveTo>
                  <a:pt x="1115059" y="406400"/>
                </a:moveTo>
                <a:lnTo>
                  <a:pt x="1106296" y="419100"/>
                </a:lnTo>
                <a:lnTo>
                  <a:pt x="1121409" y="431800"/>
                </a:lnTo>
                <a:lnTo>
                  <a:pt x="1130172" y="419100"/>
                </a:lnTo>
                <a:lnTo>
                  <a:pt x="1115059" y="406400"/>
                </a:lnTo>
                <a:close/>
              </a:path>
              <a:path w="3655059" h="3630295">
                <a:moveTo>
                  <a:pt x="1521332" y="393700"/>
                </a:moveTo>
                <a:lnTo>
                  <a:pt x="1510029" y="419100"/>
                </a:lnTo>
                <a:lnTo>
                  <a:pt x="1529460" y="431800"/>
                </a:lnTo>
                <a:lnTo>
                  <a:pt x="1540763" y="406400"/>
                </a:lnTo>
                <a:lnTo>
                  <a:pt x="1521332" y="393700"/>
                </a:lnTo>
                <a:close/>
              </a:path>
              <a:path w="3655059" h="3630295">
                <a:moveTo>
                  <a:pt x="1676907" y="406400"/>
                </a:moveTo>
                <a:lnTo>
                  <a:pt x="1664842" y="419100"/>
                </a:lnTo>
                <a:lnTo>
                  <a:pt x="1685670" y="431800"/>
                </a:lnTo>
                <a:lnTo>
                  <a:pt x="1697735" y="419100"/>
                </a:lnTo>
                <a:lnTo>
                  <a:pt x="1676907" y="406400"/>
                </a:lnTo>
                <a:close/>
              </a:path>
              <a:path w="3655059" h="3630295">
                <a:moveTo>
                  <a:pt x="2083180" y="393700"/>
                </a:moveTo>
                <a:lnTo>
                  <a:pt x="2068575" y="419100"/>
                </a:lnTo>
                <a:lnTo>
                  <a:pt x="2093721" y="431800"/>
                </a:lnTo>
                <a:lnTo>
                  <a:pt x="2108326" y="406400"/>
                </a:lnTo>
                <a:lnTo>
                  <a:pt x="2083180" y="393700"/>
                </a:lnTo>
                <a:close/>
              </a:path>
              <a:path w="3655059" h="3630295">
                <a:moveTo>
                  <a:pt x="2489453" y="381000"/>
                </a:moveTo>
                <a:lnTo>
                  <a:pt x="2472689" y="419100"/>
                </a:lnTo>
                <a:lnTo>
                  <a:pt x="2501772" y="431800"/>
                </a:lnTo>
                <a:lnTo>
                  <a:pt x="2518663" y="406400"/>
                </a:lnTo>
                <a:lnTo>
                  <a:pt x="2489453" y="381000"/>
                </a:lnTo>
                <a:close/>
              </a:path>
              <a:path w="3655059" h="3630295">
                <a:moveTo>
                  <a:pt x="2895726" y="368300"/>
                </a:moveTo>
                <a:lnTo>
                  <a:pt x="2876422" y="406400"/>
                </a:lnTo>
                <a:lnTo>
                  <a:pt x="2909823" y="431800"/>
                </a:lnTo>
                <a:lnTo>
                  <a:pt x="2929127" y="393700"/>
                </a:lnTo>
                <a:lnTo>
                  <a:pt x="2895726" y="368300"/>
                </a:lnTo>
                <a:close/>
              </a:path>
              <a:path w="3655059" h="3630295">
                <a:moveTo>
                  <a:pt x="3051301" y="381000"/>
                </a:moveTo>
                <a:lnTo>
                  <a:pt x="3031235" y="419100"/>
                </a:lnTo>
                <a:lnTo>
                  <a:pt x="3066033" y="431800"/>
                </a:lnTo>
                <a:lnTo>
                  <a:pt x="3086226" y="406400"/>
                </a:lnTo>
                <a:lnTo>
                  <a:pt x="3051301" y="381000"/>
                </a:lnTo>
                <a:close/>
              </a:path>
              <a:path w="3655059" h="3630295">
                <a:moveTo>
                  <a:pt x="3457574" y="368300"/>
                </a:moveTo>
                <a:lnTo>
                  <a:pt x="3434968" y="406400"/>
                </a:lnTo>
                <a:lnTo>
                  <a:pt x="3474084" y="431800"/>
                </a:lnTo>
                <a:lnTo>
                  <a:pt x="3496690" y="393700"/>
                </a:lnTo>
                <a:lnTo>
                  <a:pt x="3457574" y="368300"/>
                </a:lnTo>
                <a:close/>
              </a:path>
              <a:path w="3655059" h="3630295">
                <a:moveTo>
                  <a:pt x="553084" y="406400"/>
                </a:moveTo>
                <a:lnTo>
                  <a:pt x="547623" y="419100"/>
                </a:lnTo>
                <a:lnTo>
                  <a:pt x="562609" y="419100"/>
                </a:lnTo>
                <a:lnTo>
                  <a:pt x="553084" y="406400"/>
                </a:lnTo>
                <a:close/>
              </a:path>
              <a:path w="3655059" h="3630295">
                <a:moveTo>
                  <a:pt x="959357" y="393700"/>
                </a:moveTo>
                <a:lnTo>
                  <a:pt x="951483" y="406400"/>
                </a:lnTo>
                <a:lnTo>
                  <a:pt x="965199" y="419100"/>
                </a:lnTo>
                <a:lnTo>
                  <a:pt x="973200" y="406400"/>
                </a:lnTo>
                <a:lnTo>
                  <a:pt x="959357" y="393700"/>
                </a:lnTo>
                <a:close/>
              </a:path>
              <a:path w="3655059" h="3630295">
                <a:moveTo>
                  <a:pt x="1383664" y="393700"/>
                </a:moveTo>
                <a:lnTo>
                  <a:pt x="1365757" y="393700"/>
                </a:lnTo>
                <a:lnTo>
                  <a:pt x="1355343" y="406400"/>
                </a:lnTo>
                <a:lnTo>
                  <a:pt x="1373377" y="419100"/>
                </a:lnTo>
                <a:lnTo>
                  <a:pt x="1383664" y="393700"/>
                </a:lnTo>
                <a:close/>
              </a:path>
              <a:path w="3655059" h="3630295">
                <a:moveTo>
                  <a:pt x="1927605" y="381000"/>
                </a:moveTo>
                <a:lnTo>
                  <a:pt x="1914016" y="406400"/>
                </a:lnTo>
                <a:lnTo>
                  <a:pt x="1937511" y="419100"/>
                </a:lnTo>
                <a:lnTo>
                  <a:pt x="1951100" y="393700"/>
                </a:lnTo>
                <a:lnTo>
                  <a:pt x="1927605" y="381000"/>
                </a:lnTo>
                <a:close/>
              </a:path>
              <a:path w="3655059" h="3630295">
                <a:moveTo>
                  <a:pt x="2333878" y="381000"/>
                </a:moveTo>
                <a:lnTo>
                  <a:pt x="2317622" y="406400"/>
                </a:lnTo>
                <a:lnTo>
                  <a:pt x="2345689" y="419100"/>
                </a:lnTo>
                <a:lnTo>
                  <a:pt x="2361818" y="393700"/>
                </a:lnTo>
                <a:lnTo>
                  <a:pt x="2333878" y="381000"/>
                </a:lnTo>
                <a:close/>
              </a:path>
              <a:path w="3655059" h="3630295">
                <a:moveTo>
                  <a:pt x="2740151" y="368300"/>
                </a:moveTo>
                <a:lnTo>
                  <a:pt x="2721609" y="393700"/>
                </a:lnTo>
                <a:lnTo>
                  <a:pt x="2753740" y="419100"/>
                </a:lnTo>
                <a:lnTo>
                  <a:pt x="2772155" y="381000"/>
                </a:lnTo>
                <a:lnTo>
                  <a:pt x="2740151" y="368300"/>
                </a:lnTo>
                <a:close/>
              </a:path>
              <a:path w="3655059" h="3630295">
                <a:moveTo>
                  <a:pt x="3301999" y="368300"/>
                </a:moveTo>
                <a:lnTo>
                  <a:pt x="3280282" y="406400"/>
                </a:lnTo>
                <a:lnTo>
                  <a:pt x="3318001" y="419100"/>
                </a:lnTo>
                <a:lnTo>
                  <a:pt x="3339718" y="381000"/>
                </a:lnTo>
                <a:lnTo>
                  <a:pt x="3301999" y="368300"/>
                </a:lnTo>
                <a:close/>
              </a:path>
              <a:path w="3655059" h="3630295">
                <a:moveTo>
                  <a:pt x="397509" y="393700"/>
                </a:moveTo>
                <a:lnTo>
                  <a:pt x="392937" y="406400"/>
                </a:lnTo>
                <a:lnTo>
                  <a:pt x="405637" y="406400"/>
                </a:lnTo>
                <a:lnTo>
                  <a:pt x="397509" y="393700"/>
                </a:lnTo>
                <a:close/>
              </a:path>
              <a:path w="3655059" h="3630295">
                <a:moveTo>
                  <a:pt x="816228" y="393700"/>
                </a:moveTo>
                <a:lnTo>
                  <a:pt x="803782" y="393700"/>
                </a:lnTo>
                <a:lnTo>
                  <a:pt x="796670" y="406400"/>
                </a:lnTo>
                <a:lnTo>
                  <a:pt x="808989" y="406400"/>
                </a:lnTo>
                <a:lnTo>
                  <a:pt x="816228" y="393700"/>
                </a:lnTo>
                <a:close/>
              </a:path>
              <a:path w="3655059" h="3630295">
                <a:moveTo>
                  <a:pt x="1210055" y="381000"/>
                </a:moveTo>
                <a:lnTo>
                  <a:pt x="1200530" y="393700"/>
                </a:lnTo>
                <a:lnTo>
                  <a:pt x="1217167" y="406400"/>
                </a:lnTo>
                <a:lnTo>
                  <a:pt x="1226692" y="393700"/>
                </a:lnTo>
                <a:lnTo>
                  <a:pt x="1210055" y="381000"/>
                </a:lnTo>
                <a:close/>
              </a:path>
              <a:path w="3655059" h="3630295">
                <a:moveTo>
                  <a:pt x="1616455" y="368300"/>
                </a:moveTo>
                <a:lnTo>
                  <a:pt x="1604517" y="393700"/>
                </a:lnTo>
                <a:lnTo>
                  <a:pt x="1625218" y="406400"/>
                </a:lnTo>
                <a:lnTo>
                  <a:pt x="1637029" y="381000"/>
                </a:lnTo>
                <a:lnTo>
                  <a:pt x="1616455" y="368300"/>
                </a:lnTo>
                <a:close/>
              </a:path>
              <a:path w="3655059" h="3630295">
                <a:moveTo>
                  <a:pt x="1772030" y="381000"/>
                </a:moveTo>
                <a:lnTo>
                  <a:pt x="1759076" y="393700"/>
                </a:lnTo>
                <a:lnTo>
                  <a:pt x="1781428" y="406400"/>
                </a:lnTo>
                <a:lnTo>
                  <a:pt x="1794255" y="393700"/>
                </a:lnTo>
                <a:lnTo>
                  <a:pt x="1772030" y="381000"/>
                </a:lnTo>
                <a:close/>
              </a:path>
              <a:path w="3655059" h="3630295">
                <a:moveTo>
                  <a:pt x="2178303" y="368300"/>
                </a:moveTo>
                <a:lnTo>
                  <a:pt x="2163063" y="393700"/>
                </a:lnTo>
                <a:lnTo>
                  <a:pt x="2189479" y="406400"/>
                </a:lnTo>
                <a:lnTo>
                  <a:pt x="2204592" y="381000"/>
                </a:lnTo>
                <a:lnTo>
                  <a:pt x="2178303" y="368300"/>
                </a:lnTo>
                <a:close/>
              </a:path>
              <a:path w="3655059" h="3630295">
                <a:moveTo>
                  <a:pt x="2584576" y="355600"/>
                </a:moveTo>
                <a:lnTo>
                  <a:pt x="2566923" y="393700"/>
                </a:lnTo>
                <a:lnTo>
                  <a:pt x="2597530" y="406400"/>
                </a:lnTo>
                <a:lnTo>
                  <a:pt x="2615183" y="381000"/>
                </a:lnTo>
                <a:lnTo>
                  <a:pt x="2584576" y="355600"/>
                </a:lnTo>
                <a:close/>
              </a:path>
              <a:path w="3655059" h="3630295">
                <a:moveTo>
                  <a:pt x="2990849" y="342900"/>
                </a:moveTo>
                <a:lnTo>
                  <a:pt x="2970910" y="381000"/>
                </a:lnTo>
                <a:lnTo>
                  <a:pt x="3005581" y="406400"/>
                </a:lnTo>
                <a:lnTo>
                  <a:pt x="3025520" y="368300"/>
                </a:lnTo>
                <a:lnTo>
                  <a:pt x="2990849" y="342900"/>
                </a:lnTo>
                <a:close/>
              </a:path>
              <a:path w="3655059" h="3630295">
                <a:moveTo>
                  <a:pt x="3146424" y="355600"/>
                </a:moveTo>
                <a:lnTo>
                  <a:pt x="3125469" y="393700"/>
                </a:lnTo>
                <a:lnTo>
                  <a:pt x="3161791" y="406400"/>
                </a:lnTo>
                <a:lnTo>
                  <a:pt x="3182746" y="381000"/>
                </a:lnTo>
                <a:lnTo>
                  <a:pt x="3146424" y="355600"/>
                </a:lnTo>
                <a:close/>
              </a:path>
              <a:path w="3655059" h="3630295">
                <a:moveTo>
                  <a:pt x="3552697" y="342900"/>
                </a:moveTo>
                <a:lnTo>
                  <a:pt x="3529329" y="381000"/>
                </a:lnTo>
                <a:lnTo>
                  <a:pt x="3569842" y="406400"/>
                </a:lnTo>
                <a:lnTo>
                  <a:pt x="3593210" y="368300"/>
                </a:lnTo>
                <a:lnTo>
                  <a:pt x="3552697" y="342900"/>
                </a:lnTo>
                <a:close/>
              </a:path>
              <a:path w="3655059" h="3630295">
                <a:moveTo>
                  <a:pt x="492632" y="368300"/>
                </a:moveTo>
                <a:lnTo>
                  <a:pt x="487171" y="381000"/>
                </a:lnTo>
                <a:lnTo>
                  <a:pt x="496696" y="393700"/>
                </a:lnTo>
                <a:lnTo>
                  <a:pt x="502157" y="381000"/>
                </a:lnTo>
                <a:lnTo>
                  <a:pt x="492632" y="368300"/>
                </a:lnTo>
                <a:close/>
              </a:path>
              <a:path w="3655059" h="3630295">
                <a:moveTo>
                  <a:pt x="648334" y="381000"/>
                </a:moveTo>
                <a:lnTo>
                  <a:pt x="642111" y="393700"/>
                </a:lnTo>
                <a:lnTo>
                  <a:pt x="659002" y="393700"/>
                </a:lnTo>
                <a:lnTo>
                  <a:pt x="648334" y="381000"/>
                </a:lnTo>
                <a:close/>
              </a:path>
              <a:path w="3655059" h="3630295">
                <a:moveTo>
                  <a:pt x="1054607" y="368300"/>
                </a:moveTo>
                <a:lnTo>
                  <a:pt x="1045971" y="381000"/>
                </a:lnTo>
                <a:lnTo>
                  <a:pt x="1060830" y="393700"/>
                </a:lnTo>
                <a:lnTo>
                  <a:pt x="1069466" y="381000"/>
                </a:lnTo>
                <a:lnTo>
                  <a:pt x="1054607" y="368300"/>
                </a:lnTo>
                <a:close/>
              </a:path>
              <a:path w="3655059" h="3630295">
                <a:moveTo>
                  <a:pt x="1460880" y="355600"/>
                </a:moveTo>
                <a:lnTo>
                  <a:pt x="1449704" y="381000"/>
                </a:lnTo>
                <a:lnTo>
                  <a:pt x="1469008" y="393700"/>
                </a:lnTo>
                <a:lnTo>
                  <a:pt x="1480057" y="368300"/>
                </a:lnTo>
                <a:lnTo>
                  <a:pt x="1460880" y="355600"/>
                </a:lnTo>
                <a:close/>
              </a:path>
              <a:path w="3655059" h="3630295">
                <a:moveTo>
                  <a:pt x="1867153" y="355600"/>
                </a:moveTo>
                <a:lnTo>
                  <a:pt x="1853564" y="368300"/>
                </a:lnTo>
                <a:lnTo>
                  <a:pt x="1877059" y="393700"/>
                </a:lnTo>
                <a:lnTo>
                  <a:pt x="1890648" y="368300"/>
                </a:lnTo>
                <a:lnTo>
                  <a:pt x="1867153" y="355600"/>
                </a:lnTo>
                <a:close/>
              </a:path>
              <a:path w="3655059" h="3630295">
                <a:moveTo>
                  <a:pt x="2022728" y="355600"/>
                </a:moveTo>
                <a:lnTo>
                  <a:pt x="2008377" y="381000"/>
                </a:lnTo>
                <a:lnTo>
                  <a:pt x="2033269" y="393700"/>
                </a:lnTo>
                <a:lnTo>
                  <a:pt x="2047620" y="368300"/>
                </a:lnTo>
                <a:lnTo>
                  <a:pt x="2022728" y="355600"/>
                </a:lnTo>
                <a:close/>
              </a:path>
              <a:path w="3655059" h="3630295">
                <a:moveTo>
                  <a:pt x="2429001" y="342900"/>
                </a:moveTo>
                <a:lnTo>
                  <a:pt x="2412110" y="381000"/>
                </a:lnTo>
                <a:lnTo>
                  <a:pt x="2441320" y="393700"/>
                </a:lnTo>
                <a:lnTo>
                  <a:pt x="2458211" y="368300"/>
                </a:lnTo>
                <a:lnTo>
                  <a:pt x="2429001" y="342900"/>
                </a:lnTo>
                <a:close/>
              </a:path>
              <a:path w="3655059" h="3630295">
                <a:moveTo>
                  <a:pt x="2835274" y="342900"/>
                </a:moveTo>
                <a:lnTo>
                  <a:pt x="2816097" y="368300"/>
                </a:lnTo>
                <a:lnTo>
                  <a:pt x="2849371" y="393700"/>
                </a:lnTo>
                <a:lnTo>
                  <a:pt x="2868548" y="355600"/>
                </a:lnTo>
                <a:lnTo>
                  <a:pt x="2835274" y="342900"/>
                </a:lnTo>
                <a:close/>
              </a:path>
              <a:path w="3655059" h="3630295">
                <a:moveTo>
                  <a:pt x="3241547" y="330200"/>
                </a:moveTo>
                <a:lnTo>
                  <a:pt x="3219957" y="368300"/>
                </a:lnTo>
                <a:lnTo>
                  <a:pt x="3257422" y="393700"/>
                </a:lnTo>
                <a:lnTo>
                  <a:pt x="3279012" y="355600"/>
                </a:lnTo>
                <a:lnTo>
                  <a:pt x="3241547" y="330200"/>
                </a:lnTo>
                <a:close/>
              </a:path>
              <a:path w="3655059" h="3630295">
                <a:moveTo>
                  <a:pt x="3397122" y="342900"/>
                </a:moveTo>
                <a:lnTo>
                  <a:pt x="3374643" y="381000"/>
                </a:lnTo>
                <a:lnTo>
                  <a:pt x="3413632" y="393700"/>
                </a:lnTo>
                <a:lnTo>
                  <a:pt x="3436111" y="355600"/>
                </a:lnTo>
                <a:lnTo>
                  <a:pt x="3397122" y="342900"/>
                </a:lnTo>
                <a:close/>
              </a:path>
              <a:path w="3655059" h="3630295">
                <a:moveTo>
                  <a:pt x="344931" y="368300"/>
                </a:moveTo>
                <a:lnTo>
                  <a:pt x="332612" y="368300"/>
                </a:lnTo>
                <a:lnTo>
                  <a:pt x="340486" y="381000"/>
                </a:lnTo>
                <a:lnTo>
                  <a:pt x="344931" y="368300"/>
                </a:lnTo>
                <a:close/>
              </a:path>
              <a:path w="3655059" h="3630295">
                <a:moveTo>
                  <a:pt x="912494" y="368300"/>
                </a:moveTo>
                <a:lnTo>
                  <a:pt x="899032" y="368300"/>
                </a:lnTo>
                <a:lnTo>
                  <a:pt x="891158" y="381000"/>
                </a:lnTo>
                <a:lnTo>
                  <a:pt x="904747" y="381000"/>
                </a:lnTo>
                <a:lnTo>
                  <a:pt x="912494" y="368300"/>
                </a:lnTo>
                <a:close/>
              </a:path>
              <a:path w="3655059" h="3630295">
                <a:moveTo>
                  <a:pt x="1305305" y="355600"/>
                </a:moveTo>
                <a:lnTo>
                  <a:pt x="1295018" y="368300"/>
                </a:lnTo>
                <a:lnTo>
                  <a:pt x="1312798" y="381000"/>
                </a:lnTo>
                <a:lnTo>
                  <a:pt x="1323085" y="368300"/>
                </a:lnTo>
                <a:lnTo>
                  <a:pt x="1305305" y="355600"/>
                </a:lnTo>
                <a:close/>
              </a:path>
              <a:path w="3655059" h="3630295">
                <a:moveTo>
                  <a:pt x="1711578" y="342900"/>
                </a:moveTo>
                <a:lnTo>
                  <a:pt x="1698751" y="368300"/>
                </a:lnTo>
                <a:lnTo>
                  <a:pt x="1720849" y="381000"/>
                </a:lnTo>
                <a:lnTo>
                  <a:pt x="1733549" y="355600"/>
                </a:lnTo>
                <a:lnTo>
                  <a:pt x="1711578" y="342900"/>
                </a:lnTo>
                <a:close/>
              </a:path>
              <a:path w="3655059" h="3630295">
                <a:moveTo>
                  <a:pt x="2273426" y="342900"/>
                </a:moveTo>
                <a:lnTo>
                  <a:pt x="2257424" y="368300"/>
                </a:lnTo>
                <a:lnTo>
                  <a:pt x="2285110" y="381000"/>
                </a:lnTo>
                <a:lnTo>
                  <a:pt x="2301112" y="355600"/>
                </a:lnTo>
                <a:lnTo>
                  <a:pt x="2273426" y="342900"/>
                </a:lnTo>
                <a:close/>
              </a:path>
              <a:path w="3655059" h="3630295">
                <a:moveTo>
                  <a:pt x="2679699" y="330200"/>
                </a:moveTo>
                <a:lnTo>
                  <a:pt x="2661411" y="368300"/>
                </a:lnTo>
                <a:lnTo>
                  <a:pt x="2693161" y="381000"/>
                </a:lnTo>
                <a:lnTo>
                  <a:pt x="2711449" y="342900"/>
                </a:lnTo>
                <a:lnTo>
                  <a:pt x="2679699" y="330200"/>
                </a:lnTo>
                <a:close/>
              </a:path>
              <a:path w="3655059" h="3630295">
                <a:moveTo>
                  <a:pt x="3085972" y="317500"/>
                </a:moveTo>
                <a:lnTo>
                  <a:pt x="3065144" y="355600"/>
                </a:lnTo>
                <a:lnTo>
                  <a:pt x="3101212" y="381000"/>
                </a:lnTo>
                <a:lnTo>
                  <a:pt x="3122040" y="342900"/>
                </a:lnTo>
                <a:lnTo>
                  <a:pt x="3085972" y="317500"/>
                </a:lnTo>
                <a:close/>
              </a:path>
              <a:path w="3655059" h="3630295">
                <a:moveTo>
                  <a:pt x="3647820" y="317500"/>
                </a:moveTo>
                <a:lnTo>
                  <a:pt x="3623690" y="355600"/>
                </a:lnTo>
                <a:lnTo>
                  <a:pt x="3654551" y="373380"/>
                </a:lnTo>
                <a:lnTo>
                  <a:pt x="3654551" y="321310"/>
                </a:lnTo>
                <a:lnTo>
                  <a:pt x="3647820" y="317500"/>
                </a:lnTo>
                <a:close/>
              </a:path>
              <a:path w="3655059" h="3630295">
                <a:moveTo>
                  <a:pt x="587755" y="342900"/>
                </a:moveTo>
                <a:lnTo>
                  <a:pt x="581659" y="355600"/>
                </a:lnTo>
                <a:lnTo>
                  <a:pt x="592327" y="368300"/>
                </a:lnTo>
                <a:lnTo>
                  <a:pt x="598423" y="355600"/>
                </a:lnTo>
                <a:lnTo>
                  <a:pt x="587755" y="342900"/>
                </a:lnTo>
                <a:close/>
              </a:path>
              <a:path w="3655059" h="3630295">
                <a:moveTo>
                  <a:pt x="755522" y="355600"/>
                </a:moveTo>
                <a:lnTo>
                  <a:pt x="743457" y="355600"/>
                </a:lnTo>
                <a:lnTo>
                  <a:pt x="736472" y="368300"/>
                </a:lnTo>
                <a:lnTo>
                  <a:pt x="748537" y="368300"/>
                </a:lnTo>
                <a:lnTo>
                  <a:pt x="755522" y="355600"/>
                </a:lnTo>
                <a:close/>
              </a:path>
              <a:path w="3655059" h="3630295">
                <a:moveTo>
                  <a:pt x="1149730" y="342900"/>
                </a:moveTo>
                <a:lnTo>
                  <a:pt x="1140205" y="355600"/>
                </a:lnTo>
                <a:lnTo>
                  <a:pt x="1156588" y="368300"/>
                </a:lnTo>
                <a:lnTo>
                  <a:pt x="1165986" y="355600"/>
                </a:lnTo>
                <a:lnTo>
                  <a:pt x="1149730" y="342900"/>
                </a:lnTo>
                <a:close/>
              </a:path>
              <a:path w="3655059" h="3630295">
                <a:moveTo>
                  <a:pt x="1556003" y="330200"/>
                </a:moveTo>
                <a:lnTo>
                  <a:pt x="1544192" y="355600"/>
                </a:lnTo>
                <a:lnTo>
                  <a:pt x="1564639" y="368300"/>
                </a:lnTo>
                <a:lnTo>
                  <a:pt x="1576450" y="342900"/>
                </a:lnTo>
                <a:lnTo>
                  <a:pt x="1556003" y="330200"/>
                </a:lnTo>
                <a:close/>
              </a:path>
              <a:path w="3655059" h="3630295">
                <a:moveTo>
                  <a:pt x="1962276" y="330200"/>
                </a:moveTo>
                <a:lnTo>
                  <a:pt x="1948052" y="342900"/>
                </a:lnTo>
                <a:lnTo>
                  <a:pt x="1972690" y="368300"/>
                </a:lnTo>
                <a:lnTo>
                  <a:pt x="1986914" y="342900"/>
                </a:lnTo>
                <a:lnTo>
                  <a:pt x="1962276" y="330200"/>
                </a:lnTo>
                <a:close/>
              </a:path>
              <a:path w="3655059" h="3630295">
                <a:moveTo>
                  <a:pt x="2117851" y="330200"/>
                </a:moveTo>
                <a:lnTo>
                  <a:pt x="2102738" y="355600"/>
                </a:lnTo>
                <a:lnTo>
                  <a:pt x="2128900" y="368300"/>
                </a:lnTo>
                <a:lnTo>
                  <a:pt x="2144013" y="342900"/>
                </a:lnTo>
                <a:lnTo>
                  <a:pt x="2117851" y="330200"/>
                </a:lnTo>
                <a:close/>
              </a:path>
              <a:path w="3655059" h="3630295">
                <a:moveTo>
                  <a:pt x="2524124" y="317500"/>
                </a:moveTo>
                <a:lnTo>
                  <a:pt x="2506598" y="355600"/>
                </a:lnTo>
                <a:lnTo>
                  <a:pt x="2536951" y="368300"/>
                </a:lnTo>
                <a:lnTo>
                  <a:pt x="2554477" y="342900"/>
                </a:lnTo>
                <a:lnTo>
                  <a:pt x="2524124" y="317500"/>
                </a:lnTo>
                <a:close/>
              </a:path>
              <a:path w="3655059" h="3630295">
                <a:moveTo>
                  <a:pt x="2930397" y="317500"/>
                </a:moveTo>
                <a:lnTo>
                  <a:pt x="2910458" y="342900"/>
                </a:lnTo>
                <a:lnTo>
                  <a:pt x="2945002" y="368300"/>
                </a:lnTo>
                <a:lnTo>
                  <a:pt x="2965068" y="330200"/>
                </a:lnTo>
                <a:lnTo>
                  <a:pt x="2930397" y="317500"/>
                </a:lnTo>
                <a:close/>
              </a:path>
              <a:path w="3655059" h="3630295">
                <a:moveTo>
                  <a:pt x="3336797" y="304800"/>
                </a:moveTo>
                <a:lnTo>
                  <a:pt x="3314445" y="342900"/>
                </a:lnTo>
                <a:lnTo>
                  <a:pt x="3353053" y="368300"/>
                </a:lnTo>
                <a:lnTo>
                  <a:pt x="3375405" y="330200"/>
                </a:lnTo>
                <a:lnTo>
                  <a:pt x="3336797" y="304800"/>
                </a:lnTo>
                <a:close/>
              </a:path>
              <a:path w="3655059" h="3630295">
                <a:moveTo>
                  <a:pt x="3492245" y="304800"/>
                </a:moveTo>
                <a:lnTo>
                  <a:pt x="3469004" y="355600"/>
                </a:lnTo>
                <a:lnTo>
                  <a:pt x="3509263" y="368300"/>
                </a:lnTo>
                <a:lnTo>
                  <a:pt x="3532631" y="330200"/>
                </a:lnTo>
                <a:lnTo>
                  <a:pt x="3492245" y="304800"/>
                </a:lnTo>
                <a:close/>
              </a:path>
              <a:path w="3655059" h="3630295">
                <a:moveTo>
                  <a:pt x="441451" y="342900"/>
                </a:moveTo>
                <a:lnTo>
                  <a:pt x="426846" y="342900"/>
                </a:lnTo>
                <a:lnTo>
                  <a:pt x="436117" y="355600"/>
                </a:lnTo>
                <a:lnTo>
                  <a:pt x="441451" y="342900"/>
                </a:lnTo>
                <a:close/>
              </a:path>
              <a:path w="3655059" h="3630295">
                <a:moveTo>
                  <a:pt x="852042" y="330200"/>
                </a:moveTo>
                <a:lnTo>
                  <a:pt x="838453" y="330200"/>
                </a:lnTo>
                <a:lnTo>
                  <a:pt x="830706" y="342900"/>
                </a:lnTo>
                <a:lnTo>
                  <a:pt x="844168" y="355600"/>
                </a:lnTo>
                <a:lnTo>
                  <a:pt x="852042" y="330200"/>
                </a:lnTo>
                <a:close/>
              </a:path>
              <a:path w="3655059" h="3630295">
                <a:moveTo>
                  <a:pt x="1008887" y="342900"/>
                </a:moveTo>
                <a:lnTo>
                  <a:pt x="994155" y="342900"/>
                </a:lnTo>
                <a:lnTo>
                  <a:pt x="985646" y="355600"/>
                </a:lnTo>
                <a:lnTo>
                  <a:pt x="1000378" y="355600"/>
                </a:lnTo>
                <a:lnTo>
                  <a:pt x="1008887" y="342900"/>
                </a:lnTo>
                <a:close/>
              </a:path>
              <a:path w="3655059" h="3630295">
                <a:moveTo>
                  <a:pt x="1400428" y="330200"/>
                </a:moveTo>
                <a:lnTo>
                  <a:pt x="1389506" y="342900"/>
                </a:lnTo>
                <a:lnTo>
                  <a:pt x="1408429" y="355600"/>
                </a:lnTo>
                <a:lnTo>
                  <a:pt x="1419351" y="342900"/>
                </a:lnTo>
                <a:lnTo>
                  <a:pt x="1400428" y="330200"/>
                </a:lnTo>
                <a:close/>
              </a:path>
              <a:path w="3655059" h="3630295">
                <a:moveTo>
                  <a:pt x="1806701" y="317500"/>
                </a:moveTo>
                <a:lnTo>
                  <a:pt x="1793239" y="342900"/>
                </a:lnTo>
                <a:lnTo>
                  <a:pt x="1816480" y="355600"/>
                </a:lnTo>
                <a:lnTo>
                  <a:pt x="1829942" y="330200"/>
                </a:lnTo>
                <a:lnTo>
                  <a:pt x="1806701" y="317500"/>
                </a:lnTo>
                <a:close/>
              </a:path>
              <a:path w="3655059" h="3630295">
                <a:moveTo>
                  <a:pt x="2212974" y="304800"/>
                </a:moveTo>
                <a:lnTo>
                  <a:pt x="2197099" y="330200"/>
                </a:lnTo>
                <a:lnTo>
                  <a:pt x="2224658" y="355600"/>
                </a:lnTo>
                <a:lnTo>
                  <a:pt x="2240533" y="317500"/>
                </a:lnTo>
                <a:lnTo>
                  <a:pt x="2212974" y="304800"/>
                </a:lnTo>
                <a:close/>
              </a:path>
              <a:path w="3655059" h="3630295">
                <a:moveTo>
                  <a:pt x="2368549" y="317500"/>
                </a:moveTo>
                <a:lnTo>
                  <a:pt x="2351785" y="342900"/>
                </a:lnTo>
                <a:lnTo>
                  <a:pt x="2380741" y="355600"/>
                </a:lnTo>
                <a:lnTo>
                  <a:pt x="2397505" y="330200"/>
                </a:lnTo>
                <a:lnTo>
                  <a:pt x="2368549" y="317500"/>
                </a:lnTo>
                <a:close/>
              </a:path>
              <a:path w="3655059" h="3630295">
                <a:moveTo>
                  <a:pt x="2774822" y="304800"/>
                </a:moveTo>
                <a:lnTo>
                  <a:pt x="2755645" y="342900"/>
                </a:lnTo>
                <a:lnTo>
                  <a:pt x="2788919" y="355600"/>
                </a:lnTo>
                <a:lnTo>
                  <a:pt x="2807969" y="317500"/>
                </a:lnTo>
                <a:lnTo>
                  <a:pt x="2774822" y="304800"/>
                </a:lnTo>
                <a:close/>
              </a:path>
              <a:path w="3655059" h="3630295">
                <a:moveTo>
                  <a:pt x="3181095" y="292100"/>
                </a:moveTo>
                <a:lnTo>
                  <a:pt x="3159505" y="330200"/>
                </a:lnTo>
                <a:lnTo>
                  <a:pt x="3196970" y="355600"/>
                </a:lnTo>
                <a:lnTo>
                  <a:pt x="3218560" y="317500"/>
                </a:lnTo>
                <a:lnTo>
                  <a:pt x="3181095" y="292100"/>
                </a:lnTo>
                <a:close/>
              </a:path>
              <a:path w="3655059" h="3630295">
                <a:moveTo>
                  <a:pt x="3587368" y="279400"/>
                </a:moveTo>
                <a:lnTo>
                  <a:pt x="3563492" y="330200"/>
                </a:lnTo>
                <a:lnTo>
                  <a:pt x="3605021" y="355600"/>
                </a:lnTo>
                <a:lnTo>
                  <a:pt x="3628897" y="304800"/>
                </a:lnTo>
                <a:lnTo>
                  <a:pt x="3587368" y="279400"/>
                </a:lnTo>
                <a:close/>
              </a:path>
              <a:path w="3655059" h="3630295">
                <a:moveTo>
                  <a:pt x="683005" y="317500"/>
                </a:moveTo>
                <a:lnTo>
                  <a:pt x="676147" y="330200"/>
                </a:lnTo>
                <a:lnTo>
                  <a:pt x="687958" y="342900"/>
                </a:lnTo>
                <a:lnTo>
                  <a:pt x="694816" y="330200"/>
                </a:lnTo>
                <a:lnTo>
                  <a:pt x="683005" y="317500"/>
                </a:lnTo>
                <a:close/>
              </a:path>
              <a:path w="3655059" h="3630295">
                <a:moveTo>
                  <a:pt x="1244853" y="317500"/>
                </a:moveTo>
                <a:lnTo>
                  <a:pt x="1234693" y="330200"/>
                </a:lnTo>
                <a:lnTo>
                  <a:pt x="1252219" y="342900"/>
                </a:lnTo>
                <a:lnTo>
                  <a:pt x="1262379" y="330200"/>
                </a:lnTo>
                <a:lnTo>
                  <a:pt x="1244853" y="317500"/>
                </a:lnTo>
                <a:close/>
              </a:path>
              <a:path w="3655059" h="3630295">
                <a:moveTo>
                  <a:pt x="1651126" y="304800"/>
                </a:moveTo>
                <a:lnTo>
                  <a:pt x="1638553" y="330200"/>
                </a:lnTo>
                <a:lnTo>
                  <a:pt x="1660270" y="342900"/>
                </a:lnTo>
                <a:lnTo>
                  <a:pt x="1672970" y="317500"/>
                </a:lnTo>
                <a:lnTo>
                  <a:pt x="1651126" y="304800"/>
                </a:lnTo>
                <a:close/>
              </a:path>
              <a:path w="3655059" h="3630295">
                <a:moveTo>
                  <a:pt x="2057399" y="292100"/>
                </a:moveTo>
                <a:lnTo>
                  <a:pt x="2042540" y="317500"/>
                </a:lnTo>
                <a:lnTo>
                  <a:pt x="2068321" y="342900"/>
                </a:lnTo>
                <a:lnTo>
                  <a:pt x="2083307" y="317500"/>
                </a:lnTo>
                <a:lnTo>
                  <a:pt x="2057399" y="292100"/>
                </a:lnTo>
                <a:close/>
              </a:path>
              <a:path w="3655059" h="3630295">
                <a:moveTo>
                  <a:pt x="2619247" y="292100"/>
                </a:moveTo>
                <a:lnTo>
                  <a:pt x="2601086" y="330200"/>
                </a:lnTo>
                <a:lnTo>
                  <a:pt x="2632582" y="342900"/>
                </a:lnTo>
                <a:lnTo>
                  <a:pt x="2650870" y="317500"/>
                </a:lnTo>
                <a:lnTo>
                  <a:pt x="2619247" y="292100"/>
                </a:lnTo>
                <a:close/>
              </a:path>
              <a:path w="3655059" h="3630295">
                <a:moveTo>
                  <a:pt x="3025520" y="279400"/>
                </a:moveTo>
                <a:lnTo>
                  <a:pt x="3004946" y="317500"/>
                </a:lnTo>
                <a:lnTo>
                  <a:pt x="3040760" y="342900"/>
                </a:lnTo>
                <a:lnTo>
                  <a:pt x="3061334" y="304800"/>
                </a:lnTo>
                <a:lnTo>
                  <a:pt x="3025520" y="279400"/>
                </a:lnTo>
                <a:close/>
              </a:path>
              <a:path w="3655059" h="3630295">
                <a:moveTo>
                  <a:pt x="3431793" y="279400"/>
                </a:moveTo>
                <a:lnTo>
                  <a:pt x="3408679" y="317500"/>
                </a:lnTo>
                <a:lnTo>
                  <a:pt x="3448811" y="342900"/>
                </a:lnTo>
                <a:lnTo>
                  <a:pt x="3471925" y="304800"/>
                </a:lnTo>
                <a:lnTo>
                  <a:pt x="3431793" y="279400"/>
                </a:lnTo>
                <a:close/>
              </a:path>
              <a:path w="3655059" h="3630295">
                <a:moveTo>
                  <a:pt x="537844" y="317500"/>
                </a:moveTo>
                <a:lnTo>
                  <a:pt x="521334" y="317500"/>
                </a:lnTo>
                <a:lnTo>
                  <a:pt x="531748" y="330200"/>
                </a:lnTo>
                <a:lnTo>
                  <a:pt x="537844" y="317500"/>
                </a:lnTo>
                <a:close/>
              </a:path>
              <a:path w="3655059" h="3630295">
                <a:moveTo>
                  <a:pt x="948308" y="304800"/>
                </a:moveTo>
                <a:lnTo>
                  <a:pt x="933703" y="304800"/>
                </a:lnTo>
                <a:lnTo>
                  <a:pt x="925194" y="317500"/>
                </a:lnTo>
                <a:lnTo>
                  <a:pt x="939926" y="330200"/>
                </a:lnTo>
                <a:lnTo>
                  <a:pt x="948308" y="304800"/>
                </a:lnTo>
                <a:close/>
              </a:path>
              <a:path w="3655059" h="3630295">
                <a:moveTo>
                  <a:pt x="1089278" y="304800"/>
                </a:moveTo>
                <a:lnTo>
                  <a:pt x="1079880" y="330200"/>
                </a:lnTo>
                <a:lnTo>
                  <a:pt x="1096009" y="330200"/>
                </a:lnTo>
                <a:lnTo>
                  <a:pt x="1105407" y="317500"/>
                </a:lnTo>
                <a:lnTo>
                  <a:pt x="1089278" y="304800"/>
                </a:lnTo>
                <a:close/>
              </a:path>
              <a:path w="3655059" h="3630295">
                <a:moveTo>
                  <a:pt x="1495551" y="304800"/>
                </a:moveTo>
                <a:lnTo>
                  <a:pt x="1483867" y="317500"/>
                </a:lnTo>
                <a:lnTo>
                  <a:pt x="1504060" y="330200"/>
                </a:lnTo>
                <a:lnTo>
                  <a:pt x="1515744" y="317500"/>
                </a:lnTo>
                <a:lnTo>
                  <a:pt x="1495551" y="304800"/>
                </a:lnTo>
                <a:close/>
              </a:path>
              <a:path w="3655059" h="3630295">
                <a:moveTo>
                  <a:pt x="1901824" y="292100"/>
                </a:moveTo>
                <a:lnTo>
                  <a:pt x="1887600" y="317500"/>
                </a:lnTo>
                <a:lnTo>
                  <a:pt x="1912238" y="330200"/>
                </a:lnTo>
                <a:lnTo>
                  <a:pt x="1926462" y="304800"/>
                </a:lnTo>
                <a:lnTo>
                  <a:pt x="1901824" y="292100"/>
                </a:lnTo>
                <a:close/>
              </a:path>
              <a:path w="3655059" h="3630295">
                <a:moveTo>
                  <a:pt x="2308097" y="279400"/>
                </a:moveTo>
                <a:lnTo>
                  <a:pt x="2291587" y="304800"/>
                </a:lnTo>
                <a:lnTo>
                  <a:pt x="2320289" y="330200"/>
                </a:lnTo>
                <a:lnTo>
                  <a:pt x="2336799" y="292100"/>
                </a:lnTo>
                <a:lnTo>
                  <a:pt x="2308097" y="279400"/>
                </a:lnTo>
                <a:close/>
              </a:path>
              <a:path w="3655059" h="3630295">
                <a:moveTo>
                  <a:pt x="2463672" y="292100"/>
                </a:moveTo>
                <a:lnTo>
                  <a:pt x="2446273" y="317500"/>
                </a:lnTo>
                <a:lnTo>
                  <a:pt x="2476499" y="330200"/>
                </a:lnTo>
                <a:lnTo>
                  <a:pt x="2493771" y="304800"/>
                </a:lnTo>
                <a:lnTo>
                  <a:pt x="2463672" y="292100"/>
                </a:lnTo>
                <a:close/>
              </a:path>
              <a:path w="3655059" h="3630295">
                <a:moveTo>
                  <a:pt x="2869945" y="279400"/>
                </a:moveTo>
                <a:lnTo>
                  <a:pt x="2850133" y="317500"/>
                </a:lnTo>
                <a:lnTo>
                  <a:pt x="2884550" y="330200"/>
                </a:lnTo>
                <a:lnTo>
                  <a:pt x="2904362" y="292100"/>
                </a:lnTo>
                <a:lnTo>
                  <a:pt x="2869945" y="279400"/>
                </a:lnTo>
                <a:close/>
              </a:path>
              <a:path w="3655059" h="3630295">
                <a:moveTo>
                  <a:pt x="3276345" y="266700"/>
                </a:moveTo>
                <a:lnTo>
                  <a:pt x="3254120" y="304800"/>
                </a:lnTo>
                <a:lnTo>
                  <a:pt x="3292601" y="330200"/>
                </a:lnTo>
                <a:lnTo>
                  <a:pt x="3314699" y="292100"/>
                </a:lnTo>
                <a:lnTo>
                  <a:pt x="3276345" y="266700"/>
                </a:lnTo>
                <a:close/>
              </a:path>
              <a:path w="3655059" h="3630295">
                <a:moveTo>
                  <a:pt x="380745" y="304800"/>
                </a:moveTo>
                <a:lnTo>
                  <a:pt x="371728" y="304800"/>
                </a:lnTo>
                <a:lnTo>
                  <a:pt x="366648" y="317500"/>
                </a:lnTo>
                <a:lnTo>
                  <a:pt x="375538" y="317500"/>
                </a:lnTo>
                <a:lnTo>
                  <a:pt x="380745" y="304800"/>
                </a:lnTo>
                <a:close/>
              </a:path>
              <a:path w="3655059" h="3630295">
                <a:moveTo>
                  <a:pt x="778128" y="292100"/>
                </a:moveTo>
                <a:lnTo>
                  <a:pt x="770381" y="304800"/>
                </a:lnTo>
                <a:lnTo>
                  <a:pt x="783716" y="317500"/>
                </a:lnTo>
                <a:lnTo>
                  <a:pt x="791336" y="304800"/>
                </a:lnTo>
                <a:lnTo>
                  <a:pt x="778128" y="292100"/>
                </a:lnTo>
                <a:close/>
              </a:path>
              <a:path w="3655059" h="3630295">
                <a:moveTo>
                  <a:pt x="1339976" y="292100"/>
                </a:moveTo>
                <a:lnTo>
                  <a:pt x="1328927" y="304800"/>
                </a:lnTo>
                <a:lnTo>
                  <a:pt x="1347977" y="317500"/>
                </a:lnTo>
                <a:lnTo>
                  <a:pt x="1358899" y="304800"/>
                </a:lnTo>
                <a:lnTo>
                  <a:pt x="1339976" y="292100"/>
                </a:lnTo>
                <a:close/>
              </a:path>
              <a:path w="3655059" h="3630295">
                <a:moveTo>
                  <a:pt x="1746249" y="279400"/>
                </a:moveTo>
                <a:lnTo>
                  <a:pt x="1732914" y="304800"/>
                </a:lnTo>
                <a:lnTo>
                  <a:pt x="1756028" y="317500"/>
                </a:lnTo>
                <a:lnTo>
                  <a:pt x="1769236" y="292100"/>
                </a:lnTo>
                <a:lnTo>
                  <a:pt x="1746249" y="279400"/>
                </a:lnTo>
                <a:close/>
              </a:path>
              <a:path w="3655059" h="3630295">
                <a:moveTo>
                  <a:pt x="2152522" y="266700"/>
                </a:moveTo>
                <a:lnTo>
                  <a:pt x="2136774" y="304800"/>
                </a:lnTo>
                <a:lnTo>
                  <a:pt x="2164079" y="317500"/>
                </a:lnTo>
                <a:lnTo>
                  <a:pt x="2179827" y="292100"/>
                </a:lnTo>
                <a:lnTo>
                  <a:pt x="2152522" y="266700"/>
                </a:lnTo>
                <a:close/>
              </a:path>
              <a:path w="3655059" h="3630295">
                <a:moveTo>
                  <a:pt x="2714370" y="266700"/>
                </a:moveTo>
                <a:lnTo>
                  <a:pt x="2695320" y="304800"/>
                </a:lnTo>
                <a:lnTo>
                  <a:pt x="2728340" y="317500"/>
                </a:lnTo>
                <a:lnTo>
                  <a:pt x="2747390" y="292100"/>
                </a:lnTo>
                <a:lnTo>
                  <a:pt x="2714370" y="266700"/>
                </a:lnTo>
                <a:close/>
              </a:path>
              <a:path w="3655059" h="3630295">
                <a:moveTo>
                  <a:pt x="3120643" y="254000"/>
                </a:moveTo>
                <a:lnTo>
                  <a:pt x="3099180" y="292100"/>
                </a:lnTo>
                <a:lnTo>
                  <a:pt x="3136391" y="317500"/>
                </a:lnTo>
                <a:lnTo>
                  <a:pt x="3157854" y="279400"/>
                </a:lnTo>
                <a:lnTo>
                  <a:pt x="3120643" y="254000"/>
                </a:lnTo>
                <a:close/>
              </a:path>
              <a:path w="3655059" h="3630295">
                <a:moveTo>
                  <a:pt x="3527043" y="254000"/>
                </a:moveTo>
                <a:lnTo>
                  <a:pt x="3503167" y="292100"/>
                </a:lnTo>
                <a:lnTo>
                  <a:pt x="3544442" y="317500"/>
                </a:lnTo>
                <a:lnTo>
                  <a:pt x="3568318" y="266700"/>
                </a:lnTo>
                <a:lnTo>
                  <a:pt x="3527043" y="254000"/>
                </a:lnTo>
                <a:close/>
              </a:path>
              <a:path w="3655059" h="3630295">
                <a:moveTo>
                  <a:pt x="622553" y="279400"/>
                </a:moveTo>
                <a:lnTo>
                  <a:pt x="615822" y="292100"/>
                </a:lnTo>
                <a:lnTo>
                  <a:pt x="627506" y="304800"/>
                </a:lnTo>
                <a:lnTo>
                  <a:pt x="634110" y="292100"/>
                </a:lnTo>
                <a:lnTo>
                  <a:pt x="622553" y="279400"/>
                </a:lnTo>
                <a:close/>
              </a:path>
              <a:path w="3655059" h="3630295">
                <a:moveTo>
                  <a:pt x="1044701" y="279400"/>
                </a:moveTo>
                <a:lnTo>
                  <a:pt x="1028826" y="279400"/>
                </a:lnTo>
                <a:lnTo>
                  <a:pt x="1019682" y="292100"/>
                </a:lnTo>
                <a:lnTo>
                  <a:pt x="1035557" y="304800"/>
                </a:lnTo>
                <a:lnTo>
                  <a:pt x="1044701" y="279400"/>
                </a:lnTo>
                <a:close/>
              </a:path>
              <a:path w="3655059" h="3630295">
                <a:moveTo>
                  <a:pt x="1184401" y="279400"/>
                </a:moveTo>
                <a:lnTo>
                  <a:pt x="1174368" y="304800"/>
                </a:lnTo>
                <a:lnTo>
                  <a:pt x="1191767" y="304800"/>
                </a:lnTo>
                <a:lnTo>
                  <a:pt x="1201673" y="292100"/>
                </a:lnTo>
                <a:lnTo>
                  <a:pt x="1184401" y="279400"/>
                </a:lnTo>
                <a:close/>
              </a:path>
              <a:path w="3655059" h="3630295">
                <a:moveTo>
                  <a:pt x="1612264" y="279400"/>
                </a:moveTo>
                <a:lnTo>
                  <a:pt x="1590674" y="279400"/>
                </a:lnTo>
                <a:lnTo>
                  <a:pt x="1578228" y="292100"/>
                </a:lnTo>
                <a:lnTo>
                  <a:pt x="1599818" y="304800"/>
                </a:lnTo>
                <a:lnTo>
                  <a:pt x="1612264" y="279400"/>
                </a:lnTo>
                <a:close/>
              </a:path>
              <a:path w="3655059" h="3630295">
                <a:moveTo>
                  <a:pt x="1996947" y="266700"/>
                </a:moveTo>
                <a:lnTo>
                  <a:pt x="1981961" y="292100"/>
                </a:lnTo>
                <a:lnTo>
                  <a:pt x="2007869" y="304800"/>
                </a:lnTo>
                <a:lnTo>
                  <a:pt x="2022855" y="279400"/>
                </a:lnTo>
                <a:lnTo>
                  <a:pt x="1996947" y="266700"/>
                </a:lnTo>
                <a:close/>
              </a:path>
              <a:path w="3655059" h="3630295">
                <a:moveTo>
                  <a:pt x="2403220" y="254000"/>
                </a:moveTo>
                <a:lnTo>
                  <a:pt x="2386075" y="279400"/>
                </a:lnTo>
                <a:lnTo>
                  <a:pt x="2415920" y="304800"/>
                </a:lnTo>
                <a:lnTo>
                  <a:pt x="2433192" y="266700"/>
                </a:lnTo>
                <a:lnTo>
                  <a:pt x="2403220" y="254000"/>
                </a:lnTo>
                <a:close/>
              </a:path>
              <a:path w="3655059" h="3630295">
                <a:moveTo>
                  <a:pt x="2558922" y="266700"/>
                </a:moveTo>
                <a:lnTo>
                  <a:pt x="2540761" y="292100"/>
                </a:lnTo>
                <a:lnTo>
                  <a:pt x="2572130" y="304800"/>
                </a:lnTo>
                <a:lnTo>
                  <a:pt x="2590164" y="279400"/>
                </a:lnTo>
                <a:lnTo>
                  <a:pt x="2558922" y="266700"/>
                </a:lnTo>
                <a:close/>
              </a:path>
              <a:path w="3655059" h="3630295">
                <a:moveTo>
                  <a:pt x="2965068" y="254000"/>
                </a:moveTo>
                <a:lnTo>
                  <a:pt x="2944621" y="292100"/>
                </a:lnTo>
                <a:lnTo>
                  <a:pt x="2980181" y="304800"/>
                </a:lnTo>
                <a:lnTo>
                  <a:pt x="3000755" y="266700"/>
                </a:lnTo>
                <a:lnTo>
                  <a:pt x="2965068" y="254000"/>
                </a:lnTo>
                <a:close/>
              </a:path>
              <a:path w="3655059" h="3630295">
                <a:moveTo>
                  <a:pt x="3371341" y="241300"/>
                </a:moveTo>
                <a:lnTo>
                  <a:pt x="3348354" y="279400"/>
                </a:lnTo>
                <a:lnTo>
                  <a:pt x="3388232" y="304800"/>
                </a:lnTo>
                <a:lnTo>
                  <a:pt x="3411219" y="266700"/>
                </a:lnTo>
                <a:lnTo>
                  <a:pt x="3371341" y="241300"/>
                </a:lnTo>
                <a:close/>
              </a:path>
              <a:path w="3655059" h="3630295">
                <a:moveTo>
                  <a:pt x="477138" y="279400"/>
                </a:moveTo>
                <a:lnTo>
                  <a:pt x="466978" y="279400"/>
                </a:lnTo>
                <a:lnTo>
                  <a:pt x="461009" y="292100"/>
                </a:lnTo>
                <a:lnTo>
                  <a:pt x="471296" y="292100"/>
                </a:lnTo>
                <a:lnTo>
                  <a:pt x="477138" y="279400"/>
                </a:lnTo>
                <a:close/>
              </a:path>
              <a:path w="3655059" h="3630295">
                <a:moveTo>
                  <a:pt x="873251" y="266700"/>
                </a:moveTo>
                <a:lnTo>
                  <a:pt x="864869" y="279400"/>
                </a:lnTo>
                <a:lnTo>
                  <a:pt x="879347" y="292100"/>
                </a:lnTo>
                <a:lnTo>
                  <a:pt x="887729" y="279400"/>
                </a:lnTo>
                <a:lnTo>
                  <a:pt x="873251" y="266700"/>
                </a:lnTo>
                <a:close/>
              </a:path>
              <a:path w="3655059" h="3630295">
                <a:moveTo>
                  <a:pt x="1279524" y="254000"/>
                </a:moveTo>
                <a:lnTo>
                  <a:pt x="1268729" y="279400"/>
                </a:lnTo>
                <a:lnTo>
                  <a:pt x="1287398" y="292100"/>
                </a:lnTo>
                <a:lnTo>
                  <a:pt x="1298193" y="266700"/>
                </a:lnTo>
                <a:lnTo>
                  <a:pt x="1279524" y="254000"/>
                </a:lnTo>
                <a:close/>
              </a:path>
              <a:path w="3655059" h="3630295">
                <a:moveTo>
                  <a:pt x="1435099" y="266700"/>
                </a:moveTo>
                <a:lnTo>
                  <a:pt x="1423415" y="279400"/>
                </a:lnTo>
                <a:lnTo>
                  <a:pt x="1443608" y="292100"/>
                </a:lnTo>
                <a:lnTo>
                  <a:pt x="1455292" y="279400"/>
                </a:lnTo>
                <a:lnTo>
                  <a:pt x="1435099" y="266700"/>
                </a:lnTo>
                <a:close/>
              </a:path>
              <a:path w="3655059" h="3630295">
                <a:moveTo>
                  <a:pt x="1841372" y="254000"/>
                </a:moveTo>
                <a:lnTo>
                  <a:pt x="1827275" y="279400"/>
                </a:lnTo>
                <a:lnTo>
                  <a:pt x="1851659" y="292100"/>
                </a:lnTo>
                <a:lnTo>
                  <a:pt x="1865756" y="266700"/>
                </a:lnTo>
                <a:lnTo>
                  <a:pt x="1841372" y="254000"/>
                </a:lnTo>
                <a:close/>
              </a:path>
              <a:path w="3655059" h="3630295">
                <a:moveTo>
                  <a:pt x="2247645" y="241300"/>
                </a:moveTo>
                <a:lnTo>
                  <a:pt x="2231008" y="279400"/>
                </a:lnTo>
                <a:lnTo>
                  <a:pt x="2259710" y="292100"/>
                </a:lnTo>
                <a:lnTo>
                  <a:pt x="2276347" y="266700"/>
                </a:lnTo>
                <a:lnTo>
                  <a:pt x="2247645" y="241300"/>
                </a:lnTo>
                <a:close/>
              </a:path>
              <a:path w="3655059" h="3630295">
                <a:moveTo>
                  <a:pt x="2653918" y="228600"/>
                </a:moveTo>
                <a:lnTo>
                  <a:pt x="2635122" y="266700"/>
                </a:lnTo>
                <a:lnTo>
                  <a:pt x="2667761" y="292100"/>
                </a:lnTo>
                <a:lnTo>
                  <a:pt x="2686684" y="254000"/>
                </a:lnTo>
                <a:lnTo>
                  <a:pt x="2653918" y="228600"/>
                </a:lnTo>
                <a:close/>
              </a:path>
              <a:path w="3655059" h="3630295">
                <a:moveTo>
                  <a:pt x="2809493" y="241300"/>
                </a:moveTo>
                <a:lnTo>
                  <a:pt x="2789808" y="279400"/>
                </a:lnTo>
                <a:lnTo>
                  <a:pt x="2823971" y="292100"/>
                </a:lnTo>
                <a:lnTo>
                  <a:pt x="2843656" y="266700"/>
                </a:lnTo>
                <a:lnTo>
                  <a:pt x="2809493" y="241300"/>
                </a:lnTo>
                <a:close/>
              </a:path>
              <a:path w="3655059" h="3630295">
                <a:moveTo>
                  <a:pt x="3215766" y="228600"/>
                </a:moveTo>
                <a:lnTo>
                  <a:pt x="3193668" y="266700"/>
                </a:lnTo>
                <a:lnTo>
                  <a:pt x="3232022" y="292100"/>
                </a:lnTo>
                <a:lnTo>
                  <a:pt x="3254247" y="254000"/>
                </a:lnTo>
                <a:lnTo>
                  <a:pt x="3215766" y="228600"/>
                </a:lnTo>
                <a:close/>
              </a:path>
              <a:path w="3655059" h="3630295">
                <a:moveTo>
                  <a:pt x="3622039" y="228600"/>
                </a:moveTo>
                <a:lnTo>
                  <a:pt x="3597401" y="266700"/>
                </a:lnTo>
                <a:lnTo>
                  <a:pt x="3640073" y="292100"/>
                </a:lnTo>
                <a:lnTo>
                  <a:pt x="3654551" y="261620"/>
                </a:lnTo>
                <a:lnTo>
                  <a:pt x="3654551" y="237490"/>
                </a:lnTo>
                <a:lnTo>
                  <a:pt x="3622039" y="228600"/>
                </a:lnTo>
                <a:close/>
              </a:path>
              <a:path w="3655059" h="3630295">
                <a:moveTo>
                  <a:pt x="311403" y="266700"/>
                </a:moveTo>
                <a:lnTo>
                  <a:pt x="306323" y="279400"/>
                </a:lnTo>
                <a:lnTo>
                  <a:pt x="320166" y="279400"/>
                </a:lnTo>
                <a:lnTo>
                  <a:pt x="311403" y="266700"/>
                </a:lnTo>
                <a:close/>
              </a:path>
              <a:path w="3655059" h="3630295">
                <a:moveTo>
                  <a:pt x="717676" y="254000"/>
                </a:moveTo>
                <a:lnTo>
                  <a:pt x="710056" y="266700"/>
                </a:lnTo>
                <a:lnTo>
                  <a:pt x="723137" y="279400"/>
                </a:lnTo>
                <a:lnTo>
                  <a:pt x="730630" y="266700"/>
                </a:lnTo>
                <a:lnTo>
                  <a:pt x="717676" y="254000"/>
                </a:lnTo>
                <a:close/>
              </a:path>
              <a:path w="3655059" h="3630295">
                <a:moveTo>
                  <a:pt x="1141221" y="254000"/>
                </a:moveTo>
                <a:lnTo>
                  <a:pt x="1123949" y="254000"/>
                </a:lnTo>
                <a:lnTo>
                  <a:pt x="1113916" y="266700"/>
                </a:lnTo>
                <a:lnTo>
                  <a:pt x="1131188" y="279400"/>
                </a:lnTo>
                <a:lnTo>
                  <a:pt x="1141221" y="254000"/>
                </a:lnTo>
                <a:close/>
              </a:path>
              <a:path w="3655059" h="3630295">
                <a:moveTo>
                  <a:pt x="1685797" y="241300"/>
                </a:moveTo>
                <a:lnTo>
                  <a:pt x="1672716" y="266700"/>
                </a:lnTo>
                <a:lnTo>
                  <a:pt x="1695449" y="279400"/>
                </a:lnTo>
                <a:lnTo>
                  <a:pt x="1708657" y="254000"/>
                </a:lnTo>
                <a:lnTo>
                  <a:pt x="1685797" y="241300"/>
                </a:lnTo>
                <a:close/>
              </a:path>
              <a:path w="3655059" h="3630295">
                <a:moveTo>
                  <a:pt x="2092070" y="241300"/>
                </a:moveTo>
                <a:lnTo>
                  <a:pt x="2076449" y="266700"/>
                </a:lnTo>
                <a:lnTo>
                  <a:pt x="2103500" y="279400"/>
                </a:lnTo>
                <a:lnTo>
                  <a:pt x="2119121" y="254000"/>
                </a:lnTo>
                <a:lnTo>
                  <a:pt x="2092070" y="241300"/>
                </a:lnTo>
                <a:close/>
              </a:path>
              <a:path w="3655059" h="3630295">
                <a:moveTo>
                  <a:pt x="2498343" y="228600"/>
                </a:moveTo>
                <a:lnTo>
                  <a:pt x="2480309" y="254000"/>
                </a:lnTo>
                <a:lnTo>
                  <a:pt x="2511551" y="279400"/>
                </a:lnTo>
                <a:lnTo>
                  <a:pt x="2529712" y="241300"/>
                </a:lnTo>
                <a:lnTo>
                  <a:pt x="2498343" y="228600"/>
                </a:lnTo>
                <a:close/>
              </a:path>
              <a:path w="3655059" h="3630295">
                <a:moveTo>
                  <a:pt x="3060191" y="228600"/>
                </a:moveTo>
                <a:lnTo>
                  <a:pt x="3038855" y="266700"/>
                </a:lnTo>
                <a:lnTo>
                  <a:pt x="3075812" y="279400"/>
                </a:lnTo>
                <a:lnTo>
                  <a:pt x="3097275" y="241300"/>
                </a:lnTo>
                <a:lnTo>
                  <a:pt x="3060191" y="228600"/>
                </a:lnTo>
                <a:close/>
              </a:path>
              <a:path w="3655059" h="3630295">
                <a:moveTo>
                  <a:pt x="3466464" y="215900"/>
                </a:moveTo>
                <a:lnTo>
                  <a:pt x="3442715" y="254000"/>
                </a:lnTo>
                <a:lnTo>
                  <a:pt x="3483990" y="279400"/>
                </a:lnTo>
                <a:lnTo>
                  <a:pt x="3507739" y="241300"/>
                </a:lnTo>
                <a:lnTo>
                  <a:pt x="3466464" y="215900"/>
                </a:lnTo>
                <a:close/>
              </a:path>
              <a:path w="3655059" h="3630295">
                <a:moveTo>
                  <a:pt x="573531" y="254000"/>
                </a:moveTo>
                <a:lnTo>
                  <a:pt x="562101" y="254000"/>
                </a:lnTo>
                <a:lnTo>
                  <a:pt x="555497" y="266700"/>
                </a:lnTo>
                <a:lnTo>
                  <a:pt x="566927" y="266700"/>
                </a:lnTo>
                <a:lnTo>
                  <a:pt x="573531" y="254000"/>
                </a:lnTo>
                <a:close/>
              </a:path>
              <a:path w="3655059" h="3630295">
                <a:moveTo>
                  <a:pt x="968374" y="241300"/>
                </a:moveTo>
                <a:lnTo>
                  <a:pt x="959103" y="254000"/>
                </a:lnTo>
                <a:lnTo>
                  <a:pt x="974978" y="266700"/>
                </a:lnTo>
                <a:lnTo>
                  <a:pt x="984249" y="254000"/>
                </a:lnTo>
                <a:lnTo>
                  <a:pt x="968374" y="241300"/>
                </a:lnTo>
                <a:close/>
              </a:path>
              <a:path w="3655059" h="3630295">
                <a:moveTo>
                  <a:pt x="1374647" y="228600"/>
                </a:moveTo>
                <a:lnTo>
                  <a:pt x="1363090" y="254000"/>
                </a:lnTo>
                <a:lnTo>
                  <a:pt x="1383029" y="266700"/>
                </a:lnTo>
                <a:lnTo>
                  <a:pt x="1394586" y="241300"/>
                </a:lnTo>
                <a:lnTo>
                  <a:pt x="1374647" y="228600"/>
                </a:lnTo>
                <a:close/>
              </a:path>
              <a:path w="3655059" h="3630295">
                <a:moveTo>
                  <a:pt x="1530222" y="241300"/>
                </a:moveTo>
                <a:lnTo>
                  <a:pt x="1517903" y="254000"/>
                </a:lnTo>
                <a:lnTo>
                  <a:pt x="1539239" y="266700"/>
                </a:lnTo>
                <a:lnTo>
                  <a:pt x="1551558" y="254000"/>
                </a:lnTo>
                <a:lnTo>
                  <a:pt x="1530222" y="241300"/>
                </a:lnTo>
                <a:close/>
              </a:path>
              <a:path w="3655059" h="3630295">
                <a:moveTo>
                  <a:pt x="1936495" y="228600"/>
                </a:moveTo>
                <a:lnTo>
                  <a:pt x="1921763" y="254000"/>
                </a:lnTo>
                <a:lnTo>
                  <a:pt x="1947290" y="266700"/>
                </a:lnTo>
                <a:lnTo>
                  <a:pt x="1962149" y="241300"/>
                </a:lnTo>
                <a:lnTo>
                  <a:pt x="1936495" y="228600"/>
                </a:lnTo>
                <a:close/>
              </a:path>
              <a:path w="3655059" h="3630295">
                <a:moveTo>
                  <a:pt x="2342768" y="215900"/>
                </a:moveTo>
                <a:lnTo>
                  <a:pt x="2325496" y="254000"/>
                </a:lnTo>
                <a:lnTo>
                  <a:pt x="2355468" y="266700"/>
                </a:lnTo>
                <a:lnTo>
                  <a:pt x="2372613" y="241300"/>
                </a:lnTo>
                <a:lnTo>
                  <a:pt x="2342768" y="215900"/>
                </a:lnTo>
                <a:close/>
              </a:path>
              <a:path w="3655059" h="3630295">
                <a:moveTo>
                  <a:pt x="2749041" y="203200"/>
                </a:moveTo>
                <a:lnTo>
                  <a:pt x="2729356" y="241300"/>
                </a:lnTo>
                <a:lnTo>
                  <a:pt x="2763519" y="266700"/>
                </a:lnTo>
                <a:lnTo>
                  <a:pt x="2783204" y="228600"/>
                </a:lnTo>
                <a:lnTo>
                  <a:pt x="2749041" y="203200"/>
                </a:lnTo>
                <a:close/>
              </a:path>
              <a:path w="3655059" h="3630295">
                <a:moveTo>
                  <a:pt x="2904743" y="215900"/>
                </a:moveTo>
                <a:lnTo>
                  <a:pt x="2884296" y="254000"/>
                </a:lnTo>
                <a:lnTo>
                  <a:pt x="2919602" y="266700"/>
                </a:lnTo>
                <a:lnTo>
                  <a:pt x="2940049" y="241300"/>
                </a:lnTo>
                <a:lnTo>
                  <a:pt x="2904743" y="215900"/>
                </a:lnTo>
                <a:close/>
              </a:path>
              <a:path w="3655059" h="3630295">
                <a:moveTo>
                  <a:pt x="3311016" y="203200"/>
                </a:moveTo>
                <a:lnTo>
                  <a:pt x="3288156" y="241300"/>
                </a:lnTo>
                <a:lnTo>
                  <a:pt x="3327653" y="266700"/>
                </a:lnTo>
                <a:lnTo>
                  <a:pt x="3350640" y="228600"/>
                </a:lnTo>
                <a:lnTo>
                  <a:pt x="3311016" y="203200"/>
                </a:lnTo>
                <a:close/>
              </a:path>
              <a:path w="3655059" h="3630295">
                <a:moveTo>
                  <a:pt x="406399" y="241300"/>
                </a:moveTo>
                <a:lnTo>
                  <a:pt x="400557" y="254000"/>
                </a:lnTo>
                <a:lnTo>
                  <a:pt x="416686" y="254000"/>
                </a:lnTo>
                <a:lnTo>
                  <a:pt x="406399" y="241300"/>
                </a:lnTo>
                <a:close/>
              </a:path>
              <a:path w="3655059" h="3630295">
                <a:moveTo>
                  <a:pt x="812799" y="228600"/>
                </a:moveTo>
                <a:lnTo>
                  <a:pt x="804544" y="241300"/>
                </a:lnTo>
                <a:lnTo>
                  <a:pt x="818768" y="254000"/>
                </a:lnTo>
                <a:lnTo>
                  <a:pt x="827023" y="241300"/>
                </a:lnTo>
                <a:lnTo>
                  <a:pt x="812799" y="228600"/>
                </a:lnTo>
                <a:close/>
              </a:path>
              <a:path w="3655059" h="3630295">
                <a:moveTo>
                  <a:pt x="1219072" y="215900"/>
                </a:moveTo>
                <a:lnTo>
                  <a:pt x="1208404" y="241300"/>
                </a:lnTo>
                <a:lnTo>
                  <a:pt x="1226946" y="254000"/>
                </a:lnTo>
                <a:lnTo>
                  <a:pt x="1237614" y="228600"/>
                </a:lnTo>
                <a:lnTo>
                  <a:pt x="1219072" y="215900"/>
                </a:lnTo>
                <a:close/>
              </a:path>
              <a:path w="3655059" h="3630295">
                <a:moveTo>
                  <a:pt x="1780920" y="215900"/>
                </a:moveTo>
                <a:lnTo>
                  <a:pt x="1766950" y="241300"/>
                </a:lnTo>
                <a:lnTo>
                  <a:pt x="1791207" y="254000"/>
                </a:lnTo>
                <a:lnTo>
                  <a:pt x="1805177" y="228600"/>
                </a:lnTo>
                <a:lnTo>
                  <a:pt x="1780920" y="215900"/>
                </a:lnTo>
                <a:close/>
              </a:path>
              <a:path w="3655059" h="3630295">
                <a:moveTo>
                  <a:pt x="2187193" y="215900"/>
                </a:moveTo>
                <a:lnTo>
                  <a:pt x="2170810" y="241300"/>
                </a:lnTo>
                <a:lnTo>
                  <a:pt x="2199258" y="254000"/>
                </a:lnTo>
                <a:lnTo>
                  <a:pt x="2215641" y="228600"/>
                </a:lnTo>
                <a:lnTo>
                  <a:pt x="2187193" y="215900"/>
                </a:lnTo>
                <a:close/>
              </a:path>
              <a:path w="3655059" h="3630295">
                <a:moveTo>
                  <a:pt x="2593466" y="203200"/>
                </a:moveTo>
                <a:lnTo>
                  <a:pt x="2574797" y="228600"/>
                </a:lnTo>
                <a:lnTo>
                  <a:pt x="2607309" y="254000"/>
                </a:lnTo>
                <a:lnTo>
                  <a:pt x="2625978" y="215900"/>
                </a:lnTo>
                <a:lnTo>
                  <a:pt x="2593466" y="203200"/>
                </a:lnTo>
                <a:close/>
              </a:path>
              <a:path w="3655059" h="3630295">
                <a:moveTo>
                  <a:pt x="3155441" y="203200"/>
                </a:moveTo>
                <a:lnTo>
                  <a:pt x="3133343" y="241300"/>
                </a:lnTo>
                <a:lnTo>
                  <a:pt x="3171570" y="254000"/>
                </a:lnTo>
                <a:lnTo>
                  <a:pt x="3193541" y="215900"/>
                </a:lnTo>
                <a:lnTo>
                  <a:pt x="3155441" y="203200"/>
                </a:lnTo>
                <a:close/>
              </a:path>
              <a:path w="3655059" h="3630295">
                <a:moveTo>
                  <a:pt x="3561714" y="190500"/>
                </a:moveTo>
                <a:lnTo>
                  <a:pt x="3537203" y="228600"/>
                </a:lnTo>
                <a:lnTo>
                  <a:pt x="3579621" y="254000"/>
                </a:lnTo>
                <a:lnTo>
                  <a:pt x="3604132" y="215900"/>
                </a:lnTo>
                <a:lnTo>
                  <a:pt x="3561714" y="190500"/>
                </a:lnTo>
                <a:close/>
              </a:path>
              <a:path w="3655059" h="3630295">
                <a:moveTo>
                  <a:pt x="670051" y="228600"/>
                </a:moveTo>
                <a:lnTo>
                  <a:pt x="657224" y="228600"/>
                </a:lnTo>
                <a:lnTo>
                  <a:pt x="649858" y="241300"/>
                </a:lnTo>
                <a:lnTo>
                  <a:pt x="662558" y="241300"/>
                </a:lnTo>
                <a:lnTo>
                  <a:pt x="670051" y="228600"/>
                </a:lnTo>
                <a:close/>
              </a:path>
              <a:path w="3655059" h="3630295">
                <a:moveTo>
                  <a:pt x="1063497" y="215900"/>
                </a:moveTo>
                <a:lnTo>
                  <a:pt x="1053591" y="228600"/>
                </a:lnTo>
                <a:lnTo>
                  <a:pt x="1070736" y="241300"/>
                </a:lnTo>
                <a:lnTo>
                  <a:pt x="1080515" y="228600"/>
                </a:lnTo>
                <a:lnTo>
                  <a:pt x="1063497" y="215900"/>
                </a:lnTo>
                <a:close/>
              </a:path>
              <a:path w="3655059" h="3630295">
                <a:moveTo>
                  <a:pt x="1469770" y="203200"/>
                </a:moveTo>
                <a:lnTo>
                  <a:pt x="1457451" y="228600"/>
                </a:lnTo>
                <a:lnTo>
                  <a:pt x="1478787" y="241300"/>
                </a:lnTo>
                <a:lnTo>
                  <a:pt x="1491106" y="215900"/>
                </a:lnTo>
                <a:lnTo>
                  <a:pt x="1469770" y="203200"/>
                </a:lnTo>
                <a:close/>
              </a:path>
              <a:path w="3655059" h="3630295">
                <a:moveTo>
                  <a:pt x="1625345" y="215900"/>
                </a:moveTo>
                <a:lnTo>
                  <a:pt x="1612391" y="228600"/>
                </a:lnTo>
                <a:lnTo>
                  <a:pt x="1634870" y="241300"/>
                </a:lnTo>
                <a:lnTo>
                  <a:pt x="1647951" y="228600"/>
                </a:lnTo>
                <a:lnTo>
                  <a:pt x="1625345" y="215900"/>
                </a:lnTo>
                <a:close/>
              </a:path>
              <a:path w="3655059" h="3630295">
                <a:moveTo>
                  <a:pt x="2031618" y="203200"/>
                </a:moveTo>
                <a:lnTo>
                  <a:pt x="2016251" y="228600"/>
                </a:lnTo>
                <a:lnTo>
                  <a:pt x="2043048" y="241300"/>
                </a:lnTo>
                <a:lnTo>
                  <a:pt x="2058415" y="215900"/>
                </a:lnTo>
                <a:lnTo>
                  <a:pt x="2031618" y="203200"/>
                </a:lnTo>
                <a:close/>
              </a:path>
              <a:path w="3655059" h="3630295">
                <a:moveTo>
                  <a:pt x="2437891" y="190500"/>
                </a:moveTo>
                <a:lnTo>
                  <a:pt x="2419984" y="228600"/>
                </a:lnTo>
                <a:lnTo>
                  <a:pt x="2451099" y="241300"/>
                </a:lnTo>
                <a:lnTo>
                  <a:pt x="2469006" y="203200"/>
                </a:lnTo>
                <a:lnTo>
                  <a:pt x="2437891" y="190500"/>
                </a:lnTo>
                <a:close/>
              </a:path>
              <a:path w="3655059" h="3630295">
                <a:moveTo>
                  <a:pt x="2844291" y="177800"/>
                </a:moveTo>
                <a:lnTo>
                  <a:pt x="2823971" y="215900"/>
                </a:lnTo>
                <a:lnTo>
                  <a:pt x="2859150" y="241300"/>
                </a:lnTo>
                <a:lnTo>
                  <a:pt x="2879343" y="203200"/>
                </a:lnTo>
                <a:lnTo>
                  <a:pt x="2844291" y="177800"/>
                </a:lnTo>
                <a:close/>
              </a:path>
              <a:path w="3655059" h="3630295">
                <a:moveTo>
                  <a:pt x="2999739" y="190500"/>
                </a:moveTo>
                <a:lnTo>
                  <a:pt x="2978530" y="228600"/>
                </a:lnTo>
                <a:lnTo>
                  <a:pt x="3015360" y="241300"/>
                </a:lnTo>
                <a:lnTo>
                  <a:pt x="3036569" y="215900"/>
                </a:lnTo>
                <a:lnTo>
                  <a:pt x="2999739" y="190500"/>
                </a:lnTo>
                <a:close/>
              </a:path>
              <a:path w="3655059" h="3630295">
                <a:moveTo>
                  <a:pt x="3406012" y="177800"/>
                </a:moveTo>
                <a:lnTo>
                  <a:pt x="3382390" y="215900"/>
                </a:lnTo>
                <a:lnTo>
                  <a:pt x="3423411" y="241300"/>
                </a:lnTo>
                <a:lnTo>
                  <a:pt x="3447160" y="203200"/>
                </a:lnTo>
                <a:lnTo>
                  <a:pt x="3406012" y="177800"/>
                </a:lnTo>
                <a:close/>
              </a:path>
              <a:path w="3655059" h="3630295">
                <a:moveTo>
                  <a:pt x="346074" y="203200"/>
                </a:moveTo>
                <a:lnTo>
                  <a:pt x="340232" y="215900"/>
                </a:lnTo>
                <a:lnTo>
                  <a:pt x="350265" y="228600"/>
                </a:lnTo>
                <a:lnTo>
                  <a:pt x="355980" y="215900"/>
                </a:lnTo>
                <a:lnTo>
                  <a:pt x="346074" y="203200"/>
                </a:lnTo>
                <a:close/>
              </a:path>
              <a:path w="3655059" h="3630295">
                <a:moveTo>
                  <a:pt x="501649" y="215900"/>
                </a:moveTo>
                <a:lnTo>
                  <a:pt x="495045" y="228600"/>
                </a:lnTo>
                <a:lnTo>
                  <a:pt x="512952" y="228600"/>
                </a:lnTo>
                <a:lnTo>
                  <a:pt x="501649" y="215900"/>
                </a:lnTo>
                <a:close/>
              </a:path>
              <a:path w="3655059" h="3630295">
                <a:moveTo>
                  <a:pt x="907922" y="203200"/>
                </a:moveTo>
                <a:lnTo>
                  <a:pt x="898905" y="215900"/>
                </a:lnTo>
                <a:lnTo>
                  <a:pt x="914526" y="228600"/>
                </a:lnTo>
                <a:lnTo>
                  <a:pt x="923543" y="215900"/>
                </a:lnTo>
                <a:lnTo>
                  <a:pt x="907922" y="203200"/>
                </a:lnTo>
                <a:close/>
              </a:path>
              <a:path w="3655059" h="3630295">
                <a:moveTo>
                  <a:pt x="1314195" y="190500"/>
                </a:moveTo>
                <a:lnTo>
                  <a:pt x="1302892" y="215900"/>
                </a:lnTo>
                <a:lnTo>
                  <a:pt x="1322577" y="228600"/>
                </a:lnTo>
                <a:lnTo>
                  <a:pt x="1333880" y="203200"/>
                </a:lnTo>
                <a:lnTo>
                  <a:pt x="1314195" y="190500"/>
                </a:lnTo>
                <a:close/>
              </a:path>
              <a:path w="3655059" h="3630295">
                <a:moveTo>
                  <a:pt x="1720468" y="190500"/>
                </a:moveTo>
                <a:lnTo>
                  <a:pt x="1706625" y="203200"/>
                </a:lnTo>
                <a:lnTo>
                  <a:pt x="1730628" y="228600"/>
                </a:lnTo>
                <a:lnTo>
                  <a:pt x="1744471" y="203200"/>
                </a:lnTo>
                <a:lnTo>
                  <a:pt x="1720468" y="190500"/>
                </a:lnTo>
                <a:close/>
              </a:path>
              <a:path w="3655059" h="3630295">
                <a:moveTo>
                  <a:pt x="1876043" y="190500"/>
                </a:moveTo>
                <a:lnTo>
                  <a:pt x="1861438" y="215900"/>
                </a:lnTo>
                <a:lnTo>
                  <a:pt x="1886838" y="228600"/>
                </a:lnTo>
                <a:lnTo>
                  <a:pt x="1901443" y="203200"/>
                </a:lnTo>
                <a:lnTo>
                  <a:pt x="1876043" y="190500"/>
                </a:lnTo>
                <a:close/>
              </a:path>
              <a:path w="3655059" h="3630295">
                <a:moveTo>
                  <a:pt x="2282316" y="177800"/>
                </a:moveTo>
                <a:lnTo>
                  <a:pt x="2265298" y="215900"/>
                </a:lnTo>
                <a:lnTo>
                  <a:pt x="2294889" y="228600"/>
                </a:lnTo>
                <a:lnTo>
                  <a:pt x="2312034" y="203200"/>
                </a:lnTo>
                <a:lnTo>
                  <a:pt x="2282316" y="177800"/>
                </a:lnTo>
                <a:close/>
              </a:path>
              <a:path w="3655059" h="3630295">
                <a:moveTo>
                  <a:pt x="2688589" y="177800"/>
                </a:moveTo>
                <a:lnTo>
                  <a:pt x="2669031" y="203200"/>
                </a:lnTo>
                <a:lnTo>
                  <a:pt x="2702940" y="228600"/>
                </a:lnTo>
                <a:lnTo>
                  <a:pt x="2722498" y="190500"/>
                </a:lnTo>
                <a:lnTo>
                  <a:pt x="2688589" y="177800"/>
                </a:lnTo>
                <a:close/>
              </a:path>
              <a:path w="3655059" h="3630295">
                <a:moveTo>
                  <a:pt x="3094989" y="165100"/>
                </a:moveTo>
                <a:lnTo>
                  <a:pt x="3073018" y="203200"/>
                </a:lnTo>
                <a:lnTo>
                  <a:pt x="3110991" y="228600"/>
                </a:lnTo>
                <a:lnTo>
                  <a:pt x="3132962" y="190500"/>
                </a:lnTo>
                <a:lnTo>
                  <a:pt x="3094989" y="165100"/>
                </a:lnTo>
                <a:close/>
              </a:path>
              <a:path w="3655059" h="3630295">
                <a:moveTo>
                  <a:pt x="3250437" y="165100"/>
                </a:moveTo>
                <a:lnTo>
                  <a:pt x="3227577" y="215900"/>
                </a:lnTo>
                <a:lnTo>
                  <a:pt x="3267201" y="228600"/>
                </a:lnTo>
                <a:lnTo>
                  <a:pt x="3290061" y="190500"/>
                </a:lnTo>
                <a:lnTo>
                  <a:pt x="3250437" y="165100"/>
                </a:lnTo>
                <a:close/>
              </a:path>
              <a:path w="3655059" h="3630295">
                <a:moveTo>
                  <a:pt x="766317" y="203200"/>
                </a:moveTo>
                <a:lnTo>
                  <a:pt x="752347" y="203200"/>
                </a:lnTo>
                <a:lnTo>
                  <a:pt x="744219" y="215900"/>
                </a:lnTo>
                <a:lnTo>
                  <a:pt x="758316" y="215900"/>
                </a:lnTo>
                <a:lnTo>
                  <a:pt x="766317" y="203200"/>
                </a:lnTo>
                <a:close/>
              </a:path>
              <a:path w="3655059" h="3630295">
                <a:moveTo>
                  <a:pt x="1158620" y="190500"/>
                </a:moveTo>
                <a:lnTo>
                  <a:pt x="1148079" y="203200"/>
                </a:lnTo>
                <a:lnTo>
                  <a:pt x="1166367" y="215900"/>
                </a:lnTo>
                <a:lnTo>
                  <a:pt x="1176908" y="203200"/>
                </a:lnTo>
                <a:lnTo>
                  <a:pt x="1158620" y="190500"/>
                </a:lnTo>
                <a:close/>
              </a:path>
              <a:path w="3655059" h="3630295">
                <a:moveTo>
                  <a:pt x="1564893" y="177800"/>
                </a:moveTo>
                <a:lnTo>
                  <a:pt x="1551939" y="203200"/>
                </a:lnTo>
                <a:lnTo>
                  <a:pt x="1574418" y="215900"/>
                </a:lnTo>
                <a:lnTo>
                  <a:pt x="1587499" y="190500"/>
                </a:lnTo>
                <a:lnTo>
                  <a:pt x="1564893" y="177800"/>
                </a:lnTo>
                <a:close/>
              </a:path>
              <a:path w="3655059" h="3630295">
                <a:moveTo>
                  <a:pt x="2126741" y="177800"/>
                </a:moveTo>
                <a:lnTo>
                  <a:pt x="2110485" y="203200"/>
                </a:lnTo>
                <a:lnTo>
                  <a:pt x="2138679" y="215900"/>
                </a:lnTo>
                <a:lnTo>
                  <a:pt x="2154935" y="190500"/>
                </a:lnTo>
                <a:lnTo>
                  <a:pt x="2126741" y="177800"/>
                </a:lnTo>
                <a:close/>
              </a:path>
              <a:path w="3655059" h="3630295">
                <a:moveTo>
                  <a:pt x="2533141" y="165100"/>
                </a:moveTo>
                <a:lnTo>
                  <a:pt x="2514472" y="203200"/>
                </a:lnTo>
                <a:lnTo>
                  <a:pt x="2546730" y="215900"/>
                </a:lnTo>
                <a:lnTo>
                  <a:pt x="2565399" y="177800"/>
                </a:lnTo>
                <a:lnTo>
                  <a:pt x="2533141" y="165100"/>
                </a:lnTo>
                <a:close/>
              </a:path>
              <a:path w="3655059" h="3630295">
                <a:moveTo>
                  <a:pt x="2939414" y="152400"/>
                </a:moveTo>
                <a:lnTo>
                  <a:pt x="2918332" y="190500"/>
                </a:lnTo>
                <a:lnTo>
                  <a:pt x="2954781" y="215900"/>
                </a:lnTo>
                <a:lnTo>
                  <a:pt x="2975863" y="177800"/>
                </a:lnTo>
                <a:lnTo>
                  <a:pt x="2939414" y="152400"/>
                </a:lnTo>
                <a:close/>
              </a:path>
              <a:path w="3655059" h="3630295">
                <a:moveTo>
                  <a:pt x="3501262" y="152400"/>
                </a:moveTo>
                <a:lnTo>
                  <a:pt x="3476878" y="190500"/>
                </a:lnTo>
                <a:lnTo>
                  <a:pt x="3519042" y="215900"/>
                </a:lnTo>
                <a:lnTo>
                  <a:pt x="3543426" y="177800"/>
                </a:lnTo>
                <a:lnTo>
                  <a:pt x="3501262" y="152400"/>
                </a:lnTo>
                <a:close/>
              </a:path>
              <a:path w="3655059" h="3630295">
                <a:moveTo>
                  <a:pt x="3654551" y="167640"/>
                </a:moveTo>
                <a:lnTo>
                  <a:pt x="3631564" y="203200"/>
                </a:lnTo>
                <a:lnTo>
                  <a:pt x="3654551" y="215900"/>
                </a:lnTo>
                <a:lnTo>
                  <a:pt x="3654551" y="167640"/>
                </a:lnTo>
                <a:close/>
              </a:path>
              <a:path w="3655059" h="3630295">
                <a:moveTo>
                  <a:pt x="441197" y="177800"/>
                </a:moveTo>
                <a:lnTo>
                  <a:pt x="434720" y="190500"/>
                </a:lnTo>
                <a:lnTo>
                  <a:pt x="445896" y="203200"/>
                </a:lnTo>
                <a:lnTo>
                  <a:pt x="452373" y="190500"/>
                </a:lnTo>
                <a:lnTo>
                  <a:pt x="441197" y="177800"/>
                </a:lnTo>
                <a:close/>
              </a:path>
              <a:path w="3655059" h="3630295">
                <a:moveTo>
                  <a:pt x="609345" y="190500"/>
                </a:moveTo>
                <a:lnTo>
                  <a:pt x="596772" y="190500"/>
                </a:lnTo>
                <a:lnTo>
                  <a:pt x="589533" y="203200"/>
                </a:lnTo>
                <a:lnTo>
                  <a:pt x="602106" y="203200"/>
                </a:lnTo>
                <a:lnTo>
                  <a:pt x="609345" y="190500"/>
                </a:lnTo>
                <a:close/>
              </a:path>
              <a:path w="3655059" h="3630295">
                <a:moveTo>
                  <a:pt x="1003045" y="177800"/>
                </a:moveTo>
                <a:lnTo>
                  <a:pt x="993266" y="190500"/>
                </a:lnTo>
                <a:lnTo>
                  <a:pt x="1010157" y="203200"/>
                </a:lnTo>
                <a:lnTo>
                  <a:pt x="1019936" y="190500"/>
                </a:lnTo>
                <a:lnTo>
                  <a:pt x="1003045" y="177800"/>
                </a:lnTo>
                <a:close/>
              </a:path>
              <a:path w="3655059" h="3630295">
                <a:moveTo>
                  <a:pt x="1409318" y="165100"/>
                </a:moveTo>
                <a:lnTo>
                  <a:pt x="1397126" y="190500"/>
                </a:lnTo>
                <a:lnTo>
                  <a:pt x="1418208" y="203200"/>
                </a:lnTo>
                <a:lnTo>
                  <a:pt x="1430400" y="177800"/>
                </a:lnTo>
                <a:lnTo>
                  <a:pt x="1409318" y="165100"/>
                </a:lnTo>
                <a:close/>
              </a:path>
              <a:path w="3655059" h="3630295">
                <a:moveTo>
                  <a:pt x="1815591" y="152400"/>
                </a:moveTo>
                <a:lnTo>
                  <a:pt x="1800986" y="177800"/>
                </a:lnTo>
                <a:lnTo>
                  <a:pt x="1826259" y="203200"/>
                </a:lnTo>
                <a:lnTo>
                  <a:pt x="1840991" y="177800"/>
                </a:lnTo>
                <a:lnTo>
                  <a:pt x="1815591" y="152400"/>
                </a:lnTo>
                <a:close/>
              </a:path>
              <a:path w="3655059" h="3630295">
                <a:moveTo>
                  <a:pt x="1971293" y="165100"/>
                </a:moveTo>
                <a:lnTo>
                  <a:pt x="1955926" y="190500"/>
                </a:lnTo>
                <a:lnTo>
                  <a:pt x="1982469" y="203200"/>
                </a:lnTo>
                <a:lnTo>
                  <a:pt x="1997836" y="177800"/>
                </a:lnTo>
                <a:lnTo>
                  <a:pt x="1971293" y="165100"/>
                </a:lnTo>
                <a:close/>
              </a:path>
              <a:path w="3655059" h="3630295">
                <a:moveTo>
                  <a:pt x="2377566" y="152400"/>
                </a:moveTo>
                <a:lnTo>
                  <a:pt x="2359659" y="190500"/>
                </a:lnTo>
                <a:lnTo>
                  <a:pt x="2390520" y="203200"/>
                </a:lnTo>
                <a:lnTo>
                  <a:pt x="2408300" y="177800"/>
                </a:lnTo>
                <a:lnTo>
                  <a:pt x="2377566" y="152400"/>
                </a:lnTo>
                <a:close/>
              </a:path>
              <a:path w="3655059" h="3630295">
                <a:moveTo>
                  <a:pt x="2783839" y="152400"/>
                </a:moveTo>
                <a:lnTo>
                  <a:pt x="2763519" y="177800"/>
                </a:lnTo>
                <a:lnTo>
                  <a:pt x="2798571" y="203200"/>
                </a:lnTo>
                <a:lnTo>
                  <a:pt x="2818891" y="165100"/>
                </a:lnTo>
                <a:lnTo>
                  <a:pt x="2783839" y="152400"/>
                </a:lnTo>
                <a:close/>
              </a:path>
              <a:path w="3655059" h="3630295">
                <a:moveTo>
                  <a:pt x="3190112" y="139700"/>
                </a:moveTo>
                <a:lnTo>
                  <a:pt x="3167379" y="177800"/>
                </a:lnTo>
                <a:lnTo>
                  <a:pt x="3206749" y="203200"/>
                </a:lnTo>
                <a:lnTo>
                  <a:pt x="3229482" y="165100"/>
                </a:lnTo>
                <a:lnTo>
                  <a:pt x="3190112" y="139700"/>
                </a:lnTo>
                <a:close/>
              </a:path>
              <a:path w="3655059" h="3630295">
                <a:moveTo>
                  <a:pt x="3345687" y="139700"/>
                </a:moveTo>
                <a:lnTo>
                  <a:pt x="3322065" y="190500"/>
                </a:lnTo>
                <a:lnTo>
                  <a:pt x="3362832" y="203200"/>
                </a:lnTo>
                <a:lnTo>
                  <a:pt x="3386454" y="165100"/>
                </a:lnTo>
                <a:lnTo>
                  <a:pt x="3345687" y="139700"/>
                </a:lnTo>
                <a:close/>
              </a:path>
              <a:path w="3655059" h="3630295">
                <a:moveTo>
                  <a:pt x="705865" y="165100"/>
                </a:moveTo>
                <a:lnTo>
                  <a:pt x="691895" y="165100"/>
                </a:lnTo>
                <a:lnTo>
                  <a:pt x="683767" y="177800"/>
                </a:lnTo>
                <a:lnTo>
                  <a:pt x="697737" y="190500"/>
                </a:lnTo>
                <a:lnTo>
                  <a:pt x="705865" y="165100"/>
                </a:lnTo>
                <a:close/>
              </a:path>
              <a:path w="3655059" h="3630295">
                <a:moveTo>
                  <a:pt x="847470" y="165100"/>
                </a:moveTo>
                <a:lnTo>
                  <a:pt x="838580" y="190500"/>
                </a:lnTo>
                <a:lnTo>
                  <a:pt x="853947" y="190500"/>
                </a:lnTo>
                <a:lnTo>
                  <a:pt x="862837" y="177800"/>
                </a:lnTo>
                <a:lnTo>
                  <a:pt x="847470" y="165100"/>
                </a:lnTo>
                <a:close/>
              </a:path>
              <a:path w="3655059" h="3630295">
                <a:moveTo>
                  <a:pt x="1253743" y="165100"/>
                </a:moveTo>
                <a:lnTo>
                  <a:pt x="1242567" y="177800"/>
                </a:lnTo>
                <a:lnTo>
                  <a:pt x="1261998" y="190500"/>
                </a:lnTo>
                <a:lnTo>
                  <a:pt x="1273174" y="177800"/>
                </a:lnTo>
                <a:lnTo>
                  <a:pt x="1253743" y="165100"/>
                </a:lnTo>
                <a:close/>
              </a:path>
              <a:path w="3655059" h="3630295">
                <a:moveTo>
                  <a:pt x="1660016" y="152400"/>
                </a:moveTo>
                <a:lnTo>
                  <a:pt x="1646427" y="177800"/>
                </a:lnTo>
                <a:lnTo>
                  <a:pt x="1670049" y="190500"/>
                </a:lnTo>
                <a:lnTo>
                  <a:pt x="1683765" y="165100"/>
                </a:lnTo>
                <a:lnTo>
                  <a:pt x="1660016" y="152400"/>
                </a:lnTo>
                <a:close/>
              </a:path>
              <a:path w="3655059" h="3630295">
                <a:moveTo>
                  <a:pt x="2066289" y="139700"/>
                </a:moveTo>
                <a:lnTo>
                  <a:pt x="2050160" y="165100"/>
                </a:lnTo>
                <a:lnTo>
                  <a:pt x="2078227" y="190500"/>
                </a:lnTo>
                <a:lnTo>
                  <a:pt x="2094356" y="152400"/>
                </a:lnTo>
                <a:lnTo>
                  <a:pt x="2066289" y="139700"/>
                </a:lnTo>
                <a:close/>
              </a:path>
              <a:path w="3655059" h="3630295">
                <a:moveTo>
                  <a:pt x="2221864" y="152400"/>
                </a:moveTo>
                <a:lnTo>
                  <a:pt x="2204973" y="177800"/>
                </a:lnTo>
                <a:lnTo>
                  <a:pt x="2234310" y="190500"/>
                </a:lnTo>
                <a:lnTo>
                  <a:pt x="2251328" y="165100"/>
                </a:lnTo>
                <a:lnTo>
                  <a:pt x="2221864" y="152400"/>
                </a:lnTo>
                <a:close/>
              </a:path>
              <a:path w="3655059" h="3630295">
                <a:moveTo>
                  <a:pt x="2628137" y="139700"/>
                </a:moveTo>
                <a:lnTo>
                  <a:pt x="2608706" y="177800"/>
                </a:lnTo>
                <a:lnTo>
                  <a:pt x="2642488" y="190500"/>
                </a:lnTo>
                <a:lnTo>
                  <a:pt x="2661919" y="152400"/>
                </a:lnTo>
                <a:lnTo>
                  <a:pt x="2628137" y="139700"/>
                </a:lnTo>
                <a:close/>
              </a:path>
              <a:path w="3655059" h="3630295">
                <a:moveTo>
                  <a:pt x="3034410" y="127000"/>
                </a:moveTo>
                <a:lnTo>
                  <a:pt x="3012566" y="165100"/>
                </a:lnTo>
                <a:lnTo>
                  <a:pt x="3050539" y="190500"/>
                </a:lnTo>
                <a:lnTo>
                  <a:pt x="3072383" y="152400"/>
                </a:lnTo>
                <a:lnTo>
                  <a:pt x="3034410" y="127000"/>
                </a:lnTo>
                <a:close/>
              </a:path>
              <a:path w="3655059" h="3630295">
                <a:moveTo>
                  <a:pt x="3440810" y="114300"/>
                </a:moveTo>
                <a:lnTo>
                  <a:pt x="3416553" y="165100"/>
                </a:lnTo>
                <a:lnTo>
                  <a:pt x="3458590" y="190500"/>
                </a:lnTo>
                <a:lnTo>
                  <a:pt x="3482720" y="139700"/>
                </a:lnTo>
                <a:lnTo>
                  <a:pt x="3440810" y="114300"/>
                </a:lnTo>
                <a:close/>
              </a:path>
              <a:path w="3655059" h="3630295">
                <a:moveTo>
                  <a:pt x="3596385" y="127000"/>
                </a:moveTo>
                <a:lnTo>
                  <a:pt x="3571366" y="165100"/>
                </a:lnTo>
                <a:lnTo>
                  <a:pt x="3614673" y="190500"/>
                </a:lnTo>
                <a:lnTo>
                  <a:pt x="3639819" y="152400"/>
                </a:lnTo>
                <a:lnTo>
                  <a:pt x="3596385" y="127000"/>
                </a:lnTo>
                <a:close/>
              </a:path>
              <a:path w="3655059" h="3630295">
                <a:moveTo>
                  <a:pt x="536320" y="152400"/>
                </a:moveTo>
                <a:lnTo>
                  <a:pt x="529081" y="165100"/>
                </a:lnTo>
                <a:lnTo>
                  <a:pt x="541654" y="177800"/>
                </a:lnTo>
                <a:lnTo>
                  <a:pt x="548893" y="165100"/>
                </a:lnTo>
                <a:lnTo>
                  <a:pt x="536320" y="152400"/>
                </a:lnTo>
                <a:close/>
              </a:path>
              <a:path w="3655059" h="3630295">
                <a:moveTo>
                  <a:pt x="1098168" y="152400"/>
                </a:moveTo>
                <a:lnTo>
                  <a:pt x="1087754" y="165100"/>
                </a:lnTo>
                <a:lnTo>
                  <a:pt x="1105788" y="177800"/>
                </a:lnTo>
                <a:lnTo>
                  <a:pt x="1116202" y="165100"/>
                </a:lnTo>
                <a:lnTo>
                  <a:pt x="1098168" y="152400"/>
                </a:lnTo>
                <a:close/>
              </a:path>
              <a:path w="3655059" h="3630295">
                <a:moveTo>
                  <a:pt x="1504441" y="139700"/>
                </a:moveTo>
                <a:lnTo>
                  <a:pt x="1491614" y="165100"/>
                </a:lnTo>
                <a:lnTo>
                  <a:pt x="1513839" y="177800"/>
                </a:lnTo>
                <a:lnTo>
                  <a:pt x="1526793" y="152400"/>
                </a:lnTo>
                <a:lnTo>
                  <a:pt x="1504441" y="139700"/>
                </a:lnTo>
                <a:close/>
              </a:path>
              <a:path w="3655059" h="3630295">
                <a:moveTo>
                  <a:pt x="1910714" y="127000"/>
                </a:moveTo>
                <a:lnTo>
                  <a:pt x="1895347" y="152400"/>
                </a:lnTo>
                <a:lnTo>
                  <a:pt x="1922017" y="177800"/>
                </a:lnTo>
                <a:lnTo>
                  <a:pt x="1937257" y="152400"/>
                </a:lnTo>
                <a:lnTo>
                  <a:pt x="1910714" y="127000"/>
                </a:lnTo>
                <a:close/>
              </a:path>
              <a:path w="3655059" h="3630295">
                <a:moveTo>
                  <a:pt x="2472689" y="127000"/>
                </a:moveTo>
                <a:lnTo>
                  <a:pt x="2454147" y="165100"/>
                </a:lnTo>
                <a:lnTo>
                  <a:pt x="2486151" y="177800"/>
                </a:lnTo>
                <a:lnTo>
                  <a:pt x="2504693" y="152400"/>
                </a:lnTo>
                <a:lnTo>
                  <a:pt x="2472689" y="127000"/>
                </a:lnTo>
                <a:close/>
              </a:path>
              <a:path w="3655059" h="3630295">
                <a:moveTo>
                  <a:pt x="2878962" y="114300"/>
                </a:moveTo>
                <a:lnTo>
                  <a:pt x="2858007" y="152400"/>
                </a:lnTo>
                <a:lnTo>
                  <a:pt x="2894329" y="177800"/>
                </a:lnTo>
                <a:lnTo>
                  <a:pt x="2915284" y="139700"/>
                </a:lnTo>
                <a:lnTo>
                  <a:pt x="2878962" y="114300"/>
                </a:lnTo>
                <a:close/>
              </a:path>
              <a:path w="3655059" h="3630295">
                <a:moveTo>
                  <a:pt x="3285108" y="114300"/>
                </a:moveTo>
                <a:lnTo>
                  <a:pt x="3261613" y="152400"/>
                </a:lnTo>
                <a:lnTo>
                  <a:pt x="3302380" y="177800"/>
                </a:lnTo>
                <a:lnTo>
                  <a:pt x="3326002" y="127000"/>
                </a:lnTo>
                <a:lnTo>
                  <a:pt x="3285108" y="114300"/>
                </a:lnTo>
                <a:close/>
              </a:path>
              <a:path w="3655059" h="3630295">
                <a:moveTo>
                  <a:pt x="391667" y="152400"/>
                </a:moveTo>
                <a:lnTo>
                  <a:pt x="374395" y="152400"/>
                </a:lnTo>
                <a:lnTo>
                  <a:pt x="385317" y="165100"/>
                </a:lnTo>
                <a:lnTo>
                  <a:pt x="391667" y="152400"/>
                </a:lnTo>
                <a:close/>
              </a:path>
              <a:path w="3655059" h="3630295">
                <a:moveTo>
                  <a:pt x="802258" y="139700"/>
                </a:moveTo>
                <a:lnTo>
                  <a:pt x="787018" y="139700"/>
                </a:lnTo>
                <a:lnTo>
                  <a:pt x="778255" y="152400"/>
                </a:lnTo>
                <a:lnTo>
                  <a:pt x="793495" y="165100"/>
                </a:lnTo>
                <a:lnTo>
                  <a:pt x="802258" y="139700"/>
                </a:lnTo>
                <a:close/>
              </a:path>
              <a:path w="3655059" h="3630295">
                <a:moveTo>
                  <a:pt x="942593" y="139700"/>
                </a:moveTo>
                <a:lnTo>
                  <a:pt x="933068" y="165100"/>
                </a:lnTo>
                <a:lnTo>
                  <a:pt x="949578" y="165100"/>
                </a:lnTo>
                <a:lnTo>
                  <a:pt x="959230" y="152400"/>
                </a:lnTo>
                <a:lnTo>
                  <a:pt x="942593" y="139700"/>
                </a:lnTo>
                <a:close/>
              </a:path>
              <a:path w="3655059" h="3630295">
                <a:moveTo>
                  <a:pt x="1348866" y="139700"/>
                </a:moveTo>
                <a:lnTo>
                  <a:pt x="1336801" y="152400"/>
                </a:lnTo>
                <a:lnTo>
                  <a:pt x="1357756" y="165100"/>
                </a:lnTo>
                <a:lnTo>
                  <a:pt x="1369694" y="152400"/>
                </a:lnTo>
                <a:lnTo>
                  <a:pt x="1348866" y="139700"/>
                </a:lnTo>
                <a:close/>
              </a:path>
              <a:path w="3655059" h="3630295">
                <a:moveTo>
                  <a:pt x="1755139" y="127000"/>
                </a:moveTo>
                <a:lnTo>
                  <a:pt x="1740661" y="152400"/>
                </a:lnTo>
                <a:lnTo>
                  <a:pt x="1765807" y="165100"/>
                </a:lnTo>
                <a:lnTo>
                  <a:pt x="1780285" y="139700"/>
                </a:lnTo>
                <a:lnTo>
                  <a:pt x="1755139" y="127000"/>
                </a:lnTo>
                <a:close/>
              </a:path>
              <a:path w="3655059" h="3630295">
                <a:moveTo>
                  <a:pt x="2161539" y="114300"/>
                </a:moveTo>
                <a:lnTo>
                  <a:pt x="2144648" y="139700"/>
                </a:lnTo>
                <a:lnTo>
                  <a:pt x="2173858" y="165100"/>
                </a:lnTo>
                <a:lnTo>
                  <a:pt x="2190622" y="127000"/>
                </a:lnTo>
                <a:lnTo>
                  <a:pt x="2161539" y="114300"/>
                </a:lnTo>
                <a:close/>
              </a:path>
              <a:path w="3655059" h="3630295">
                <a:moveTo>
                  <a:pt x="2316987" y="127000"/>
                </a:moveTo>
                <a:lnTo>
                  <a:pt x="2299207" y="152400"/>
                </a:lnTo>
                <a:lnTo>
                  <a:pt x="2330068" y="165100"/>
                </a:lnTo>
                <a:lnTo>
                  <a:pt x="2347848" y="139700"/>
                </a:lnTo>
                <a:lnTo>
                  <a:pt x="2316987" y="127000"/>
                </a:lnTo>
                <a:close/>
              </a:path>
              <a:path w="3655059" h="3630295">
                <a:moveTo>
                  <a:pt x="2723387" y="114300"/>
                </a:moveTo>
                <a:lnTo>
                  <a:pt x="2703194" y="152400"/>
                </a:lnTo>
                <a:lnTo>
                  <a:pt x="2738119" y="165100"/>
                </a:lnTo>
                <a:lnTo>
                  <a:pt x="2758185" y="127000"/>
                </a:lnTo>
                <a:lnTo>
                  <a:pt x="2723387" y="114300"/>
                </a:lnTo>
                <a:close/>
              </a:path>
              <a:path w="3655059" h="3630295">
                <a:moveTo>
                  <a:pt x="3129660" y="101600"/>
                </a:moveTo>
                <a:lnTo>
                  <a:pt x="3107054" y="139700"/>
                </a:lnTo>
                <a:lnTo>
                  <a:pt x="3146170" y="165100"/>
                </a:lnTo>
                <a:lnTo>
                  <a:pt x="3168776" y="127000"/>
                </a:lnTo>
                <a:lnTo>
                  <a:pt x="3129660" y="101600"/>
                </a:lnTo>
                <a:close/>
              </a:path>
              <a:path w="3655059" h="3630295">
                <a:moveTo>
                  <a:pt x="3535933" y="88900"/>
                </a:moveTo>
                <a:lnTo>
                  <a:pt x="3510787" y="139700"/>
                </a:lnTo>
                <a:lnTo>
                  <a:pt x="3554221" y="165100"/>
                </a:lnTo>
                <a:lnTo>
                  <a:pt x="3579240" y="114300"/>
                </a:lnTo>
                <a:lnTo>
                  <a:pt x="3535933" y="88900"/>
                </a:lnTo>
                <a:close/>
              </a:path>
              <a:path w="3655059" h="3630295">
                <a:moveTo>
                  <a:pt x="631443" y="127000"/>
                </a:moveTo>
                <a:lnTo>
                  <a:pt x="623442" y="139700"/>
                </a:lnTo>
                <a:lnTo>
                  <a:pt x="637285" y="152400"/>
                </a:lnTo>
                <a:lnTo>
                  <a:pt x="645159" y="139700"/>
                </a:lnTo>
                <a:lnTo>
                  <a:pt x="631443" y="127000"/>
                </a:lnTo>
                <a:close/>
              </a:path>
              <a:path w="3655059" h="3630295">
                <a:moveTo>
                  <a:pt x="1193291" y="127000"/>
                </a:moveTo>
                <a:lnTo>
                  <a:pt x="1182242" y="139700"/>
                </a:lnTo>
                <a:lnTo>
                  <a:pt x="1201419" y="152400"/>
                </a:lnTo>
                <a:lnTo>
                  <a:pt x="1212595" y="139700"/>
                </a:lnTo>
                <a:lnTo>
                  <a:pt x="1193291" y="127000"/>
                </a:lnTo>
                <a:close/>
              </a:path>
              <a:path w="3655059" h="3630295">
                <a:moveTo>
                  <a:pt x="1599564" y="114300"/>
                </a:moveTo>
                <a:lnTo>
                  <a:pt x="1586102" y="139700"/>
                </a:lnTo>
                <a:lnTo>
                  <a:pt x="1609597" y="152400"/>
                </a:lnTo>
                <a:lnTo>
                  <a:pt x="1623059" y="127000"/>
                </a:lnTo>
                <a:lnTo>
                  <a:pt x="1599564" y="114300"/>
                </a:lnTo>
                <a:close/>
              </a:path>
              <a:path w="3655059" h="3630295">
                <a:moveTo>
                  <a:pt x="2005964" y="101600"/>
                </a:moveTo>
                <a:lnTo>
                  <a:pt x="1989835" y="127000"/>
                </a:lnTo>
                <a:lnTo>
                  <a:pt x="2017648" y="152400"/>
                </a:lnTo>
                <a:lnTo>
                  <a:pt x="2033650" y="127000"/>
                </a:lnTo>
                <a:lnTo>
                  <a:pt x="2005964" y="101600"/>
                </a:lnTo>
                <a:close/>
              </a:path>
              <a:path w="3655059" h="3630295">
                <a:moveTo>
                  <a:pt x="2567812" y="101600"/>
                </a:moveTo>
                <a:lnTo>
                  <a:pt x="2548508" y="139700"/>
                </a:lnTo>
                <a:lnTo>
                  <a:pt x="2581909" y="152400"/>
                </a:lnTo>
                <a:lnTo>
                  <a:pt x="2601213" y="127000"/>
                </a:lnTo>
                <a:lnTo>
                  <a:pt x="2567812" y="101600"/>
                </a:lnTo>
                <a:close/>
              </a:path>
              <a:path w="3655059" h="3630295">
                <a:moveTo>
                  <a:pt x="2974085" y="88900"/>
                </a:moveTo>
                <a:lnTo>
                  <a:pt x="2952241" y="127000"/>
                </a:lnTo>
                <a:lnTo>
                  <a:pt x="2989960" y="152400"/>
                </a:lnTo>
                <a:lnTo>
                  <a:pt x="3011804" y="114300"/>
                </a:lnTo>
                <a:lnTo>
                  <a:pt x="2974085" y="88900"/>
                </a:lnTo>
                <a:close/>
              </a:path>
              <a:path w="3655059" h="3630295">
                <a:moveTo>
                  <a:pt x="3380358" y="88900"/>
                </a:moveTo>
                <a:lnTo>
                  <a:pt x="3356228" y="127000"/>
                </a:lnTo>
                <a:lnTo>
                  <a:pt x="3398011" y="152400"/>
                </a:lnTo>
                <a:lnTo>
                  <a:pt x="3422141" y="101600"/>
                </a:lnTo>
                <a:lnTo>
                  <a:pt x="3380358" y="88900"/>
                </a:lnTo>
                <a:close/>
              </a:path>
              <a:path w="3655059" h="3630295">
                <a:moveTo>
                  <a:pt x="475868" y="114300"/>
                </a:moveTo>
                <a:lnTo>
                  <a:pt x="468756" y="127000"/>
                </a:lnTo>
                <a:lnTo>
                  <a:pt x="481075" y="139700"/>
                </a:lnTo>
                <a:lnTo>
                  <a:pt x="488187" y="127000"/>
                </a:lnTo>
                <a:lnTo>
                  <a:pt x="475868" y="114300"/>
                </a:lnTo>
                <a:close/>
              </a:path>
              <a:path w="3655059" h="3630295">
                <a:moveTo>
                  <a:pt x="898778" y="114300"/>
                </a:moveTo>
                <a:lnTo>
                  <a:pt x="882141" y="114300"/>
                </a:lnTo>
                <a:lnTo>
                  <a:pt x="872489" y="127000"/>
                </a:lnTo>
                <a:lnTo>
                  <a:pt x="889126" y="139700"/>
                </a:lnTo>
                <a:lnTo>
                  <a:pt x="898778" y="114300"/>
                </a:lnTo>
                <a:close/>
              </a:path>
              <a:path w="3655059" h="3630295">
                <a:moveTo>
                  <a:pt x="1037716" y="114300"/>
                </a:moveTo>
                <a:lnTo>
                  <a:pt x="1027302" y="139700"/>
                </a:lnTo>
                <a:lnTo>
                  <a:pt x="1045336" y="139700"/>
                </a:lnTo>
                <a:lnTo>
                  <a:pt x="1055750" y="127000"/>
                </a:lnTo>
                <a:lnTo>
                  <a:pt x="1037716" y="114300"/>
                </a:lnTo>
                <a:close/>
              </a:path>
              <a:path w="3655059" h="3630295">
                <a:moveTo>
                  <a:pt x="1443989" y="101600"/>
                </a:moveTo>
                <a:lnTo>
                  <a:pt x="1431289" y="127000"/>
                </a:lnTo>
                <a:lnTo>
                  <a:pt x="1453387" y="139700"/>
                </a:lnTo>
                <a:lnTo>
                  <a:pt x="1466087" y="114300"/>
                </a:lnTo>
                <a:lnTo>
                  <a:pt x="1443989" y="101600"/>
                </a:lnTo>
                <a:close/>
              </a:path>
              <a:path w="3655059" h="3630295">
                <a:moveTo>
                  <a:pt x="1850262" y="101600"/>
                </a:moveTo>
                <a:lnTo>
                  <a:pt x="1835149" y="127000"/>
                </a:lnTo>
                <a:lnTo>
                  <a:pt x="1861438" y="139700"/>
                </a:lnTo>
                <a:lnTo>
                  <a:pt x="1876678" y="114300"/>
                </a:lnTo>
                <a:lnTo>
                  <a:pt x="1850262" y="101600"/>
                </a:lnTo>
                <a:close/>
              </a:path>
              <a:path w="3655059" h="3630295">
                <a:moveTo>
                  <a:pt x="2256535" y="88900"/>
                </a:moveTo>
                <a:lnTo>
                  <a:pt x="2238882" y="114300"/>
                </a:lnTo>
                <a:lnTo>
                  <a:pt x="2269489" y="139700"/>
                </a:lnTo>
                <a:lnTo>
                  <a:pt x="2287142" y="101600"/>
                </a:lnTo>
                <a:lnTo>
                  <a:pt x="2256535" y="88900"/>
                </a:lnTo>
                <a:close/>
              </a:path>
              <a:path w="3655059" h="3630295">
                <a:moveTo>
                  <a:pt x="2412237" y="101600"/>
                </a:moveTo>
                <a:lnTo>
                  <a:pt x="2393822" y="127000"/>
                </a:lnTo>
                <a:lnTo>
                  <a:pt x="2425699" y="139700"/>
                </a:lnTo>
                <a:lnTo>
                  <a:pt x="2443987" y="114300"/>
                </a:lnTo>
                <a:lnTo>
                  <a:pt x="2412237" y="101600"/>
                </a:lnTo>
                <a:close/>
              </a:path>
              <a:path w="3655059" h="3630295">
                <a:moveTo>
                  <a:pt x="2818510" y="88900"/>
                </a:moveTo>
                <a:lnTo>
                  <a:pt x="2797555" y="127000"/>
                </a:lnTo>
                <a:lnTo>
                  <a:pt x="2833750" y="139700"/>
                </a:lnTo>
                <a:lnTo>
                  <a:pt x="2854705" y="101600"/>
                </a:lnTo>
                <a:lnTo>
                  <a:pt x="2818510" y="88900"/>
                </a:lnTo>
                <a:close/>
              </a:path>
              <a:path w="3655059" h="3630295">
                <a:moveTo>
                  <a:pt x="3224783" y="76200"/>
                </a:moveTo>
                <a:lnTo>
                  <a:pt x="3201288" y="114300"/>
                </a:lnTo>
                <a:lnTo>
                  <a:pt x="3241928" y="139700"/>
                </a:lnTo>
                <a:lnTo>
                  <a:pt x="3265296" y="101600"/>
                </a:lnTo>
                <a:lnTo>
                  <a:pt x="3224783" y="76200"/>
                </a:lnTo>
                <a:close/>
              </a:path>
              <a:path w="3655059" h="3630295">
                <a:moveTo>
                  <a:pt x="3631056" y="63500"/>
                </a:moveTo>
                <a:lnTo>
                  <a:pt x="3605275" y="114300"/>
                </a:lnTo>
                <a:lnTo>
                  <a:pt x="3649852" y="139700"/>
                </a:lnTo>
                <a:lnTo>
                  <a:pt x="3654551" y="129540"/>
                </a:lnTo>
                <a:lnTo>
                  <a:pt x="3654551" y="76200"/>
                </a:lnTo>
                <a:lnTo>
                  <a:pt x="3631056" y="63500"/>
                </a:lnTo>
                <a:close/>
              </a:path>
              <a:path w="3655059" h="3630295">
                <a:moveTo>
                  <a:pt x="330961" y="114300"/>
                </a:moveTo>
                <a:lnTo>
                  <a:pt x="320293" y="114300"/>
                </a:lnTo>
                <a:lnTo>
                  <a:pt x="314197" y="127000"/>
                </a:lnTo>
                <a:lnTo>
                  <a:pt x="324865" y="127000"/>
                </a:lnTo>
                <a:lnTo>
                  <a:pt x="330961" y="114300"/>
                </a:lnTo>
                <a:close/>
              </a:path>
              <a:path w="3655059" h="3630295">
                <a:moveTo>
                  <a:pt x="726566" y="101600"/>
                </a:moveTo>
                <a:lnTo>
                  <a:pt x="717930" y="114300"/>
                </a:lnTo>
                <a:lnTo>
                  <a:pt x="732916" y="127000"/>
                </a:lnTo>
                <a:lnTo>
                  <a:pt x="741552" y="114300"/>
                </a:lnTo>
                <a:lnTo>
                  <a:pt x="726566" y="101600"/>
                </a:lnTo>
                <a:close/>
              </a:path>
              <a:path w="3655059" h="3630295">
                <a:moveTo>
                  <a:pt x="1132839" y="88900"/>
                </a:moveTo>
                <a:lnTo>
                  <a:pt x="1121790" y="114300"/>
                </a:lnTo>
                <a:lnTo>
                  <a:pt x="1140967" y="127000"/>
                </a:lnTo>
                <a:lnTo>
                  <a:pt x="1152016" y="101600"/>
                </a:lnTo>
                <a:lnTo>
                  <a:pt x="1132839" y="88900"/>
                </a:lnTo>
                <a:close/>
              </a:path>
              <a:path w="3655059" h="3630295">
                <a:moveTo>
                  <a:pt x="1288414" y="101600"/>
                </a:moveTo>
                <a:lnTo>
                  <a:pt x="1276603" y="114300"/>
                </a:lnTo>
                <a:lnTo>
                  <a:pt x="1297177" y="127000"/>
                </a:lnTo>
                <a:lnTo>
                  <a:pt x="1309115" y="114300"/>
                </a:lnTo>
                <a:lnTo>
                  <a:pt x="1288414" y="101600"/>
                </a:lnTo>
                <a:close/>
              </a:path>
              <a:path w="3655059" h="3630295">
                <a:moveTo>
                  <a:pt x="1694687" y="88900"/>
                </a:moveTo>
                <a:lnTo>
                  <a:pt x="1680336" y="114300"/>
                </a:lnTo>
                <a:lnTo>
                  <a:pt x="1705228" y="127000"/>
                </a:lnTo>
                <a:lnTo>
                  <a:pt x="1719579" y="101600"/>
                </a:lnTo>
                <a:lnTo>
                  <a:pt x="1694687" y="88900"/>
                </a:lnTo>
                <a:close/>
              </a:path>
              <a:path w="3655059" h="3630295">
                <a:moveTo>
                  <a:pt x="2100960" y="76200"/>
                </a:moveTo>
                <a:lnTo>
                  <a:pt x="2084196" y="114300"/>
                </a:lnTo>
                <a:lnTo>
                  <a:pt x="2113279" y="127000"/>
                </a:lnTo>
                <a:lnTo>
                  <a:pt x="2130170" y="101600"/>
                </a:lnTo>
                <a:lnTo>
                  <a:pt x="2100960" y="76200"/>
                </a:lnTo>
                <a:close/>
              </a:path>
              <a:path w="3655059" h="3630295">
                <a:moveTo>
                  <a:pt x="2507360" y="63500"/>
                </a:moveTo>
                <a:lnTo>
                  <a:pt x="2488183" y="101600"/>
                </a:lnTo>
                <a:lnTo>
                  <a:pt x="2521330" y="127000"/>
                </a:lnTo>
                <a:lnTo>
                  <a:pt x="2540507" y="88900"/>
                </a:lnTo>
                <a:lnTo>
                  <a:pt x="2507360" y="63500"/>
                </a:lnTo>
                <a:close/>
              </a:path>
              <a:path w="3655059" h="3630295">
                <a:moveTo>
                  <a:pt x="2662935" y="76200"/>
                </a:moveTo>
                <a:lnTo>
                  <a:pt x="2642869" y="114300"/>
                </a:lnTo>
                <a:lnTo>
                  <a:pt x="2677540" y="127000"/>
                </a:lnTo>
                <a:lnTo>
                  <a:pt x="2697606" y="101600"/>
                </a:lnTo>
                <a:lnTo>
                  <a:pt x="2662935" y="76200"/>
                </a:lnTo>
                <a:close/>
              </a:path>
              <a:path w="3655059" h="3630295">
                <a:moveTo>
                  <a:pt x="3069208" y="63500"/>
                </a:moveTo>
                <a:lnTo>
                  <a:pt x="3046729" y="101600"/>
                </a:lnTo>
                <a:lnTo>
                  <a:pt x="3085591" y="127000"/>
                </a:lnTo>
                <a:lnTo>
                  <a:pt x="3108070" y="88900"/>
                </a:lnTo>
                <a:lnTo>
                  <a:pt x="3069208" y="63500"/>
                </a:lnTo>
                <a:close/>
              </a:path>
              <a:path w="3655059" h="3630295">
                <a:moveTo>
                  <a:pt x="3475481" y="50800"/>
                </a:moveTo>
                <a:lnTo>
                  <a:pt x="3450589" y="101600"/>
                </a:lnTo>
                <a:lnTo>
                  <a:pt x="3493769" y="127000"/>
                </a:lnTo>
                <a:lnTo>
                  <a:pt x="3518661" y="76200"/>
                </a:lnTo>
                <a:lnTo>
                  <a:pt x="3475481" y="50800"/>
                </a:lnTo>
                <a:close/>
              </a:path>
              <a:path w="3655059" h="3630295">
                <a:moveTo>
                  <a:pt x="570991" y="88900"/>
                </a:moveTo>
                <a:lnTo>
                  <a:pt x="563244" y="101600"/>
                </a:lnTo>
                <a:lnTo>
                  <a:pt x="576706" y="114300"/>
                </a:lnTo>
                <a:lnTo>
                  <a:pt x="584580" y="101600"/>
                </a:lnTo>
                <a:lnTo>
                  <a:pt x="570991" y="88900"/>
                </a:lnTo>
                <a:close/>
              </a:path>
              <a:path w="3655059" h="3630295">
                <a:moveTo>
                  <a:pt x="995044" y="88900"/>
                </a:moveTo>
                <a:lnTo>
                  <a:pt x="977264" y="88900"/>
                </a:lnTo>
                <a:lnTo>
                  <a:pt x="966977" y="101600"/>
                </a:lnTo>
                <a:lnTo>
                  <a:pt x="984757" y="114300"/>
                </a:lnTo>
                <a:lnTo>
                  <a:pt x="995044" y="88900"/>
                </a:lnTo>
                <a:close/>
              </a:path>
              <a:path w="3655059" h="3630295">
                <a:moveTo>
                  <a:pt x="1539239" y="76200"/>
                </a:moveTo>
                <a:lnTo>
                  <a:pt x="1525777" y="101600"/>
                </a:lnTo>
                <a:lnTo>
                  <a:pt x="1549018" y="114300"/>
                </a:lnTo>
                <a:lnTo>
                  <a:pt x="1562480" y="88900"/>
                </a:lnTo>
                <a:lnTo>
                  <a:pt x="1539239" y="76200"/>
                </a:lnTo>
                <a:close/>
              </a:path>
              <a:path w="3655059" h="3630295">
                <a:moveTo>
                  <a:pt x="1945512" y="76200"/>
                </a:moveTo>
                <a:lnTo>
                  <a:pt x="1929637" y="101600"/>
                </a:lnTo>
                <a:lnTo>
                  <a:pt x="1957069" y="114300"/>
                </a:lnTo>
                <a:lnTo>
                  <a:pt x="1972944" y="88900"/>
                </a:lnTo>
                <a:lnTo>
                  <a:pt x="1945512" y="76200"/>
                </a:lnTo>
                <a:close/>
              </a:path>
              <a:path w="3655059" h="3630295">
                <a:moveTo>
                  <a:pt x="2351785" y="63500"/>
                </a:moveTo>
                <a:lnTo>
                  <a:pt x="2333370" y="88900"/>
                </a:lnTo>
                <a:lnTo>
                  <a:pt x="2365120" y="114300"/>
                </a:lnTo>
                <a:lnTo>
                  <a:pt x="2383535" y="76200"/>
                </a:lnTo>
                <a:lnTo>
                  <a:pt x="2351785" y="63500"/>
                </a:lnTo>
                <a:close/>
              </a:path>
              <a:path w="3655059" h="3630295">
                <a:moveTo>
                  <a:pt x="2913633" y="63500"/>
                </a:moveTo>
                <a:lnTo>
                  <a:pt x="2891916" y="101600"/>
                </a:lnTo>
                <a:lnTo>
                  <a:pt x="2929508" y="114300"/>
                </a:lnTo>
                <a:lnTo>
                  <a:pt x="2951098" y="76200"/>
                </a:lnTo>
                <a:lnTo>
                  <a:pt x="2913633" y="63500"/>
                </a:lnTo>
                <a:close/>
              </a:path>
              <a:path w="3655059" h="3630295">
                <a:moveTo>
                  <a:pt x="3319906" y="50800"/>
                </a:moveTo>
                <a:lnTo>
                  <a:pt x="3295776" y="88900"/>
                </a:lnTo>
                <a:lnTo>
                  <a:pt x="3337559" y="114300"/>
                </a:lnTo>
                <a:lnTo>
                  <a:pt x="3361562" y="76200"/>
                </a:lnTo>
                <a:lnTo>
                  <a:pt x="3319906" y="50800"/>
                </a:lnTo>
                <a:close/>
              </a:path>
              <a:path w="3655059" h="3630295">
                <a:moveTo>
                  <a:pt x="427481" y="88900"/>
                </a:moveTo>
                <a:lnTo>
                  <a:pt x="415416" y="88900"/>
                </a:lnTo>
                <a:lnTo>
                  <a:pt x="408431" y="101600"/>
                </a:lnTo>
                <a:lnTo>
                  <a:pt x="420496" y="101600"/>
                </a:lnTo>
                <a:lnTo>
                  <a:pt x="427481" y="88900"/>
                </a:lnTo>
                <a:close/>
              </a:path>
              <a:path w="3655059" h="3630295">
                <a:moveTo>
                  <a:pt x="821689" y="76200"/>
                </a:moveTo>
                <a:lnTo>
                  <a:pt x="812291" y="88900"/>
                </a:lnTo>
                <a:lnTo>
                  <a:pt x="828547" y="101600"/>
                </a:lnTo>
                <a:lnTo>
                  <a:pt x="838072" y="88900"/>
                </a:lnTo>
                <a:lnTo>
                  <a:pt x="821689" y="76200"/>
                </a:lnTo>
                <a:close/>
              </a:path>
              <a:path w="3655059" h="3630295">
                <a:moveTo>
                  <a:pt x="1227962" y="63500"/>
                </a:moveTo>
                <a:lnTo>
                  <a:pt x="1216278" y="88900"/>
                </a:lnTo>
                <a:lnTo>
                  <a:pt x="1236598" y="101600"/>
                </a:lnTo>
                <a:lnTo>
                  <a:pt x="1248409" y="76200"/>
                </a:lnTo>
                <a:lnTo>
                  <a:pt x="1227962" y="63500"/>
                </a:lnTo>
                <a:close/>
              </a:path>
              <a:path w="3655059" h="3630295">
                <a:moveTo>
                  <a:pt x="1383537" y="76200"/>
                </a:moveTo>
                <a:lnTo>
                  <a:pt x="1370837" y="88900"/>
                </a:lnTo>
                <a:lnTo>
                  <a:pt x="1392935" y="101600"/>
                </a:lnTo>
                <a:lnTo>
                  <a:pt x="1405635" y="88900"/>
                </a:lnTo>
                <a:lnTo>
                  <a:pt x="1383537" y="76200"/>
                </a:lnTo>
                <a:close/>
              </a:path>
              <a:path w="3655059" h="3630295">
                <a:moveTo>
                  <a:pt x="1789937" y="63500"/>
                </a:moveTo>
                <a:lnTo>
                  <a:pt x="1774824" y="88900"/>
                </a:lnTo>
                <a:lnTo>
                  <a:pt x="1800859" y="101600"/>
                </a:lnTo>
                <a:lnTo>
                  <a:pt x="1815972" y="76200"/>
                </a:lnTo>
                <a:lnTo>
                  <a:pt x="1789937" y="63500"/>
                </a:lnTo>
                <a:close/>
              </a:path>
              <a:path w="3655059" h="3630295">
                <a:moveTo>
                  <a:pt x="2196210" y="50800"/>
                </a:moveTo>
                <a:lnTo>
                  <a:pt x="2178811" y="88900"/>
                </a:lnTo>
                <a:lnTo>
                  <a:pt x="2208910" y="101600"/>
                </a:lnTo>
                <a:lnTo>
                  <a:pt x="2226309" y="76200"/>
                </a:lnTo>
                <a:lnTo>
                  <a:pt x="2196210" y="50800"/>
                </a:lnTo>
                <a:close/>
              </a:path>
              <a:path w="3655059" h="3630295">
                <a:moveTo>
                  <a:pt x="2602610" y="38100"/>
                </a:moveTo>
                <a:lnTo>
                  <a:pt x="2583052" y="76200"/>
                </a:lnTo>
                <a:lnTo>
                  <a:pt x="2616961" y="101600"/>
                </a:lnTo>
                <a:lnTo>
                  <a:pt x="2636519" y="63500"/>
                </a:lnTo>
                <a:lnTo>
                  <a:pt x="2602610" y="38100"/>
                </a:lnTo>
                <a:close/>
              </a:path>
              <a:path w="3655059" h="3630295">
                <a:moveTo>
                  <a:pt x="2758058" y="50800"/>
                </a:moveTo>
                <a:lnTo>
                  <a:pt x="2737230" y="88900"/>
                </a:lnTo>
                <a:lnTo>
                  <a:pt x="2773298" y="101600"/>
                </a:lnTo>
                <a:lnTo>
                  <a:pt x="2794126" y="76200"/>
                </a:lnTo>
                <a:lnTo>
                  <a:pt x="2758058" y="50800"/>
                </a:lnTo>
                <a:close/>
              </a:path>
              <a:path w="3655059" h="3630295">
                <a:moveTo>
                  <a:pt x="3164458" y="38100"/>
                </a:moveTo>
                <a:lnTo>
                  <a:pt x="3141598" y="76200"/>
                </a:lnTo>
                <a:lnTo>
                  <a:pt x="3181222" y="101600"/>
                </a:lnTo>
                <a:lnTo>
                  <a:pt x="3204082" y="63500"/>
                </a:lnTo>
                <a:lnTo>
                  <a:pt x="3164458" y="38100"/>
                </a:lnTo>
                <a:close/>
              </a:path>
              <a:path w="3655059" h="3630295">
                <a:moveTo>
                  <a:pt x="3571112" y="25400"/>
                </a:moveTo>
                <a:lnTo>
                  <a:pt x="3546728" y="76200"/>
                </a:lnTo>
                <a:lnTo>
                  <a:pt x="3588892" y="101600"/>
                </a:lnTo>
                <a:lnTo>
                  <a:pt x="3613276" y="50800"/>
                </a:lnTo>
                <a:lnTo>
                  <a:pt x="3571112" y="25400"/>
                </a:lnTo>
                <a:close/>
              </a:path>
              <a:path w="3655059" h="3630295">
                <a:moveTo>
                  <a:pt x="666114" y="63500"/>
                </a:moveTo>
                <a:lnTo>
                  <a:pt x="657605" y="76200"/>
                </a:lnTo>
                <a:lnTo>
                  <a:pt x="672337" y="88900"/>
                </a:lnTo>
                <a:lnTo>
                  <a:pt x="680846" y="76200"/>
                </a:lnTo>
                <a:lnTo>
                  <a:pt x="666114" y="63500"/>
                </a:lnTo>
                <a:close/>
              </a:path>
              <a:path w="3655059" h="3630295">
                <a:moveTo>
                  <a:pt x="1072514" y="50800"/>
                </a:moveTo>
                <a:lnTo>
                  <a:pt x="1061719" y="76200"/>
                </a:lnTo>
                <a:lnTo>
                  <a:pt x="1080388" y="88900"/>
                </a:lnTo>
                <a:lnTo>
                  <a:pt x="1091183" y="63500"/>
                </a:lnTo>
                <a:lnTo>
                  <a:pt x="1072514" y="50800"/>
                </a:lnTo>
                <a:close/>
              </a:path>
              <a:path w="3655059" h="3630295">
                <a:moveTo>
                  <a:pt x="1634362" y="50800"/>
                </a:moveTo>
                <a:lnTo>
                  <a:pt x="1620265" y="76200"/>
                </a:lnTo>
                <a:lnTo>
                  <a:pt x="1644649" y="88900"/>
                </a:lnTo>
                <a:lnTo>
                  <a:pt x="1658746" y="63500"/>
                </a:lnTo>
                <a:lnTo>
                  <a:pt x="1634362" y="50800"/>
                </a:lnTo>
                <a:close/>
              </a:path>
              <a:path w="3655059" h="3630295">
                <a:moveTo>
                  <a:pt x="2040762" y="50800"/>
                </a:moveTo>
                <a:lnTo>
                  <a:pt x="2024633" y="76200"/>
                </a:lnTo>
                <a:lnTo>
                  <a:pt x="2052573" y="88900"/>
                </a:lnTo>
                <a:lnTo>
                  <a:pt x="2068702" y="63500"/>
                </a:lnTo>
                <a:lnTo>
                  <a:pt x="2040762" y="50800"/>
                </a:lnTo>
                <a:close/>
              </a:path>
              <a:path w="3655059" h="3630295">
                <a:moveTo>
                  <a:pt x="2447543" y="38100"/>
                </a:moveTo>
                <a:lnTo>
                  <a:pt x="2430271" y="63500"/>
                </a:lnTo>
                <a:lnTo>
                  <a:pt x="2460243" y="88900"/>
                </a:lnTo>
                <a:lnTo>
                  <a:pt x="2477388" y="50800"/>
                </a:lnTo>
                <a:lnTo>
                  <a:pt x="2447543" y="38100"/>
                </a:lnTo>
                <a:close/>
              </a:path>
              <a:path w="3655059" h="3630295">
                <a:moveTo>
                  <a:pt x="3009264" y="38100"/>
                </a:moveTo>
                <a:lnTo>
                  <a:pt x="2988436" y="76200"/>
                </a:lnTo>
                <a:lnTo>
                  <a:pt x="3024504" y="88900"/>
                </a:lnTo>
                <a:lnTo>
                  <a:pt x="3045332" y="50800"/>
                </a:lnTo>
                <a:lnTo>
                  <a:pt x="3009264" y="38100"/>
                </a:lnTo>
                <a:close/>
              </a:path>
              <a:path w="3655059" h="3630295">
                <a:moveTo>
                  <a:pt x="3416172" y="25400"/>
                </a:moveTo>
                <a:lnTo>
                  <a:pt x="3394709" y="63500"/>
                </a:lnTo>
                <a:lnTo>
                  <a:pt x="3431920" y="88900"/>
                </a:lnTo>
                <a:lnTo>
                  <a:pt x="3453510" y="50800"/>
                </a:lnTo>
                <a:lnTo>
                  <a:pt x="3416172" y="25400"/>
                </a:lnTo>
                <a:close/>
              </a:path>
              <a:path w="3655059" h="3630295">
                <a:moveTo>
                  <a:pt x="523493" y="63500"/>
                </a:moveTo>
                <a:lnTo>
                  <a:pt x="510666" y="63500"/>
                </a:lnTo>
                <a:lnTo>
                  <a:pt x="503300" y="76200"/>
                </a:lnTo>
                <a:lnTo>
                  <a:pt x="516127" y="76200"/>
                </a:lnTo>
                <a:lnTo>
                  <a:pt x="523493" y="63500"/>
                </a:lnTo>
                <a:close/>
              </a:path>
              <a:path w="3655059" h="3630295">
                <a:moveTo>
                  <a:pt x="917193" y="50800"/>
                </a:moveTo>
                <a:lnTo>
                  <a:pt x="907795" y="63500"/>
                </a:lnTo>
                <a:lnTo>
                  <a:pt x="923924" y="76200"/>
                </a:lnTo>
                <a:lnTo>
                  <a:pt x="933322" y="63500"/>
                </a:lnTo>
                <a:lnTo>
                  <a:pt x="917193" y="50800"/>
                </a:lnTo>
                <a:close/>
              </a:path>
              <a:path w="3655059" h="3630295">
                <a:moveTo>
                  <a:pt x="1479041" y="50800"/>
                </a:moveTo>
                <a:lnTo>
                  <a:pt x="1466468" y="63500"/>
                </a:lnTo>
                <a:lnTo>
                  <a:pt x="1488185" y="76200"/>
                </a:lnTo>
                <a:lnTo>
                  <a:pt x="1500885" y="63500"/>
                </a:lnTo>
                <a:lnTo>
                  <a:pt x="1479041" y="50800"/>
                </a:lnTo>
                <a:close/>
              </a:path>
              <a:path w="3655059" h="3630295">
                <a:moveTo>
                  <a:pt x="1885695" y="38100"/>
                </a:moveTo>
                <a:lnTo>
                  <a:pt x="1871471" y="63500"/>
                </a:lnTo>
                <a:lnTo>
                  <a:pt x="1895982" y="76200"/>
                </a:lnTo>
                <a:lnTo>
                  <a:pt x="1910079" y="50800"/>
                </a:lnTo>
                <a:lnTo>
                  <a:pt x="1885695" y="38100"/>
                </a:lnTo>
                <a:close/>
              </a:path>
              <a:path w="3655059" h="3630295">
                <a:moveTo>
                  <a:pt x="2292603" y="25400"/>
                </a:moveTo>
                <a:lnTo>
                  <a:pt x="2278125" y="50800"/>
                </a:lnTo>
                <a:lnTo>
                  <a:pt x="2303271" y="76200"/>
                </a:lnTo>
                <a:lnTo>
                  <a:pt x="2317749" y="50800"/>
                </a:lnTo>
                <a:lnTo>
                  <a:pt x="2292603" y="25400"/>
                </a:lnTo>
                <a:close/>
              </a:path>
              <a:path w="3655059" h="3630295">
                <a:moveTo>
                  <a:pt x="2854451" y="25400"/>
                </a:moveTo>
                <a:lnTo>
                  <a:pt x="2836290" y="63500"/>
                </a:lnTo>
                <a:lnTo>
                  <a:pt x="2867659" y="76200"/>
                </a:lnTo>
                <a:lnTo>
                  <a:pt x="2885693" y="50800"/>
                </a:lnTo>
                <a:lnTo>
                  <a:pt x="2854451" y="25400"/>
                </a:lnTo>
                <a:close/>
              </a:path>
              <a:path w="3655059" h="3630295">
                <a:moveTo>
                  <a:pt x="3261740" y="25400"/>
                </a:moveTo>
                <a:lnTo>
                  <a:pt x="3244087" y="50800"/>
                </a:lnTo>
                <a:lnTo>
                  <a:pt x="3274694" y="76200"/>
                </a:lnTo>
                <a:lnTo>
                  <a:pt x="3292347" y="38100"/>
                </a:lnTo>
                <a:lnTo>
                  <a:pt x="3261740" y="25400"/>
                </a:lnTo>
                <a:close/>
              </a:path>
              <a:path w="3655059" h="3630295">
                <a:moveTo>
                  <a:pt x="365886" y="50800"/>
                </a:moveTo>
                <a:lnTo>
                  <a:pt x="355218" y="50800"/>
                </a:lnTo>
                <a:lnTo>
                  <a:pt x="349122" y="63500"/>
                </a:lnTo>
                <a:lnTo>
                  <a:pt x="359790" y="63500"/>
                </a:lnTo>
                <a:lnTo>
                  <a:pt x="365886" y="50800"/>
                </a:lnTo>
                <a:close/>
              </a:path>
              <a:path w="3655059" h="3630295">
                <a:moveTo>
                  <a:pt x="761872" y="38100"/>
                </a:moveTo>
                <a:lnTo>
                  <a:pt x="754252" y="50800"/>
                </a:lnTo>
                <a:lnTo>
                  <a:pt x="767460" y="63500"/>
                </a:lnTo>
                <a:lnTo>
                  <a:pt x="775207" y="50800"/>
                </a:lnTo>
                <a:lnTo>
                  <a:pt x="761872" y="38100"/>
                </a:lnTo>
                <a:close/>
              </a:path>
              <a:path w="3655059" h="3630295">
                <a:moveTo>
                  <a:pt x="1323720" y="38100"/>
                </a:moveTo>
                <a:lnTo>
                  <a:pt x="1312925" y="63500"/>
                </a:lnTo>
                <a:lnTo>
                  <a:pt x="1331721" y="63500"/>
                </a:lnTo>
                <a:lnTo>
                  <a:pt x="1342516" y="50800"/>
                </a:lnTo>
                <a:lnTo>
                  <a:pt x="1323720" y="38100"/>
                </a:lnTo>
                <a:close/>
              </a:path>
              <a:path w="3655059" h="3630295">
                <a:moveTo>
                  <a:pt x="1750567" y="38100"/>
                </a:moveTo>
                <a:lnTo>
                  <a:pt x="1730755" y="38100"/>
                </a:lnTo>
                <a:lnTo>
                  <a:pt x="1719198" y="50800"/>
                </a:lnTo>
                <a:lnTo>
                  <a:pt x="1739137" y="63500"/>
                </a:lnTo>
                <a:lnTo>
                  <a:pt x="1750567" y="38100"/>
                </a:lnTo>
                <a:close/>
              </a:path>
              <a:path w="3655059" h="3630295">
                <a:moveTo>
                  <a:pt x="2699892" y="25400"/>
                </a:moveTo>
                <a:lnTo>
                  <a:pt x="2685541" y="50800"/>
                </a:lnTo>
                <a:lnTo>
                  <a:pt x="2710433" y="63500"/>
                </a:lnTo>
                <a:lnTo>
                  <a:pt x="2724784" y="38100"/>
                </a:lnTo>
                <a:lnTo>
                  <a:pt x="2699892" y="25400"/>
                </a:lnTo>
                <a:close/>
              </a:path>
              <a:path w="3655059" h="3630295">
                <a:moveTo>
                  <a:pt x="616838" y="38100"/>
                </a:moveTo>
                <a:lnTo>
                  <a:pt x="606678" y="38100"/>
                </a:lnTo>
                <a:lnTo>
                  <a:pt x="600709" y="50800"/>
                </a:lnTo>
                <a:lnTo>
                  <a:pt x="610996" y="50800"/>
                </a:lnTo>
                <a:lnTo>
                  <a:pt x="616838" y="38100"/>
                </a:lnTo>
                <a:close/>
              </a:path>
              <a:path w="3655059" h="3630295">
                <a:moveTo>
                  <a:pt x="1013713" y="25400"/>
                </a:moveTo>
                <a:lnTo>
                  <a:pt x="1007490" y="38100"/>
                </a:lnTo>
                <a:lnTo>
                  <a:pt x="1018158" y="50800"/>
                </a:lnTo>
                <a:lnTo>
                  <a:pt x="1024381" y="38100"/>
                </a:lnTo>
                <a:lnTo>
                  <a:pt x="1013713" y="25400"/>
                </a:lnTo>
                <a:close/>
              </a:path>
              <a:path w="3655059" h="3630295">
                <a:moveTo>
                  <a:pt x="1183258" y="38100"/>
                </a:moveTo>
                <a:lnTo>
                  <a:pt x="1168780" y="38100"/>
                </a:lnTo>
                <a:lnTo>
                  <a:pt x="1160398" y="50800"/>
                </a:lnTo>
                <a:lnTo>
                  <a:pt x="1174876" y="50800"/>
                </a:lnTo>
                <a:lnTo>
                  <a:pt x="1183258" y="38100"/>
                </a:lnTo>
                <a:close/>
              </a:path>
              <a:path w="3655059" h="3630295">
                <a:moveTo>
                  <a:pt x="1575815" y="25400"/>
                </a:moveTo>
                <a:lnTo>
                  <a:pt x="1567179" y="38100"/>
                </a:lnTo>
                <a:lnTo>
                  <a:pt x="1582165" y="50800"/>
                </a:lnTo>
                <a:lnTo>
                  <a:pt x="1590801" y="38100"/>
                </a:lnTo>
                <a:lnTo>
                  <a:pt x="1575815" y="25400"/>
                </a:lnTo>
                <a:close/>
              </a:path>
              <a:path w="3655059" h="3630295">
                <a:moveTo>
                  <a:pt x="2137917" y="25400"/>
                </a:moveTo>
                <a:lnTo>
                  <a:pt x="2126741" y="50800"/>
                </a:lnTo>
                <a:lnTo>
                  <a:pt x="2146172" y="50800"/>
                </a:lnTo>
                <a:lnTo>
                  <a:pt x="2157475" y="38100"/>
                </a:lnTo>
                <a:lnTo>
                  <a:pt x="2137917" y="25400"/>
                </a:lnTo>
                <a:close/>
              </a:path>
              <a:path w="3655059" h="3630295">
                <a:moveTo>
                  <a:pt x="2563875" y="25400"/>
                </a:moveTo>
                <a:lnTo>
                  <a:pt x="2545333" y="25400"/>
                </a:lnTo>
                <a:lnTo>
                  <a:pt x="2534665" y="38100"/>
                </a:lnTo>
                <a:lnTo>
                  <a:pt x="2553207" y="50800"/>
                </a:lnTo>
                <a:lnTo>
                  <a:pt x="2563875" y="25400"/>
                </a:lnTo>
                <a:close/>
              </a:path>
              <a:path w="3655059" h="3630295">
                <a:moveTo>
                  <a:pt x="3107308" y="12700"/>
                </a:moveTo>
                <a:lnTo>
                  <a:pt x="3093846" y="38100"/>
                </a:lnTo>
                <a:lnTo>
                  <a:pt x="3117341" y="50800"/>
                </a:lnTo>
                <a:lnTo>
                  <a:pt x="3130803" y="38100"/>
                </a:lnTo>
                <a:lnTo>
                  <a:pt x="3107308" y="12700"/>
                </a:lnTo>
                <a:close/>
              </a:path>
              <a:path w="3655059" h="3630295">
                <a:moveTo>
                  <a:pt x="3515232" y="12700"/>
                </a:moveTo>
                <a:lnTo>
                  <a:pt x="3503421" y="38100"/>
                </a:lnTo>
                <a:lnTo>
                  <a:pt x="3523868" y="50800"/>
                </a:lnTo>
                <a:lnTo>
                  <a:pt x="3535552" y="25400"/>
                </a:lnTo>
                <a:lnTo>
                  <a:pt x="3515232" y="12700"/>
                </a:lnTo>
                <a:close/>
              </a:path>
              <a:path w="3655059" h="3630295">
                <a:moveTo>
                  <a:pt x="3654551" y="46990"/>
                </a:moveTo>
                <a:lnTo>
                  <a:pt x="3653154" y="50800"/>
                </a:lnTo>
                <a:lnTo>
                  <a:pt x="3654551" y="50800"/>
                </a:lnTo>
                <a:lnTo>
                  <a:pt x="3654551" y="46990"/>
                </a:lnTo>
                <a:close/>
              </a:path>
              <a:path w="3655059" h="3630295">
                <a:moveTo>
                  <a:pt x="451357" y="25400"/>
                </a:moveTo>
                <a:lnTo>
                  <a:pt x="447293" y="38100"/>
                </a:lnTo>
                <a:lnTo>
                  <a:pt x="458469" y="38100"/>
                </a:lnTo>
                <a:lnTo>
                  <a:pt x="451357" y="25400"/>
                </a:lnTo>
                <a:close/>
              </a:path>
              <a:path w="3655059" h="3630295">
                <a:moveTo>
                  <a:pt x="865631" y="25400"/>
                </a:moveTo>
                <a:lnTo>
                  <a:pt x="854455" y="25400"/>
                </a:lnTo>
                <a:lnTo>
                  <a:pt x="861567" y="38100"/>
                </a:lnTo>
                <a:lnTo>
                  <a:pt x="865631" y="25400"/>
                </a:lnTo>
                <a:close/>
              </a:path>
              <a:path w="3655059" h="3630295">
                <a:moveTo>
                  <a:pt x="1431543" y="25400"/>
                </a:moveTo>
                <a:lnTo>
                  <a:pt x="1414779" y="25400"/>
                </a:lnTo>
                <a:lnTo>
                  <a:pt x="1425447" y="38100"/>
                </a:lnTo>
                <a:lnTo>
                  <a:pt x="1431543" y="25400"/>
                </a:lnTo>
                <a:close/>
              </a:path>
              <a:path w="3655059" h="3630295">
                <a:moveTo>
                  <a:pt x="1997582" y="25400"/>
                </a:moveTo>
                <a:lnTo>
                  <a:pt x="1983104" y="25400"/>
                </a:lnTo>
                <a:lnTo>
                  <a:pt x="1974849" y="38100"/>
                </a:lnTo>
                <a:lnTo>
                  <a:pt x="1989200" y="38100"/>
                </a:lnTo>
                <a:lnTo>
                  <a:pt x="1997582" y="25400"/>
                </a:lnTo>
                <a:close/>
              </a:path>
              <a:path w="3655059" h="3630295">
                <a:moveTo>
                  <a:pt x="2390774" y="12700"/>
                </a:moveTo>
                <a:lnTo>
                  <a:pt x="2383408" y="25400"/>
                </a:lnTo>
                <a:lnTo>
                  <a:pt x="2395981" y="38100"/>
                </a:lnTo>
                <a:lnTo>
                  <a:pt x="2403347" y="25400"/>
                </a:lnTo>
                <a:lnTo>
                  <a:pt x="2390774" y="12700"/>
                </a:lnTo>
                <a:close/>
              </a:path>
              <a:path w="3655059" h="3630295">
                <a:moveTo>
                  <a:pt x="2952876" y="12700"/>
                </a:moveTo>
                <a:lnTo>
                  <a:pt x="2943351" y="25400"/>
                </a:lnTo>
                <a:lnTo>
                  <a:pt x="2959988" y="38100"/>
                </a:lnTo>
                <a:lnTo>
                  <a:pt x="2969513" y="25400"/>
                </a:lnTo>
                <a:lnTo>
                  <a:pt x="2952876" y="12700"/>
                </a:lnTo>
                <a:close/>
              </a:path>
              <a:path w="3655059" h="3630295">
                <a:moveTo>
                  <a:pt x="707389" y="12700"/>
                </a:moveTo>
                <a:lnTo>
                  <a:pt x="701039" y="12700"/>
                </a:lnTo>
                <a:lnTo>
                  <a:pt x="704976" y="25400"/>
                </a:lnTo>
                <a:lnTo>
                  <a:pt x="707389" y="12700"/>
                </a:lnTo>
                <a:close/>
              </a:path>
              <a:path w="3655059" h="3630295">
                <a:moveTo>
                  <a:pt x="1272285" y="12700"/>
                </a:moveTo>
                <a:lnTo>
                  <a:pt x="1265935" y="12700"/>
                </a:lnTo>
                <a:lnTo>
                  <a:pt x="1262252" y="25400"/>
                </a:lnTo>
                <a:lnTo>
                  <a:pt x="1268602" y="25400"/>
                </a:lnTo>
                <a:lnTo>
                  <a:pt x="1272285" y="12700"/>
                </a:lnTo>
                <a:close/>
              </a:path>
              <a:path w="3655059" h="3630295">
                <a:moveTo>
                  <a:pt x="1828291" y="12700"/>
                </a:moveTo>
                <a:lnTo>
                  <a:pt x="1822830" y="25400"/>
                </a:lnTo>
                <a:lnTo>
                  <a:pt x="1837816" y="25400"/>
                </a:lnTo>
                <a:lnTo>
                  <a:pt x="1828291" y="12700"/>
                </a:lnTo>
                <a:close/>
              </a:path>
              <a:path w="3655059" h="3630295">
                <a:moveTo>
                  <a:pt x="2243073" y="12700"/>
                </a:moveTo>
                <a:lnTo>
                  <a:pt x="2231897" y="12700"/>
                </a:lnTo>
                <a:lnTo>
                  <a:pt x="2239009" y="25400"/>
                </a:lnTo>
                <a:lnTo>
                  <a:pt x="2243073" y="12700"/>
                </a:lnTo>
                <a:close/>
              </a:path>
              <a:path w="3655059" h="3630295">
                <a:moveTo>
                  <a:pt x="2808604" y="12700"/>
                </a:moveTo>
                <a:lnTo>
                  <a:pt x="2798444" y="12700"/>
                </a:lnTo>
                <a:lnTo>
                  <a:pt x="2792475" y="25400"/>
                </a:lnTo>
                <a:lnTo>
                  <a:pt x="2802762" y="25400"/>
                </a:lnTo>
                <a:lnTo>
                  <a:pt x="2808604" y="12700"/>
                </a:lnTo>
                <a:close/>
              </a:path>
              <a:path w="3655059" h="3630295">
                <a:moveTo>
                  <a:pt x="3374516" y="12700"/>
                </a:moveTo>
                <a:lnTo>
                  <a:pt x="3360673" y="12700"/>
                </a:lnTo>
                <a:lnTo>
                  <a:pt x="3352799" y="25400"/>
                </a:lnTo>
                <a:lnTo>
                  <a:pt x="3366515" y="25400"/>
                </a:lnTo>
                <a:lnTo>
                  <a:pt x="3374516" y="12700"/>
                </a:lnTo>
                <a:close/>
              </a:path>
              <a:path w="3655059" h="3630295">
                <a:moveTo>
                  <a:pt x="2084196" y="0"/>
                </a:moveTo>
                <a:lnTo>
                  <a:pt x="2080894" y="0"/>
                </a:lnTo>
                <a:lnTo>
                  <a:pt x="2078989" y="12700"/>
                </a:lnTo>
                <a:lnTo>
                  <a:pt x="2082291" y="12700"/>
                </a:lnTo>
                <a:lnTo>
                  <a:pt x="2084196" y="0"/>
                </a:lnTo>
                <a:close/>
              </a:path>
              <a:path w="3655059" h="3630295">
                <a:moveTo>
                  <a:pt x="2643631" y="0"/>
                </a:moveTo>
                <a:lnTo>
                  <a:pt x="2640710" y="12700"/>
                </a:lnTo>
                <a:lnTo>
                  <a:pt x="2648584" y="12700"/>
                </a:lnTo>
                <a:lnTo>
                  <a:pt x="2643631" y="0"/>
                </a:lnTo>
                <a:close/>
              </a:path>
              <a:path w="3655059" h="3630295">
                <a:moveTo>
                  <a:pt x="3206241" y="0"/>
                </a:moveTo>
                <a:lnTo>
                  <a:pt x="3202177" y="12700"/>
                </a:lnTo>
                <a:lnTo>
                  <a:pt x="3213353" y="12700"/>
                </a:lnTo>
                <a:lnTo>
                  <a:pt x="3206241" y="0"/>
                </a:lnTo>
                <a:close/>
              </a:path>
              <a:path w="3655059" h="3630295">
                <a:moveTo>
                  <a:pt x="3618229" y="0"/>
                </a:moveTo>
                <a:lnTo>
                  <a:pt x="3611498" y="0"/>
                </a:lnTo>
                <a:lnTo>
                  <a:pt x="3615816" y="12700"/>
                </a:lnTo>
                <a:lnTo>
                  <a:pt x="3618229" y="0"/>
                </a:lnTo>
                <a:close/>
              </a:path>
              <a:path w="3655059" h="3630295">
                <a:moveTo>
                  <a:pt x="284479" y="735330"/>
                </a:moveTo>
                <a:lnTo>
                  <a:pt x="282955" y="748030"/>
                </a:lnTo>
                <a:lnTo>
                  <a:pt x="287400" y="748030"/>
                </a:lnTo>
                <a:lnTo>
                  <a:pt x="284479" y="735330"/>
                </a:lnTo>
                <a:close/>
              </a:path>
              <a:path w="3655059" h="3630295">
                <a:moveTo>
                  <a:pt x="298195" y="582930"/>
                </a:moveTo>
                <a:lnTo>
                  <a:pt x="290702" y="582930"/>
                </a:lnTo>
                <a:lnTo>
                  <a:pt x="295528" y="595630"/>
                </a:lnTo>
                <a:lnTo>
                  <a:pt x="298195" y="582930"/>
                </a:lnTo>
                <a:close/>
              </a:path>
              <a:path w="3655059" h="3630295">
                <a:moveTo>
                  <a:pt x="267715" y="481330"/>
                </a:moveTo>
                <a:lnTo>
                  <a:pt x="264413" y="494030"/>
                </a:lnTo>
                <a:lnTo>
                  <a:pt x="273430" y="494030"/>
                </a:lnTo>
                <a:lnTo>
                  <a:pt x="267715" y="481330"/>
                </a:lnTo>
                <a:close/>
              </a:path>
              <a:path w="3655059" h="3630295">
                <a:moveTo>
                  <a:pt x="248665" y="392430"/>
                </a:moveTo>
                <a:lnTo>
                  <a:pt x="238124" y="392430"/>
                </a:lnTo>
                <a:lnTo>
                  <a:pt x="244728" y="405130"/>
                </a:lnTo>
                <a:lnTo>
                  <a:pt x="248665" y="392430"/>
                </a:lnTo>
                <a:close/>
              </a:path>
              <a:path w="3655059" h="3630295">
                <a:moveTo>
                  <a:pt x="284225" y="328930"/>
                </a:moveTo>
                <a:lnTo>
                  <a:pt x="276732" y="328930"/>
                </a:lnTo>
                <a:lnTo>
                  <a:pt x="272287" y="341630"/>
                </a:lnTo>
                <a:lnTo>
                  <a:pt x="279907" y="341630"/>
                </a:lnTo>
                <a:lnTo>
                  <a:pt x="284225" y="328930"/>
                </a:lnTo>
                <a:close/>
              </a:path>
              <a:path w="3655059" h="3630295">
                <a:moveTo>
                  <a:pt x="250951" y="227330"/>
                </a:moveTo>
                <a:lnTo>
                  <a:pt x="245998" y="240030"/>
                </a:lnTo>
                <a:lnTo>
                  <a:pt x="254507" y="252730"/>
                </a:lnTo>
                <a:lnTo>
                  <a:pt x="259460" y="240030"/>
                </a:lnTo>
                <a:lnTo>
                  <a:pt x="250951" y="227330"/>
                </a:lnTo>
                <a:close/>
              </a:path>
              <a:path w="3655059" h="3630295">
                <a:moveTo>
                  <a:pt x="295274" y="176530"/>
                </a:moveTo>
                <a:lnTo>
                  <a:pt x="280034" y="176530"/>
                </a:lnTo>
                <a:lnTo>
                  <a:pt x="289686" y="189230"/>
                </a:lnTo>
                <a:lnTo>
                  <a:pt x="295274" y="176530"/>
                </a:lnTo>
                <a:close/>
              </a:path>
              <a:path w="3655059" h="3630295">
                <a:moveTo>
                  <a:pt x="259841" y="74930"/>
                </a:moveTo>
                <a:lnTo>
                  <a:pt x="253618" y="87630"/>
                </a:lnTo>
                <a:lnTo>
                  <a:pt x="270509" y="87630"/>
                </a:lnTo>
                <a:lnTo>
                  <a:pt x="259841" y="74930"/>
                </a:lnTo>
                <a:close/>
              </a:path>
              <a:path w="3655059" h="3630295">
                <a:moveTo>
                  <a:pt x="2813176" y="2921507"/>
                </a:moveTo>
                <a:lnTo>
                  <a:pt x="2812033" y="2923412"/>
                </a:lnTo>
                <a:lnTo>
                  <a:pt x="2813938" y="2924505"/>
                </a:lnTo>
                <a:lnTo>
                  <a:pt x="2815081" y="2922600"/>
                </a:lnTo>
                <a:lnTo>
                  <a:pt x="2813176" y="2921507"/>
                </a:lnTo>
                <a:close/>
              </a:path>
              <a:path w="3655059" h="3630295">
                <a:moveTo>
                  <a:pt x="2847847" y="2860243"/>
                </a:moveTo>
                <a:lnTo>
                  <a:pt x="2846196" y="2863087"/>
                </a:lnTo>
                <a:lnTo>
                  <a:pt x="2849117" y="2864738"/>
                </a:lnTo>
                <a:lnTo>
                  <a:pt x="2850768" y="2861881"/>
                </a:lnTo>
                <a:lnTo>
                  <a:pt x="2847847" y="2860243"/>
                </a:lnTo>
                <a:close/>
              </a:path>
              <a:path w="3655059" h="3630295">
                <a:moveTo>
                  <a:pt x="2882518" y="2798787"/>
                </a:moveTo>
                <a:lnTo>
                  <a:pt x="2880232" y="2802826"/>
                </a:lnTo>
                <a:lnTo>
                  <a:pt x="2884296" y="2805150"/>
                </a:lnTo>
                <a:lnTo>
                  <a:pt x="2886582" y="2801124"/>
                </a:lnTo>
                <a:lnTo>
                  <a:pt x="2882518" y="2798787"/>
                </a:lnTo>
                <a:close/>
              </a:path>
              <a:path w="3655059" h="3630295">
                <a:moveTo>
                  <a:pt x="2917316" y="2737523"/>
                </a:moveTo>
                <a:lnTo>
                  <a:pt x="2914395" y="2742501"/>
                </a:lnTo>
                <a:lnTo>
                  <a:pt x="2919348" y="2745384"/>
                </a:lnTo>
                <a:lnTo>
                  <a:pt x="2922269" y="2740405"/>
                </a:lnTo>
                <a:lnTo>
                  <a:pt x="2917316" y="2737523"/>
                </a:lnTo>
                <a:close/>
              </a:path>
              <a:path w="3655059" h="3630295">
                <a:moveTo>
                  <a:pt x="2951987" y="2676067"/>
                </a:moveTo>
                <a:lnTo>
                  <a:pt x="2948431" y="2682239"/>
                </a:lnTo>
                <a:lnTo>
                  <a:pt x="2954527" y="2685808"/>
                </a:lnTo>
                <a:lnTo>
                  <a:pt x="2958083" y="2679636"/>
                </a:lnTo>
                <a:lnTo>
                  <a:pt x="2951987" y="2676067"/>
                </a:lnTo>
                <a:close/>
              </a:path>
              <a:path w="3655059" h="3630295">
                <a:moveTo>
                  <a:pt x="2986658" y="2614802"/>
                </a:moveTo>
                <a:lnTo>
                  <a:pt x="2982594" y="2621927"/>
                </a:lnTo>
                <a:lnTo>
                  <a:pt x="2989706" y="2626029"/>
                </a:lnTo>
                <a:lnTo>
                  <a:pt x="2993770" y="2618917"/>
                </a:lnTo>
                <a:lnTo>
                  <a:pt x="2986658" y="2614802"/>
                </a:lnTo>
                <a:close/>
              </a:path>
              <a:path w="3655059" h="3630295">
                <a:moveTo>
                  <a:pt x="3021329" y="2553347"/>
                </a:moveTo>
                <a:lnTo>
                  <a:pt x="3016503" y="2561653"/>
                </a:lnTo>
                <a:lnTo>
                  <a:pt x="3024885" y="2566454"/>
                </a:lnTo>
                <a:lnTo>
                  <a:pt x="3029711" y="2558148"/>
                </a:lnTo>
                <a:lnTo>
                  <a:pt x="3021329" y="2553347"/>
                </a:lnTo>
                <a:close/>
              </a:path>
              <a:path w="3655059" h="3630295">
                <a:moveTo>
                  <a:pt x="3056000" y="2491892"/>
                </a:moveTo>
                <a:lnTo>
                  <a:pt x="3050539" y="2501391"/>
                </a:lnTo>
                <a:lnTo>
                  <a:pt x="3060064" y="2506878"/>
                </a:lnTo>
                <a:lnTo>
                  <a:pt x="3065525" y="2497378"/>
                </a:lnTo>
                <a:lnTo>
                  <a:pt x="3056000" y="2491892"/>
                </a:lnTo>
                <a:close/>
              </a:path>
              <a:path w="3655059" h="3630295">
                <a:moveTo>
                  <a:pt x="2752724" y="2886760"/>
                </a:moveTo>
                <a:lnTo>
                  <a:pt x="2751835" y="2888424"/>
                </a:lnTo>
                <a:lnTo>
                  <a:pt x="2753486" y="2889376"/>
                </a:lnTo>
                <a:lnTo>
                  <a:pt x="2754375" y="2887713"/>
                </a:lnTo>
                <a:lnTo>
                  <a:pt x="2752724" y="2886760"/>
                </a:lnTo>
                <a:close/>
              </a:path>
              <a:path w="3655059" h="3630295">
                <a:moveTo>
                  <a:pt x="2787522" y="2825483"/>
                </a:moveTo>
                <a:lnTo>
                  <a:pt x="2785998" y="2828099"/>
                </a:lnTo>
                <a:lnTo>
                  <a:pt x="2788538" y="2829610"/>
                </a:lnTo>
                <a:lnTo>
                  <a:pt x="2790062" y="2826994"/>
                </a:lnTo>
                <a:lnTo>
                  <a:pt x="2787522" y="2825483"/>
                </a:lnTo>
                <a:close/>
              </a:path>
              <a:path w="3655059" h="3630295">
                <a:moveTo>
                  <a:pt x="2822193" y="2764040"/>
                </a:moveTo>
                <a:lnTo>
                  <a:pt x="2819907" y="2767837"/>
                </a:lnTo>
                <a:lnTo>
                  <a:pt x="2823717" y="2770022"/>
                </a:lnTo>
                <a:lnTo>
                  <a:pt x="2825876" y="2766225"/>
                </a:lnTo>
                <a:lnTo>
                  <a:pt x="2822193" y="2764040"/>
                </a:lnTo>
                <a:close/>
              </a:path>
              <a:path w="3655059" h="3630295">
                <a:moveTo>
                  <a:pt x="2856864" y="2702585"/>
                </a:moveTo>
                <a:lnTo>
                  <a:pt x="2853943" y="2707563"/>
                </a:lnTo>
                <a:lnTo>
                  <a:pt x="2858896" y="2710446"/>
                </a:lnTo>
                <a:lnTo>
                  <a:pt x="2861817" y="2705455"/>
                </a:lnTo>
                <a:lnTo>
                  <a:pt x="2856864" y="2702585"/>
                </a:lnTo>
                <a:close/>
              </a:path>
              <a:path w="3655059" h="3630295">
                <a:moveTo>
                  <a:pt x="2891535" y="2641320"/>
                </a:moveTo>
                <a:lnTo>
                  <a:pt x="2888106" y="2647251"/>
                </a:lnTo>
                <a:lnTo>
                  <a:pt x="2894075" y="2650680"/>
                </a:lnTo>
                <a:lnTo>
                  <a:pt x="2897504" y="2644736"/>
                </a:lnTo>
                <a:lnTo>
                  <a:pt x="2891535" y="2641320"/>
                </a:lnTo>
                <a:close/>
              </a:path>
              <a:path w="3655059" h="3630295">
                <a:moveTo>
                  <a:pt x="2926206" y="2579865"/>
                </a:moveTo>
                <a:lnTo>
                  <a:pt x="2922142" y="2586977"/>
                </a:lnTo>
                <a:lnTo>
                  <a:pt x="2929254" y="2591092"/>
                </a:lnTo>
                <a:lnTo>
                  <a:pt x="2933318" y="2583980"/>
                </a:lnTo>
                <a:lnTo>
                  <a:pt x="2926206" y="2579865"/>
                </a:lnTo>
                <a:close/>
              </a:path>
              <a:path w="3655059" h="3630295">
                <a:moveTo>
                  <a:pt x="2960877" y="2518600"/>
                </a:moveTo>
                <a:lnTo>
                  <a:pt x="2956305" y="2526664"/>
                </a:lnTo>
                <a:lnTo>
                  <a:pt x="2964306" y="2531325"/>
                </a:lnTo>
                <a:lnTo>
                  <a:pt x="2969005" y="2523261"/>
                </a:lnTo>
                <a:lnTo>
                  <a:pt x="2960877" y="2518600"/>
                </a:lnTo>
                <a:close/>
              </a:path>
              <a:path w="3655059" h="3630295">
                <a:moveTo>
                  <a:pt x="2692272" y="2852000"/>
                </a:moveTo>
                <a:lnTo>
                  <a:pt x="2691510" y="2853423"/>
                </a:lnTo>
                <a:lnTo>
                  <a:pt x="2692907" y="2854248"/>
                </a:lnTo>
                <a:lnTo>
                  <a:pt x="2693796" y="2852826"/>
                </a:lnTo>
                <a:lnTo>
                  <a:pt x="2692272" y="2852000"/>
                </a:lnTo>
                <a:close/>
              </a:path>
              <a:path w="3655059" h="3630295">
                <a:moveTo>
                  <a:pt x="2726943" y="2790545"/>
                </a:moveTo>
                <a:lnTo>
                  <a:pt x="2725419" y="2793161"/>
                </a:lnTo>
                <a:lnTo>
                  <a:pt x="2728086" y="2794673"/>
                </a:lnTo>
                <a:lnTo>
                  <a:pt x="2729610" y="2792056"/>
                </a:lnTo>
                <a:lnTo>
                  <a:pt x="2726943" y="2790545"/>
                </a:lnTo>
                <a:close/>
              </a:path>
              <a:path w="3655059" h="3630295">
                <a:moveTo>
                  <a:pt x="2761614" y="2729102"/>
                </a:moveTo>
                <a:lnTo>
                  <a:pt x="2759455" y="2732887"/>
                </a:lnTo>
                <a:lnTo>
                  <a:pt x="2763265" y="2735084"/>
                </a:lnTo>
                <a:lnTo>
                  <a:pt x="2765424" y="2731287"/>
                </a:lnTo>
                <a:lnTo>
                  <a:pt x="2761614" y="2729102"/>
                </a:lnTo>
                <a:close/>
              </a:path>
              <a:path w="3655059" h="3630295">
                <a:moveTo>
                  <a:pt x="2796412" y="2667825"/>
                </a:moveTo>
                <a:lnTo>
                  <a:pt x="2793618" y="2672575"/>
                </a:lnTo>
                <a:lnTo>
                  <a:pt x="2798317" y="2675318"/>
                </a:lnTo>
                <a:lnTo>
                  <a:pt x="2801111" y="2670568"/>
                </a:lnTo>
                <a:lnTo>
                  <a:pt x="2796412" y="2667825"/>
                </a:lnTo>
                <a:close/>
              </a:path>
              <a:path w="3655059" h="3630295">
                <a:moveTo>
                  <a:pt x="2831083" y="2606560"/>
                </a:moveTo>
                <a:lnTo>
                  <a:pt x="2827781" y="2612262"/>
                </a:lnTo>
                <a:lnTo>
                  <a:pt x="2833496" y="2615552"/>
                </a:lnTo>
                <a:lnTo>
                  <a:pt x="2836798" y="2609849"/>
                </a:lnTo>
                <a:lnTo>
                  <a:pt x="2831083" y="2606560"/>
                </a:lnTo>
                <a:close/>
              </a:path>
              <a:path w="3655059" h="3630295">
                <a:moveTo>
                  <a:pt x="2865754" y="2545118"/>
                </a:moveTo>
                <a:lnTo>
                  <a:pt x="2861817" y="2551988"/>
                </a:lnTo>
                <a:lnTo>
                  <a:pt x="2868675" y="2555963"/>
                </a:lnTo>
                <a:lnTo>
                  <a:pt x="2872612" y="2549080"/>
                </a:lnTo>
                <a:lnTo>
                  <a:pt x="2865754" y="2545118"/>
                </a:lnTo>
                <a:close/>
              </a:path>
              <a:path w="3655059" h="3630295">
                <a:moveTo>
                  <a:pt x="2900425" y="2483840"/>
                </a:moveTo>
                <a:lnTo>
                  <a:pt x="2895980" y="2491676"/>
                </a:lnTo>
                <a:lnTo>
                  <a:pt x="2903854" y="2496197"/>
                </a:lnTo>
                <a:lnTo>
                  <a:pt x="2908299" y="2488361"/>
                </a:lnTo>
                <a:lnTo>
                  <a:pt x="2900425" y="2483840"/>
                </a:lnTo>
                <a:close/>
              </a:path>
              <a:path w="3655059" h="3630295">
                <a:moveTo>
                  <a:pt x="2631820" y="2817063"/>
                </a:moveTo>
                <a:lnTo>
                  <a:pt x="2631058" y="2818485"/>
                </a:lnTo>
                <a:lnTo>
                  <a:pt x="2632455" y="2819311"/>
                </a:lnTo>
                <a:lnTo>
                  <a:pt x="2633217" y="2817888"/>
                </a:lnTo>
                <a:lnTo>
                  <a:pt x="2631820" y="2817063"/>
                </a:lnTo>
                <a:close/>
              </a:path>
              <a:path w="3655059" h="3630295">
                <a:moveTo>
                  <a:pt x="2666491" y="2755798"/>
                </a:moveTo>
                <a:lnTo>
                  <a:pt x="2665221" y="2758173"/>
                </a:lnTo>
                <a:lnTo>
                  <a:pt x="2667507" y="2759544"/>
                </a:lnTo>
                <a:lnTo>
                  <a:pt x="2668904" y="2757169"/>
                </a:lnTo>
                <a:lnTo>
                  <a:pt x="2666491" y="2755798"/>
                </a:lnTo>
                <a:close/>
              </a:path>
              <a:path w="3655059" h="3630295">
                <a:moveTo>
                  <a:pt x="2701162" y="2694343"/>
                </a:moveTo>
                <a:lnTo>
                  <a:pt x="2699130" y="2697899"/>
                </a:lnTo>
                <a:lnTo>
                  <a:pt x="2702686" y="2699956"/>
                </a:lnTo>
                <a:lnTo>
                  <a:pt x="2704718" y="2696400"/>
                </a:lnTo>
                <a:lnTo>
                  <a:pt x="2701162" y="2694343"/>
                </a:lnTo>
                <a:close/>
              </a:path>
              <a:path w="3655059" h="3630295">
                <a:moveTo>
                  <a:pt x="2735960" y="2633078"/>
                </a:moveTo>
                <a:lnTo>
                  <a:pt x="2733293" y="2637586"/>
                </a:lnTo>
                <a:lnTo>
                  <a:pt x="2737865" y="2640190"/>
                </a:lnTo>
                <a:lnTo>
                  <a:pt x="2740405" y="2635681"/>
                </a:lnTo>
                <a:lnTo>
                  <a:pt x="2735960" y="2633078"/>
                </a:lnTo>
                <a:close/>
              </a:path>
              <a:path w="3655059" h="3630295">
                <a:moveTo>
                  <a:pt x="2770631" y="2571622"/>
                </a:moveTo>
                <a:lnTo>
                  <a:pt x="2767329" y="2577312"/>
                </a:lnTo>
                <a:lnTo>
                  <a:pt x="2773044" y="2580601"/>
                </a:lnTo>
                <a:lnTo>
                  <a:pt x="2776346" y="2574912"/>
                </a:lnTo>
                <a:lnTo>
                  <a:pt x="2770631" y="2571622"/>
                </a:lnTo>
                <a:close/>
              </a:path>
              <a:path w="3655059" h="3630295">
                <a:moveTo>
                  <a:pt x="2805302" y="2510358"/>
                </a:moveTo>
                <a:lnTo>
                  <a:pt x="2801492" y="2517000"/>
                </a:lnTo>
                <a:lnTo>
                  <a:pt x="2808096" y="2520835"/>
                </a:lnTo>
                <a:lnTo>
                  <a:pt x="2812033" y="2514193"/>
                </a:lnTo>
                <a:lnTo>
                  <a:pt x="2805302" y="2510358"/>
                </a:lnTo>
                <a:close/>
              </a:path>
              <a:path w="3655059" h="3630295">
                <a:moveTo>
                  <a:pt x="2572638" y="2782989"/>
                </a:moveTo>
                <a:lnTo>
                  <a:pt x="2571004" y="2782989"/>
                </a:lnTo>
                <a:lnTo>
                  <a:pt x="2570733" y="2783497"/>
                </a:lnTo>
                <a:lnTo>
                  <a:pt x="2572314" y="2783497"/>
                </a:lnTo>
                <a:lnTo>
                  <a:pt x="2572638" y="2782989"/>
                </a:lnTo>
                <a:close/>
              </a:path>
              <a:path w="3655059" h="3630295">
                <a:moveTo>
                  <a:pt x="2606166" y="2721038"/>
                </a:moveTo>
                <a:lnTo>
                  <a:pt x="2604896" y="2723184"/>
                </a:lnTo>
                <a:lnTo>
                  <a:pt x="2607055" y="2724403"/>
                </a:lnTo>
                <a:lnTo>
                  <a:pt x="2608198" y="2722283"/>
                </a:lnTo>
                <a:lnTo>
                  <a:pt x="2606166" y="2721038"/>
                </a:lnTo>
                <a:close/>
              </a:path>
              <a:path w="3655059" h="3630295">
                <a:moveTo>
                  <a:pt x="2640837" y="2659595"/>
                </a:moveTo>
                <a:lnTo>
                  <a:pt x="2638932" y="2662910"/>
                </a:lnTo>
                <a:lnTo>
                  <a:pt x="2642234" y="2664828"/>
                </a:lnTo>
                <a:lnTo>
                  <a:pt x="2644139" y="2661513"/>
                </a:lnTo>
                <a:lnTo>
                  <a:pt x="2640837" y="2659595"/>
                </a:lnTo>
                <a:close/>
              </a:path>
              <a:path w="3655059" h="3630295">
                <a:moveTo>
                  <a:pt x="2675508" y="2598140"/>
                </a:moveTo>
                <a:lnTo>
                  <a:pt x="2672841" y="2602649"/>
                </a:lnTo>
                <a:lnTo>
                  <a:pt x="2677413" y="2605252"/>
                </a:lnTo>
                <a:lnTo>
                  <a:pt x="2679953" y="2600744"/>
                </a:lnTo>
                <a:lnTo>
                  <a:pt x="2675508" y="2598140"/>
                </a:lnTo>
                <a:close/>
              </a:path>
              <a:path w="3655059" h="3630295">
                <a:moveTo>
                  <a:pt x="2710179" y="2536875"/>
                </a:moveTo>
                <a:lnTo>
                  <a:pt x="2707004" y="2542324"/>
                </a:lnTo>
                <a:lnTo>
                  <a:pt x="2712465" y="2545473"/>
                </a:lnTo>
                <a:lnTo>
                  <a:pt x="2715640" y="2540025"/>
                </a:lnTo>
                <a:lnTo>
                  <a:pt x="2710179" y="2536875"/>
                </a:lnTo>
                <a:close/>
              </a:path>
              <a:path w="3655059" h="3630295">
                <a:moveTo>
                  <a:pt x="2744850" y="2475420"/>
                </a:moveTo>
                <a:lnTo>
                  <a:pt x="2741040" y="2482062"/>
                </a:lnTo>
                <a:lnTo>
                  <a:pt x="2747644" y="2485897"/>
                </a:lnTo>
                <a:lnTo>
                  <a:pt x="2751454" y="2479255"/>
                </a:lnTo>
                <a:lnTo>
                  <a:pt x="2744850" y="2475420"/>
                </a:lnTo>
                <a:close/>
              </a:path>
              <a:path w="3655059" h="3630295">
                <a:moveTo>
                  <a:pt x="2545714" y="2686291"/>
                </a:moveTo>
                <a:lnTo>
                  <a:pt x="2544571" y="2688196"/>
                </a:lnTo>
                <a:lnTo>
                  <a:pt x="2546476" y="2689275"/>
                </a:lnTo>
                <a:lnTo>
                  <a:pt x="2547619" y="2687383"/>
                </a:lnTo>
                <a:lnTo>
                  <a:pt x="2545714" y="2686291"/>
                </a:lnTo>
                <a:close/>
              </a:path>
              <a:path w="3655059" h="3630295">
                <a:moveTo>
                  <a:pt x="2580385" y="2624835"/>
                </a:moveTo>
                <a:lnTo>
                  <a:pt x="2578607" y="2627922"/>
                </a:lnTo>
                <a:lnTo>
                  <a:pt x="2581655" y="2629700"/>
                </a:lnTo>
                <a:lnTo>
                  <a:pt x="2583433" y="2626613"/>
                </a:lnTo>
                <a:lnTo>
                  <a:pt x="2580385" y="2624835"/>
                </a:lnTo>
                <a:close/>
              </a:path>
              <a:path w="3655059" h="3630295">
                <a:moveTo>
                  <a:pt x="2615056" y="2563380"/>
                </a:moveTo>
                <a:lnTo>
                  <a:pt x="2612516" y="2567660"/>
                </a:lnTo>
                <a:lnTo>
                  <a:pt x="2616834" y="2570124"/>
                </a:lnTo>
                <a:lnTo>
                  <a:pt x="2619247" y="2565844"/>
                </a:lnTo>
                <a:lnTo>
                  <a:pt x="2615056" y="2563380"/>
                </a:lnTo>
                <a:close/>
              </a:path>
              <a:path w="3655059" h="3630295">
                <a:moveTo>
                  <a:pt x="2649727" y="2502115"/>
                </a:moveTo>
                <a:lnTo>
                  <a:pt x="2646679" y="2507335"/>
                </a:lnTo>
                <a:lnTo>
                  <a:pt x="2652013" y="2510345"/>
                </a:lnTo>
                <a:lnTo>
                  <a:pt x="2654934" y="2505138"/>
                </a:lnTo>
                <a:lnTo>
                  <a:pt x="2649727" y="2502115"/>
                </a:lnTo>
                <a:close/>
              </a:path>
              <a:path w="3655059" h="3630295">
                <a:moveTo>
                  <a:pt x="2485262" y="2651544"/>
                </a:moveTo>
                <a:lnTo>
                  <a:pt x="2484246" y="2653195"/>
                </a:lnTo>
                <a:lnTo>
                  <a:pt x="2485897" y="2654160"/>
                </a:lnTo>
                <a:lnTo>
                  <a:pt x="2486913" y="2652496"/>
                </a:lnTo>
                <a:lnTo>
                  <a:pt x="2485262" y="2651544"/>
                </a:lnTo>
                <a:close/>
              </a:path>
              <a:path w="3655059" h="3630295">
                <a:moveTo>
                  <a:pt x="2519933" y="2590088"/>
                </a:moveTo>
                <a:lnTo>
                  <a:pt x="2518282" y="2592933"/>
                </a:lnTo>
                <a:lnTo>
                  <a:pt x="2521076" y="2594571"/>
                </a:lnTo>
                <a:lnTo>
                  <a:pt x="2522727" y="2591727"/>
                </a:lnTo>
                <a:lnTo>
                  <a:pt x="2519933" y="2590088"/>
                </a:lnTo>
                <a:close/>
              </a:path>
              <a:path w="3655059" h="3630295">
                <a:moveTo>
                  <a:pt x="2554604" y="2528633"/>
                </a:moveTo>
                <a:lnTo>
                  <a:pt x="2552318" y="2532659"/>
                </a:lnTo>
                <a:lnTo>
                  <a:pt x="2556255" y="2534996"/>
                </a:lnTo>
                <a:lnTo>
                  <a:pt x="2558668" y="2530957"/>
                </a:lnTo>
                <a:lnTo>
                  <a:pt x="2554604" y="2528633"/>
                </a:lnTo>
                <a:close/>
              </a:path>
              <a:path w="3655059" h="3630295">
                <a:moveTo>
                  <a:pt x="2424810" y="2616593"/>
                </a:moveTo>
                <a:lnTo>
                  <a:pt x="2423794" y="2618257"/>
                </a:lnTo>
                <a:lnTo>
                  <a:pt x="2425445" y="2619222"/>
                </a:lnTo>
                <a:lnTo>
                  <a:pt x="2426461" y="2617558"/>
                </a:lnTo>
                <a:lnTo>
                  <a:pt x="2424810" y="2616593"/>
                </a:lnTo>
                <a:close/>
              </a:path>
              <a:path w="3655059" h="3630295">
                <a:moveTo>
                  <a:pt x="2459481" y="2555328"/>
                </a:moveTo>
                <a:lnTo>
                  <a:pt x="2457957" y="2557945"/>
                </a:lnTo>
                <a:lnTo>
                  <a:pt x="2460624" y="2559443"/>
                </a:lnTo>
                <a:lnTo>
                  <a:pt x="2462148" y="2556840"/>
                </a:lnTo>
                <a:lnTo>
                  <a:pt x="2459481" y="2555328"/>
                </a:lnTo>
                <a:close/>
              </a:path>
              <a:path w="3655059" h="3630295">
                <a:moveTo>
                  <a:pt x="2494152" y="2493873"/>
                </a:moveTo>
                <a:lnTo>
                  <a:pt x="2491993" y="2497670"/>
                </a:lnTo>
                <a:lnTo>
                  <a:pt x="2495803" y="2499867"/>
                </a:lnTo>
                <a:lnTo>
                  <a:pt x="2497962" y="2496070"/>
                </a:lnTo>
                <a:lnTo>
                  <a:pt x="2494152" y="2493873"/>
                </a:lnTo>
                <a:close/>
              </a:path>
              <a:path w="3655059" h="3630295">
                <a:moveTo>
                  <a:pt x="2364358" y="2581846"/>
                </a:moveTo>
                <a:lnTo>
                  <a:pt x="2363469" y="2583268"/>
                </a:lnTo>
                <a:lnTo>
                  <a:pt x="2364993" y="2584094"/>
                </a:lnTo>
                <a:lnTo>
                  <a:pt x="2365755" y="2582671"/>
                </a:lnTo>
                <a:lnTo>
                  <a:pt x="2364358" y="2581846"/>
                </a:lnTo>
                <a:close/>
              </a:path>
              <a:path w="3655059" h="3630295">
                <a:moveTo>
                  <a:pt x="2399029" y="2520581"/>
                </a:moveTo>
                <a:lnTo>
                  <a:pt x="2397632" y="2522956"/>
                </a:lnTo>
                <a:lnTo>
                  <a:pt x="2400045" y="2524315"/>
                </a:lnTo>
                <a:lnTo>
                  <a:pt x="2401442" y="2521953"/>
                </a:lnTo>
                <a:lnTo>
                  <a:pt x="2399029" y="2520581"/>
                </a:lnTo>
                <a:close/>
              </a:path>
              <a:path w="3655059" h="3630295">
                <a:moveTo>
                  <a:pt x="2305049" y="2547772"/>
                </a:moveTo>
                <a:lnTo>
                  <a:pt x="2303542" y="2547772"/>
                </a:lnTo>
                <a:lnTo>
                  <a:pt x="2303271" y="2548280"/>
                </a:lnTo>
                <a:lnTo>
                  <a:pt x="2304779" y="2548280"/>
                </a:lnTo>
                <a:lnTo>
                  <a:pt x="2305049" y="2547772"/>
                </a:lnTo>
                <a:close/>
              </a:path>
              <a:path w="3655059" h="3630295">
                <a:moveTo>
                  <a:pt x="2338577" y="2485643"/>
                </a:moveTo>
                <a:lnTo>
                  <a:pt x="2337180" y="2488006"/>
                </a:lnTo>
                <a:lnTo>
                  <a:pt x="2339593" y="2489377"/>
                </a:lnTo>
                <a:lnTo>
                  <a:pt x="2340990" y="2487015"/>
                </a:lnTo>
                <a:lnTo>
                  <a:pt x="2338577" y="2485643"/>
                </a:lnTo>
                <a:close/>
              </a:path>
              <a:path w="3655059" h="3630295">
                <a:moveTo>
                  <a:pt x="2244597" y="2512834"/>
                </a:moveTo>
                <a:lnTo>
                  <a:pt x="2243017" y="2512834"/>
                </a:lnTo>
                <a:lnTo>
                  <a:pt x="2242692" y="2513342"/>
                </a:lnTo>
                <a:lnTo>
                  <a:pt x="2244324" y="2513342"/>
                </a:lnTo>
                <a:lnTo>
                  <a:pt x="2244597" y="2512834"/>
                </a:lnTo>
                <a:close/>
              </a:path>
              <a:path w="3655059" h="3630295">
                <a:moveTo>
                  <a:pt x="189356" y="760450"/>
                </a:moveTo>
                <a:lnTo>
                  <a:pt x="188467" y="762101"/>
                </a:lnTo>
                <a:lnTo>
                  <a:pt x="190118" y="763066"/>
                </a:lnTo>
                <a:lnTo>
                  <a:pt x="191007" y="761403"/>
                </a:lnTo>
                <a:lnTo>
                  <a:pt x="189356" y="760450"/>
                </a:lnTo>
                <a:close/>
              </a:path>
              <a:path w="3655059" h="3630295">
                <a:moveTo>
                  <a:pt x="224154" y="699173"/>
                </a:moveTo>
                <a:lnTo>
                  <a:pt x="222630" y="701789"/>
                </a:lnTo>
                <a:lnTo>
                  <a:pt x="225170" y="703300"/>
                </a:lnTo>
                <a:lnTo>
                  <a:pt x="226694" y="700684"/>
                </a:lnTo>
                <a:lnTo>
                  <a:pt x="224154" y="699173"/>
                </a:lnTo>
                <a:close/>
              </a:path>
              <a:path w="3655059" h="3630295">
                <a:moveTo>
                  <a:pt x="128904" y="725690"/>
                </a:moveTo>
                <a:lnTo>
                  <a:pt x="128142" y="727113"/>
                </a:lnTo>
                <a:lnTo>
                  <a:pt x="129539" y="727938"/>
                </a:lnTo>
                <a:lnTo>
                  <a:pt x="130428" y="726516"/>
                </a:lnTo>
                <a:lnTo>
                  <a:pt x="128904" y="725690"/>
                </a:lnTo>
                <a:close/>
              </a:path>
              <a:path w="3655059" h="3630295">
                <a:moveTo>
                  <a:pt x="163702" y="664425"/>
                </a:moveTo>
                <a:lnTo>
                  <a:pt x="162305" y="666800"/>
                </a:lnTo>
                <a:lnTo>
                  <a:pt x="164718" y="668172"/>
                </a:lnTo>
                <a:lnTo>
                  <a:pt x="165988" y="665797"/>
                </a:lnTo>
                <a:lnTo>
                  <a:pt x="163702" y="664425"/>
                </a:lnTo>
                <a:close/>
              </a:path>
              <a:path w="3655059" h="3630295">
                <a:moveTo>
                  <a:pt x="198373" y="602970"/>
                </a:moveTo>
                <a:lnTo>
                  <a:pt x="196341" y="606539"/>
                </a:lnTo>
                <a:lnTo>
                  <a:pt x="199897" y="608584"/>
                </a:lnTo>
                <a:lnTo>
                  <a:pt x="201929" y="605028"/>
                </a:lnTo>
                <a:lnTo>
                  <a:pt x="198373" y="602970"/>
                </a:lnTo>
                <a:close/>
              </a:path>
              <a:path w="3655059" h="3630295">
                <a:moveTo>
                  <a:pt x="233044" y="541528"/>
                </a:moveTo>
                <a:lnTo>
                  <a:pt x="230250" y="546265"/>
                </a:lnTo>
                <a:lnTo>
                  <a:pt x="235076" y="549008"/>
                </a:lnTo>
                <a:lnTo>
                  <a:pt x="237743" y="544258"/>
                </a:lnTo>
                <a:lnTo>
                  <a:pt x="233044" y="541528"/>
                </a:lnTo>
                <a:close/>
              </a:path>
              <a:path w="3655059" h="3630295">
                <a:moveTo>
                  <a:pt x="69722" y="691629"/>
                </a:moveTo>
                <a:lnTo>
                  <a:pt x="68137" y="691629"/>
                </a:lnTo>
                <a:lnTo>
                  <a:pt x="67817" y="692124"/>
                </a:lnTo>
                <a:lnTo>
                  <a:pt x="69456" y="692124"/>
                </a:lnTo>
                <a:lnTo>
                  <a:pt x="69722" y="691629"/>
                </a:lnTo>
                <a:close/>
              </a:path>
              <a:path w="3655059" h="3630295">
                <a:moveTo>
                  <a:pt x="103250" y="629678"/>
                </a:moveTo>
                <a:lnTo>
                  <a:pt x="101980" y="631812"/>
                </a:lnTo>
                <a:lnTo>
                  <a:pt x="104139" y="633044"/>
                </a:lnTo>
                <a:lnTo>
                  <a:pt x="105409" y="630910"/>
                </a:lnTo>
                <a:lnTo>
                  <a:pt x="103250" y="629678"/>
                </a:lnTo>
                <a:close/>
              </a:path>
              <a:path w="3655059" h="3630295">
                <a:moveTo>
                  <a:pt x="137921" y="568223"/>
                </a:moveTo>
                <a:lnTo>
                  <a:pt x="136016" y="571550"/>
                </a:lnTo>
                <a:lnTo>
                  <a:pt x="139318" y="573468"/>
                </a:lnTo>
                <a:lnTo>
                  <a:pt x="141223" y="570141"/>
                </a:lnTo>
                <a:lnTo>
                  <a:pt x="137921" y="568223"/>
                </a:lnTo>
                <a:close/>
              </a:path>
              <a:path w="3655059" h="3630295">
                <a:moveTo>
                  <a:pt x="172592" y="506768"/>
                </a:moveTo>
                <a:lnTo>
                  <a:pt x="169925" y="511276"/>
                </a:lnTo>
                <a:lnTo>
                  <a:pt x="174497" y="513880"/>
                </a:lnTo>
                <a:lnTo>
                  <a:pt x="177037" y="509371"/>
                </a:lnTo>
                <a:lnTo>
                  <a:pt x="172592" y="506768"/>
                </a:lnTo>
                <a:close/>
              </a:path>
              <a:path w="3655059" h="3630295">
                <a:moveTo>
                  <a:pt x="207263" y="445503"/>
                </a:moveTo>
                <a:lnTo>
                  <a:pt x="204088" y="450964"/>
                </a:lnTo>
                <a:lnTo>
                  <a:pt x="209549" y="454113"/>
                </a:lnTo>
                <a:lnTo>
                  <a:pt x="212724" y="448652"/>
                </a:lnTo>
                <a:lnTo>
                  <a:pt x="207263" y="445503"/>
                </a:lnTo>
                <a:close/>
              </a:path>
              <a:path w="3655059" h="3630295">
                <a:moveTo>
                  <a:pt x="42798" y="594918"/>
                </a:moveTo>
                <a:lnTo>
                  <a:pt x="41655" y="596823"/>
                </a:lnTo>
                <a:lnTo>
                  <a:pt x="43560" y="597916"/>
                </a:lnTo>
                <a:lnTo>
                  <a:pt x="44703" y="596023"/>
                </a:lnTo>
                <a:lnTo>
                  <a:pt x="42798" y="594918"/>
                </a:lnTo>
                <a:close/>
              </a:path>
              <a:path w="3655059" h="3630295">
                <a:moveTo>
                  <a:pt x="77469" y="533463"/>
                </a:moveTo>
                <a:lnTo>
                  <a:pt x="75691" y="536549"/>
                </a:lnTo>
                <a:lnTo>
                  <a:pt x="78739" y="538340"/>
                </a:lnTo>
                <a:lnTo>
                  <a:pt x="80517" y="535254"/>
                </a:lnTo>
                <a:lnTo>
                  <a:pt x="77469" y="533463"/>
                </a:lnTo>
                <a:close/>
              </a:path>
              <a:path w="3655059" h="3630295">
                <a:moveTo>
                  <a:pt x="112140" y="472020"/>
                </a:moveTo>
                <a:lnTo>
                  <a:pt x="109727" y="476288"/>
                </a:lnTo>
                <a:lnTo>
                  <a:pt x="113918" y="478751"/>
                </a:lnTo>
                <a:lnTo>
                  <a:pt x="116458" y="474484"/>
                </a:lnTo>
                <a:lnTo>
                  <a:pt x="112140" y="472020"/>
                </a:lnTo>
                <a:close/>
              </a:path>
              <a:path w="3655059" h="3630295">
                <a:moveTo>
                  <a:pt x="146811" y="410743"/>
                </a:moveTo>
                <a:lnTo>
                  <a:pt x="143890" y="415975"/>
                </a:lnTo>
                <a:lnTo>
                  <a:pt x="149097" y="418985"/>
                </a:lnTo>
                <a:lnTo>
                  <a:pt x="152145" y="413766"/>
                </a:lnTo>
                <a:lnTo>
                  <a:pt x="146811" y="410743"/>
                </a:lnTo>
                <a:close/>
              </a:path>
              <a:path w="3655059" h="3630295">
                <a:moveTo>
                  <a:pt x="181482" y="349300"/>
                </a:moveTo>
                <a:lnTo>
                  <a:pt x="177799" y="355701"/>
                </a:lnTo>
                <a:lnTo>
                  <a:pt x="184276" y="359410"/>
                </a:lnTo>
                <a:lnTo>
                  <a:pt x="187959" y="352996"/>
                </a:lnTo>
                <a:lnTo>
                  <a:pt x="181482" y="349300"/>
                </a:lnTo>
                <a:close/>
              </a:path>
              <a:path w="3655059" h="3630295">
                <a:moveTo>
                  <a:pt x="216280" y="288023"/>
                </a:moveTo>
                <a:lnTo>
                  <a:pt x="211962" y="295389"/>
                </a:lnTo>
                <a:lnTo>
                  <a:pt x="219328" y="299631"/>
                </a:lnTo>
                <a:lnTo>
                  <a:pt x="223646" y="292277"/>
                </a:lnTo>
                <a:lnTo>
                  <a:pt x="216280" y="288023"/>
                </a:lnTo>
                <a:close/>
              </a:path>
              <a:path w="3655059" h="3630295">
                <a:moveTo>
                  <a:pt x="17271" y="499465"/>
                </a:moveTo>
                <a:lnTo>
                  <a:pt x="16128" y="501370"/>
                </a:lnTo>
                <a:lnTo>
                  <a:pt x="18033" y="502450"/>
                </a:lnTo>
                <a:lnTo>
                  <a:pt x="19176" y="500557"/>
                </a:lnTo>
                <a:lnTo>
                  <a:pt x="17271" y="499465"/>
                </a:lnTo>
                <a:close/>
              </a:path>
              <a:path w="3655059" h="3630295">
                <a:moveTo>
                  <a:pt x="51688" y="437261"/>
                </a:moveTo>
                <a:lnTo>
                  <a:pt x="49402" y="441299"/>
                </a:lnTo>
                <a:lnTo>
                  <a:pt x="53466" y="443623"/>
                </a:lnTo>
                <a:lnTo>
                  <a:pt x="55752" y="439585"/>
                </a:lnTo>
                <a:lnTo>
                  <a:pt x="51688" y="437261"/>
                </a:lnTo>
                <a:close/>
              </a:path>
              <a:path w="3655059" h="3630295">
                <a:moveTo>
                  <a:pt x="86359" y="375805"/>
                </a:moveTo>
                <a:lnTo>
                  <a:pt x="83311" y="381038"/>
                </a:lnTo>
                <a:lnTo>
                  <a:pt x="88645" y="384048"/>
                </a:lnTo>
                <a:lnTo>
                  <a:pt x="91566" y="378828"/>
                </a:lnTo>
                <a:lnTo>
                  <a:pt x="86359" y="375805"/>
                </a:lnTo>
                <a:close/>
              </a:path>
              <a:path w="3655059" h="3630295">
                <a:moveTo>
                  <a:pt x="121157" y="314540"/>
                </a:moveTo>
                <a:lnTo>
                  <a:pt x="117601" y="320713"/>
                </a:lnTo>
                <a:lnTo>
                  <a:pt x="123697" y="324281"/>
                </a:lnTo>
                <a:lnTo>
                  <a:pt x="127253" y="318096"/>
                </a:lnTo>
                <a:lnTo>
                  <a:pt x="121157" y="314540"/>
                </a:lnTo>
                <a:close/>
              </a:path>
              <a:path w="3655059" h="3630295">
                <a:moveTo>
                  <a:pt x="155828" y="253085"/>
                </a:moveTo>
                <a:lnTo>
                  <a:pt x="151510" y="260451"/>
                </a:lnTo>
                <a:lnTo>
                  <a:pt x="158876" y="264693"/>
                </a:lnTo>
                <a:lnTo>
                  <a:pt x="163067" y="257340"/>
                </a:lnTo>
                <a:lnTo>
                  <a:pt x="155828" y="253085"/>
                </a:lnTo>
                <a:close/>
              </a:path>
              <a:path w="3655059" h="3630295">
                <a:moveTo>
                  <a:pt x="190499" y="191820"/>
                </a:moveTo>
                <a:lnTo>
                  <a:pt x="185673" y="200126"/>
                </a:lnTo>
                <a:lnTo>
                  <a:pt x="194055" y="204927"/>
                </a:lnTo>
                <a:lnTo>
                  <a:pt x="198754" y="196621"/>
                </a:lnTo>
                <a:lnTo>
                  <a:pt x="190499" y="191820"/>
                </a:lnTo>
                <a:close/>
              </a:path>
              <a:path w="3655059" h="3630295">
                <a:moveTo>
                  <a:pt x="225170" y="130365"/>
                </a:moveTo>
                <a:lnTo>
                  <a:pt x="219709" y="139865"/>
                </a:lnTo>
                <a:lnTo>
                  <a:pt x="229234" y="145351"/>
                </a:lnTo>
                <a:lnTo>
                  <a:pt x="234695" y="135851"/>
                </a:lnTo>
                <a:lnTo>
                  <a:pt x="225170" y="130365"/>
                </a:lnTo>
                <a:close/>
              </a:path>
              <a:path w="3655059" h="3630295">
                <a:moveTo>
                  <a:pt x="26161" y="341998"/>
                </a:moveTo>
                <a:lnTo>
                  <a:pt x="24002" y="345795"/>
                </a:lnTo>
                <a:lnTo>
                  <a:pt x="27812" y="347980"/>
                </a:lnTo>
                <a:lnTo>
                  <a:pt x="29971" y="344182"/>
                </a:lnTo>
                <a:lnTo>
                  <a:pt x="26161" y="341998"/>
                </a:lnTo>
                <a:close/>
              </a:path>
              <a:path w="3655059" h="3630295">
                <a:moveTo>
                  <a:pt x="60705" y="279793"/>
                </a:moveTo>
                <a:lnTo>
                  <a:pt x="57276" y="285724"/>
                </a:lnTo>
                <a:lnTo>
                  <a:pt x="63118" y="289153"/>
                </a:lnTo>
                <a:lnTo>
                  <a:pt x="66547" y="283222"/>
                </a:lnTo>
                <a:lnTo>
                  <a:pt x="60705" y="279793"/>
                </a:lnTo>
                <a:close/>
              </a:path>
              <a:path w="3655059" h="3630295">
                <a:moveTo>
                  <a:pt x="95376" y="218338"/>
                </a:moveTo>
                <a:lnTo>
                  <a:pt x="91185" y="225463"/>
                </a:lnTo>
                <a:lnTo>
                  <a:pt x="98297" y="229565"/>
                </a:lnTo>
                <a:lnTo>
                  <a:pt x="102488" y="222453"/>
                </a:lnTo>
                <a:lnTo>
                  <a:pt x="95376" y="218338"/>
                </a:lnTo>
                <a:close/>
              </a:path>
              <a:path w="3655059" h="3630295">
                <a:moveTo>
                  <a:pt x="130047" y="157073"/>
                </a:moveTo>
                <a:lnTo>
                  <a:pt x="125348" y="165138"/>
                </a:lnTo>
                <a:lnTo>
                  <a:pt x="133476" y="169799"/>
                </a:lnTo>
                <a:lnTo>
                  <a:pt x="138175" y="161734"/>
                </a:lnTo>
                <a:lnTo>
                  <a:pt x="130047" y="157073"/>
                </a:lnTo>
                <a:close/>
              </a:path>
              <a:path w="3655059" h="3630295">
                <a:moveTo>
                  <a:pt x="164718" y="95618"/>
                </a:moveTo>
                <a:lnTo>
                  <a:pt x="159384" y="104876"/>
                </a:lnTo>
                <a:lnTo>
                  <a:pt x="168655" y="110223"/>
                </a:lnTo>
                <a:lnTo>
                  <a:pt x="173989" y="100965"/>
                </a:lnTo>
                <a:lnTo>
                  <a:pt x="164718" y="95618"/>
                </a:lnTo>
                <a:close/>
              </a:path>
              <a:path w="3655059" h="3630295">
                <a:moveTo>
                  <a:pt x="199897" y="35852"/>
                </a:moveTo>
                <a:lnTo>
                  <a:pt x="195071" y="44157"/>
                </a:lnTo>
                <a:lnTo>
                  <a:pt x="203326" y="48945"/>
                </a:lnTo>
                <a:lnTo>
                  <a:pt x="208152" y="40652"/>
                </a:lnTo>
                <a:lnTo>
                  <a:pt x="199897" y="35852"/>
                </a:lnTo>
                <a:close/>
              </a:path>
              <a:path w="3655059" h="3630295">
                <a:moveTo>
                  <a:pt x="1015" y="248031"/>
                </a:moveTo>
                <a:lnTo>
                  <a:pt x="0" y="249923"/>
                </a:lnTo>
                <a:lnTo>
                  <a:pt x="1777" y="251028"/>
                </a:lnTo>
                <a:lnTo>
                  <a:pt x="2920" y="249135"/>
                </a:lnTo>
                <a:lnTo>
                  <a:pt x="1015" y="248031"/>
                </a:lnTo>
                <a:close/>
              </a:path>
              <a:path w="3655059" h="3630295">
                <a:moveTo>
                  <a:pt x="35051" y="184327"/>
                </a:moveTo>
                <a:lnTo>
                  <a:pt x="31622" y="190271"/>
                </a:lnTo>
                <a:lnTo>
                  <a:pt x="37591" y="193687"/>
                </a:lnTo>
                <a:lnTo>
                  <a:pt x="41020" y="187756"/>
                </a:lnTo>
                <a:lnTo>
                  <a:pt x="35051" y="184327"/>
                </a:lnTo>
                <a:close/>
              </a:path>
              <a:path w="3655059" h="3630295">
                <a:moveTo>
                  <a:pt x="69595" y="122135"/>
                </a:moveTo>
                <a:lnTo>
                  <a:pt x="64896" y="130200"/>
                </a:lnTo>
                <a:lnTo>
                  <a:pt x="73024" y="134861"/>
                </a:lnTo>
                <a:lnTo>
                  <a:pt x="77596" y="126796"/>
                </a:lnTo>
                <a:lnTo>
                  <a:pt x="69595" y="122135"/>
                </a:lnTo>
                <a:close/>
              </a:path>
              <a:path w="3655059" h="3630295">
                <a:moveTo>
                  <a:pt x="104266" y="60858"/>
                </a:moveTo>
                <a:lnTo>
                  <a:pt x="99059" y="69888"/>
                </a:lnTo>
                <a:lnTo>
                  <a:pt x="108076" y="75095"/>
                </a:lnTo>
                <a:lnTo>
                  <a:pt x="113283" y="66078"/>
                </a:lnTo>
                <a:lnTo>
                  <a:pt x="104266" y="60858"/>
                </a:lnTo>
                <a:close/>
              </a:path>
              <a:path w="3655059" h="3630295">
                <a:moveTo>
                  <a:pt x="140715" y="5778"/>
                </a:moveTo>
                <a:lnTo>
                  <a:pt x="139445" y="7912"/>
                </a:lnTo>
                <a:lnTo>
                  <a:pt x="141604" y="9144"/>
                </a:lnTo>
                <a:lnTo>
                  <a:pt x="142747" y="7010"/>
                </a:lnTo>
                <a:lnTo>
                  <a:pt x="140715" y="5778"/>
                </a:lnTo>
                <a:close/>
              </a:path>
              <a:path w="3655059" h="3630295">
                <a:moveTo>
                  <a:pt x="10032" y="90563"/>
                </a:moveTo>
                <a:lnTo>
                  <a:pt x="7746" y="94361"/>
                </a:lnTo>
                <a:lnTo>
                  <a:pt x="11556" y="96558"/>
                </a:lnTo>
                <a:lnTo>
                  <a:pt x="13842" y="92760"/>
                </a:lnTo>
                <a:lnTo>
                  <a:pt x="10032" y="90563"/>
                </a:lnTo>
                <a:close/>
              </a:path>
              <a:path w="3655059" h="3630295">
                <a:moveTo>
                  <a:pt x="44576" y="28740"/>
                </a:moveTo>
                <a:lnTo>
                  <a:pt x="41401" y="34188"/>
                </a:lnTo>
                <a:lnTo>
                  <a:pt x="46862" y="37338"/>
                </a:lnTo>
                <a:lnTo>
                  <a:pt x="50037" y="31889"/>
                </a:lnTo>
                <a:lnTo>
                  <a:pt x="44576" y="28740"/>
                </a:lnTo>
                <a:close/>
              </a:path>
            </a:pathLst>
          </a:custGeom>
          <a:solidFill>
            <a:srgbClr val="292929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8699" y="0"/>
            <a:ext cx="11617960" cy="7620000"/>
          </a:xfrm>
          <a:custGeom>
            <a:avLst/>
            <a:gdLst/>
            <a:ahLst/>
            <a:cxnLst/>
            <a:rect l="l" t="t" r="r" b="b"/>
            <a:pathLst>
              <a:path w="11617960" h="7620000">
                <a:moveTo>
                  <a:pt x="11617438" y="0"/>
                </a:moveTo>
                <a:lnTo>
                  <a:pt x="0" y="0"/>
                </a:lnTo>
                <a:lnTo>
                  <a:pt x="0" y="6667016"/>
                </a:lnTo>
                <a:lnTo>
                  <a:pt x="1165" y="6714555"/>
                </a:lnTo>
                <a:lnTo>
                  <a:pt x="4626" y="6761491"/>
                </a:lnTo>
                <a:lnTo>
                  <a:pt x="10327" y="6807769"/>
                </a:lnTo>
                <a:lnTo>
                  <a:pt x="18214" y="6853334"/>
                </a:lnTo>
                <a:lnTo>
                  <a:pt x="28233" y="6898133"/>
                </a:lnTo>
                <a:lnTo>
                  <a:pt x="40328" y="6942109"/>
                </a:lnTo>
                <a:lnTo>
                  <a:pt x="54445" y="6985210"/>
                </a:lnTo>
                <a:lnTo>
                  <a:pt x="70530" y="7027380"/>
                </a:lnTo>
                <a:lnTo>
                  <a:pt x="88528" y="7068564"/>
                </a:lnTo>
                <a:lnTo>
                  <a:pt x="108384" y="7108709"/>
                </a:lnTo>
                <a:lnTo>
                  <a:pt x="130045" y="7147759"/>
                </a:lnTo>
                <a:lnTo>
                  <a:pt x="153454" y="7185661"/>
                </a:lnTo>
                <a:lnTo>
                  <a:pt x="178559" y="7222358"/>
                </a:lnTo>
                <a:lnTo>
                  <a:pt x="205303" y="7257798"/>
                </a:lnTo>
                <a:lnTo>
                  <a:pt x="233633" y="7291925"/>
                </a:lnTo>
                <a:lnTo>
                  <a:pt x="263494" y="7324684"/>
                </a:lnTo>
                <a:lnTo>
                  <a:pt x="294832" y="7356022"/>
                </a:lnTo>
                <a:lnTo>
                  <a:pt x="327591" y="7385883"/>
                </a:lnTo>
                <a:lnTo>
                  <a:pt x="361718" y="7414213"/>
                </a:lnTo>
                <a:lnTo>
                  <a:pt x="397158" y="7440957"/>
                </a:lnTo>
                <a:lnTo>
                  <a:pt x="433855" y="7466062"/>
                </a:lnTo>
                <a:lnTo>
                  <a:pt x="471756" y="7489471"/>
                </a:lnTo>
                <a:lnTo>
                  <a:pt x="510807" y="7511132"/>
                </a:lnTo>
                <a:lnTo>
                  <a:pt x="550951" y="7530988"/>
                </a:lnTo>
                <a:lnTo>
                  <a:pt x="592136" y="7548986"/>
                </a:lnTo>
                <a:lnTo>
                  <a:pt x="634306" y="7565071"/>
                </a:lnTo>
                <a:lnTo>
                  <a:pt x="677407" y="7579188"/>
                </a:lnTo>
                <a:lnTo>
                  <a:pt x="721383" y="7591283"/>
                </a:lnTo>
                <a:lnTo>
                  <a:pt x="766182" y="7601302"/>
                </a:lnTo>
                <a:lnTo>
                  <a:pt x="811747" y="7609189"/>
                </a:lnTo>
                <a:lnTo>
                  <a:pt x="858025" y="7614890"/>
                </a:lnTo>
                <a:lnTo>
                  <a:pt x="904960" y="7618351"/>
                </a:lnTo>
                <a:lnTo>
                  <a:pt x="952499" y="7619516"/>
                </a:lnTo>
                <a:lnTo>
                  <a:pt x="10664938" y="7619516"/>
                </a:lnTo>
                <a:lnTo>
                  <a:pt x="10712478" y="7618351"/>
                </a:lnTo>
                <a:lnTo>
                  <a:pt x="10759415" y="7614890"/>
                </a:lnTo>
                <a:lnTo>
                  <a:pt x="10805693" y="7609189"/>
                </a:lnTo>
                <a:lnTo>
                  <a:pt x="10851259" y="7601302"/>
                </a:lnTo>
                <a:lnTo>
                  <a:pt x="10896058" y="7591283"/>
                </a:lnTo>
                <a:lnTo>
                  <a:pt x="10940036" y="7579188"/>
                </a:lnTo>
                <a:lnTo>
                  <a:pt x="10983137" y="7565071"/>
                </a:lnTo>
                <a:lnTo>
                  <a:pt x="11025307" y="7548986"/>
                </a:lnTo>
                <a:lnTo>
                  <a:pt x="11066492" y="7530988"/>
                </a:lnTo>
                <a:lnTo>
                  <a:pt x="11106636" y="7511132"/>
                </a:lnTo>
                <a:lnTo>
                  <a:pt x="11145687" y="7489471"/>
                </a:lnTo>
                <a:lnTo>
                  <a:pt x="11183588" y="7466062"/>
                </a:lnTo>
                <a:lnTo>
                  <a:pt x="11220285" y="7440957"/>
                </a:lnTo>
                <a:lnTo>
                  <a:pt x="11255725" y="7414213"/>
                </a:lnTo>
                <a:lnTo>
                  <a:pt x="11289851" y="7385883"/>
                </a:lnTo>
                <a:lnTo>
                  <a:pt x="11322611" y="7356022"/>
                </a:lnTo>
                <a:lnTo>
                  <a:pt x="11353948" y="7324684"/>
                </a:lnTo>
                <a:lnTo>
                  <a:pt x="11383809" y="7291925"/>
                </a:lnTo>
                <a:lnTo>
                  <a:pt x="11412138" y="7257798"/>
                </a:lnTo>
                <a:lnTo>
                  <a:pt x="11438883" y="7222358"/>
                </a:lnTo>
                <a:lnTo>
                  <a:pt x="11463986" y="7185661"/>
                </a:lnTo>
                <a:lnTo>
                  <a:pt x="11487396" y="7147759"/>
                </a:lnTo>
                <a:lnTo>
                  <a:pt x="11509056" y="7108709"/>
                </a:lnTo>
                <a:lnTo>
                  <a:pt x="11528912" y="7068564"/>
                </a:lnTo>
                <a:lnTo>
                  <a:pt x="11546909" y="7027380"/>
                </a:lnTo>
                <a:lnTo>
                  <a:pt x="11562994" y="6985210"/>
                </a:lnTo>
                <a:lnTo>
                  <a:pt x="11577111" y="6942109"/>
                </a:lnTo>
                <a:lnTo>
                  <a:pt x="11589206" y="6898133"/>
                </a:lnTo>
                <a:lnTo>
                  <a:pt x="11599224" y="6853334"/>
                </a:lnTo>
                <a:lnTo>
                  <a:pt x="11607111" y="6807769"/>
                </a:lnTo>
                <a:lnTo>
                  <a:pt x="11612812" y="6761491"/>
                </a:lnTo>
                <a:lnTo>
                  <a:pt x="11616272" y="6714555"/>
                </a:lnTo>
                <a:lnTo>
                  <a:pt x="11617438" y="6667016"/>
                </a:lnTo>
                <a:lnTo>
                  <a:pt x="11617438" y="0"/>
                </a:lnTo>
                <a:close/>
              </a:path>
            </a:pathLst>
          </a:custGeom>
          <a:solidFill>
            <a:srgbClr val="2F5E98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287881" y="8091754"/>
            <a:ext cx="5000625" cy="2195830"/>
          </a:xfrm>
          <a:custGeom>
            <a:avLst/>
            <a:gdLst/>
            <a:ahLst/>
            <a:cxnLst/>
            <a:rect l="l" t="t" r="r" b="b"/>
            <a:pathLst>
              <a:path w="5000625" h="2195829">
                <a:moveTo>
                  <a:pt x="5000116" y="0"/>
                </a:moveTo>
                <a:lnTo>
                  <a:pt x="952499" y="0"/>
                </a:lnTo>
                <a:lnTo>
                  <a:pt x="904951" y="1165"/>
                </a:lnTo>
                <a:lnTo>
                  <a:pt x="858006" y="4626"/>
                </a:lnTo>
                <a:lnTo>
                  <a:pt x="811721" y="10327"/>
                </a:lnTo>
                <a:lnTo>
                  <a:pt x="766150" y="18214"/>
                </a:lnTo>
                <a:lnTo>
                  <a:pt x="721346" y="28233"/>
                </a:lnTo>
                <a:lnTo>
                  <a:pt x="677365" y="40328"/>
                </a:lnTo>
                <a:lnTo>
                  <a:pt x="634261" y="54445"/>
                </a:lnTo>
                <a:lnTo>
                  <a:pt x="592088" y="70530"/>
                </a:lnTo>
                <a:lnTo>
                  <a:pt x="550902" y="88528"/>
                </a:lnTo>
                <a:lnTo>
                  <a:pt x="510756" y="108385"/>
                </a:lnTo>
                <a:lnTo>
                  <a:pt x="471706" y="130045"/>
                </a:lnTo>
                <a:lnTo>
                  <a:pt x="433805" y="153455"/>
                </a:lnTo>
                <a:lnTo>
                  <a:pt x="397108" y="178559"/>
                </a:lnTo>
                <a:lnTo>
                  <a:pt x="361670" y="205304"/>
                </a:lnTo>
                <a:lnTo>
                  <a:pt x="327545" y="233634"/>
                </a:lnTo>
                <a:lnTo>
                  <a:pt x="294788" y="263495"/>
                </a:lnTo>
                <a:lnTo>
                  <a:pt x="263453" y="294833"/>
                </a:lnTo>
                <a:lnTo>
                  <a:pt x="233595" y="327592"/>
                </a:lnTo>
                <a:lnTo>
                  <a:pt x="205268" y="361719"/>
                </a:lnTo>
                <a:lnTo>
                  <a:pt x="178526" y="397159"/>
                </a:lnTo>
                <a:lnTo>
                  <a:pt x="153425" y="433857"/>
                </a:lnTo>
                <a:lnTo>
                  <a:pt x="130019" y="471758"/>
                </a:lnTo>
                <a:lnTo>
                  <a:pt x="108362" y="510809"/>
                </a:lnTo>
                <a:lnTo>
                  <a:pt x="88509" y="550954"/>
                </a:lnTo>
                <a:lnTo>
                  <a:pt x="70515" y="592139"/>
                </a:lnTo>
                <a:lnTo>
                  <a:pt x="54433" y="634309"/>
                </a:lnTo>
                <a:lnTo>
                  <a:pt x="40319" y="677410"/>
                </a:lnTo>
                <a:lnTo>
                  <a:pt x="28226" y="721387"/>
                </a:lnTo>
                <a:lnTo>
                  <a:pt x="18210" y="766186"/>
                </a:lnTo>
                <a:lnTo>
                  <a:pt x="10325" y="811752"/>
                </a:lnTo>
                <a:lnTo>
                  <a:pt x="4625" y="858030"/>
                </a:lnTo>
                <a:lnTo>
                  <a:pt x="1165" y="904966"/>
                </a:lnTo>
                <a:lnTo>
                  <a:pt x="0" y="952506"/>
                </a:lnTo>
                <a:lnTo>
                  <a:pt x="0" y="2195245"/>
                </a:lnTo>
                <a:lnTo>
                  <a:pt x="5000116" y="2195245"/>
                </a:lnTo>
                <a:lnTo>
                  <a:pt x="5000116" y="0"/>
                </a:lnTo>
                <a:close/>
              </a:path>
            </a:pathLst>
          </a:custGeom>
          <a:solidFill>
            <a:srgbClr val="D1D1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740715"/>
            <a:ext cx="3812540" cy="3546475"/>
          </a:xfrm>
          <a:custGeom>
            <a:avLst/>
            <a:gdLst/>
            <a:ahLst/>
            <a:cxnLst/>
            <a:rect l="l" t="t" r="r" b="b"/>
            <a:pathLst>
              <a:path w="3812540" h="3546475">
                <a:moveTo>
                  <a:pt x="6062" y="0"/>
                </a:moveTo>
                <a:lnTo>
                  <a:pt x="4488" y="0"/>
                </a:lnTo>
                <a:lnTo>
                  <a:pt x="4196" y="507"/>
                </a:lnTo>
                <a:lnTo>
                  <a:pt x="5770" y="507"/>
                </a:lnTo>
                <a:lnTo>
                  <a:pt x="6062" y="0"/>
                </a:lnTo>
                <a:close/>
              </a:path>
              <a:path w="3812540" h="3546475">
                <a:moveTo>
                  <a:pt x="30291" y="94208"/>
                </a:moveTo>
                <a:lnTo>
                  <a:pt x="29195" y="96113"/>
                </a:lnTo>
                <a:lnTo>
                  <a:pt x="31095" y="97205"/>
                </a:lnTo>
                <a:lnTo>
                  <a:pt x="32191" y="95313"/>
                </a:lnTo>
                <a:lnTo>
                  <a:pt x="30291" y="94208"/>
                </a:lnTo>
                <a:close/>
              </a:path>
              <a:path w="3812540" h="3546475">
                <a:moveTo>
                  <a:pt x="90824" y="129336"/>
                </a:moveTo>
                <a:lnTo>
                  <a:pt x="89867" y="131000"/>
                </a:lnTo>
                <a:lnTo>
                  <a:pt x="91529" y="131952"/>
                </a:lnTo>
                <a:lnTo>
                  <a:pt x="92486" y="130301"/>
                </a:lnTo>
                <a:lnTo>
                  <a:pt x="90824" y="129336"/>
                </a:lnTo>
                <a:close/>
              </a:path>
              <a:path w="3812540" h="3546475">
                <a:moveTo>
                  <a:pt x="55651" y="188925"/>
                </a:moveTo>
                <a:lnTo>
                  <a:pt x="54009" y="191769"/>
                </a:lnTo>
                <a:lnTo>
                  <a:pt x="56857" y="193420"/>
                </a:lnTo>
                <a:lnTo>
                  <a:pt x="58504" y="190563"/>
                </a:lnTo>
                <a:lnTo>
                  <a:pt x="55651" y="188925"/>
                </a:lnTo>
                <a:close/>
              </a:path>
              <a:path w="3812540" h="3546475">
                <a:moveTo>
                  <a:pt x="20483" y="248500"/>
                </a:moveTo>
                <a:lnTo>
                  <a:pt x="18152" y="252539"/>
                </a:lnTo>
                <a:lnTo>
                  <a:pt x="22185" y="254863"/>
                </a:lnTo>
                <a:lnTo>
                  <a:pt x="24516" y="250837"/>
                </a:lnTo>
                <a:lnTo>
                  <a:pt x="20483" y="248500"/>
                </a:lnTo>
                <a:close/>
              </a:path>
              <a:path w="3812540" h="3546475">
                <a:moveTo>
                  <a:pt x="151309" y="164274"/>
                </a:moveTo>
                <a:lnTo>
                  <a:pt x="150351" y="165938"/>
                </a:lnTo>
                <a:lnTo>
                  <a:pt x="152007" y="166903"/>
                </a:lnTo>
                <a:lnTo>
                  <a:pt x="152965" y="165239"/>
                </a:lnTo>
                <a:lnTo>
                  <a:pt x="151309" y="164274"/>
                </a:lnTo>
                <a:close/>
              </a:path>
              <a:path w="3812540" h="3546475">
                <a:moveTo>
                  <a:pt x="116190" y="224053"/>
                </a:moveTo>
                <a:lnTo>
                  <a:pt x="114682" y="226656"/>
                </a:lnTo>
                <a:lnTo>
                  <a:pt x="117291" y="228168"/>
                </a:lnTo>
                <a:lnTo>
                  <a:pt x="118794" y="225551"/>
                </a:lnTo>
                <a:lnTo>
                  <a:pt x="116190" y="224053"/>
                </a:lnTo>
                <a:close/>
              </a:path>
              <a:path w="3812540" h="3546475">
                <a:moveTo>
                  <a:pt x="81017" y="283629"/>
                </a:moveTo>
                <a:lnTo>
                  <a:pt x="78829" y="287426"/>
                </a:lnTo>
                <a:lnTo>
                  <a:pt x="82619" y="289623"/>
                </a:lnTo>
                <a:lnTo>
                  <a:pt x="84812" y="285826"/>
                </a:lnTo>
                <a:lnTo>
                  <a:pt x="81017" y="283629"/>
                </a:lnTo>
                <a:close/>
              </a:path>
              <a:path w="3812540" h="3546475">
                <a:moveTo>
                  <a:pt x="45849" y="343217"/>
                </a:moveTo>
                <a:lnTo>
                  <a:pt x="42971" y="348195"/>
                </a:lnTo>
                <a:lnTo>
                  <a:pt x="47952" y="351078"/>
                </a:lnTo>
                <a:lnTo>
                  <a:pt x="50829" y="346087"/>
                </a:lnTo>
                <a:lnTo>
                  <a:pt x="45849" y="343217"/>
                </a:lnTo>
                <a:close/>
              </a:path>
              <a:path w="3812540" h="3546475">
                <a:moveTo>
                  <a:pt x="10725" y="402983"/>
                </a:moveTo>
                <a:lnTo>
                  <a:pt x="7302" y="408914"/>
                </a:lnTo>
                <a:lnTo>
                  <a:pt x="13230" y="412343"/>
                </a:lnTo>
                <a:lnTo>
                  <a:pt x="16653" y="406412"/>
                </a:lnTo>
                <a:lnTo>
                  <a:pt x="10725" y="402983"/>
                </a:lnTo>
                <a:close/>
              </a:path>
              <a:path w="3812540" h="3546475">
                <a:moveTo>
                  <a:pt x="211842" y="199402"/>
                </a:moveTo>
                <a:lnTo>
                  <a:pt x="211018" y="200837"/>
                </a:lnTo>
                <a:lnTo>
                  <a:pt x="212441" y="201650"/>
                </a:lnTo>
                <a:lnTo>
                  <a:pt x="213266" y="200228"/>
                </a:lnTo>
                <a:lnTo>
                  <a:pt x="211842" y="199402"/>
                </a:lnTo>
                <a:close/>
              </a:path>
              <a:path w="3812540" h="3546475">
                <a:moveTo>
                  <a:pt x="176723" y="259181"/>
                </a:moveTo>
                <a:lnTo>
                  <a:pt x="175353" y="261556"/>
                </a:lnTo>
                <a:lnTo>
                  <a:pt x="177725" y="262928"/>
                </a:lnTo>
                <a:lnTo>
                  <a:pt x="179095" y="260553"/>
                </a:lnTo>
                <a:lnTo>
                  <a:pt x="176723" y="259181"/>
                </a:lnTo>
                <a:close/>
              </a:path>
              <a:path w="3812540" h="3546475">
                <a:moveTo>
                  <a:pt x="141550" y="318757"/>
                </a:moveTo>
                <a:lnTo>
                  <a:pt x="139496" y="322325"/>
                </a:lnTo>
                <a:lnTo>
                  <a:pt x="143059" y="324370"/>
                </a:lnTo>
                <a:lnTo>
                  <a:pt x="145112" y="320814"/>
                </a:lnTo>
                <a:lnTo>
                  <a:pt x="141550" y="318757"/>
                </a:lnTo>
                <a:close/>
              </a:path>
              <a:path w="3812540" h="3546475">
                <a:moveTo>
                  <a:pt x="106382" y="378332"/>
                </a:moveTo>
                <a:lnTo>
                  <a:pt x="103643" y="383082"/>
                </a:lnTo>
                <a:lnTo>
                  <a:pt x="108386" y="385825"/>
                </a:lnTo>
                <a:lnTo>
                  <a:pt x="111124" y="381076"/>
                </a:lnTo>
                <a:lnTo>
                  <a:pt x="106382" y="378332"/>
                </a:lnTo>
                <a:close/>
              </a:path>
              <a:path w="3812540" h="3546475">
                <a:moveTo>
                  <a:pt x="71258" y="438111"/>
                </a:moveTo>
                <a:lnTo>
                  <a:pt x="67974" y="443814"/>
                </a:lnTo>
                <a:lnTo>
                  <a:pt x="73664" y="447090"/>
                </a:lnTo>
                <a:lnTo>
                  <a:pt x="76949" y="441401"/>
                </a:lnTo>
                <a:lnTo>
                  <a:pt x="71258" y="438111"/>
                </a:lnTo>
                <a:close/>
              </a:path>
              <a:path w="3812540" h="3546475">
                <a:moveTo>
                  <a:pt x="36090" y="497700"/>
                </a:moveTo>
                <a:lnTo>
                  <a:pt x="32117" y="504570"/>
                </a:lnTo>
                <a:lnTo>
                  <a:pt x="38992" y="508546"/>
                </a:lnTo>
                <a:lnTo>
                  <a:pt x="42966" y="501662"/>
                </a:lnTo>
                <a:lnTo>
                  <a:pt x="36090" y="497700"/>
                </a:lnTo>
                <a:close/>
              </a:path>
              <a:path w="3812540" h="3546475">
                <a:moveTo>
                  <a:pt x="967" y="557453"/>
                </a:moveTo>
                <a:lnTo>
                  <a:pt x="0" y="559132"/>
                </a:lnTo>
                <a:lnTo>
                  <a:pt x="0" y="567339"/>
                </a:lnTo>
                <a:lnTo>
                  <a:pt x="4276" y="569810"/>
                </a:lnTo>
                <a:lnTo>
                  <a:pt x="8795" y="561987"/>
                </a:lnTo>
                <a:lnTo>
                  <a:pt x="967" y="557453"/>
                </a:lnTo>
                <a:close/>
              </a:path>
              <a:path w="3812540" h="3546475">
                <a:moveTo>
                  <a:pt x="273560" y="235216"/>
                </a:moveTo>
                <a:lnTo>
                  <a:pt x="271982" y="235216"/>
                </a:lnTo>
                <a:lnTo>
                  <a:pt x="271691" y="235724"/>
                </a:lnTo>
                <a:lnTo>
                  <a:pt x="273269" y="235724"/>
                </a:lnTo>
                <a:lnTo>
                  <a:pt x="273560" y="235216"/>
                </a:lnTo>
                <a:close/>
              </a:path>
              <a:path w="3812540" h="3546475">
                <a:moveTo>
                  <a:pt x="237252" y="294309"/>
                </a:moveTo>
                <a:lnTo>
                  <a:pt x="236021" y="296443"/>
                </a:lnTo>
                <a:lnTo>
                  <a:pt x="238154" y="297675"/>
                </a:lnTo>
                <a:lnTo>
                  <a:pt x="239389" y="295541"/>
                </a:lnTo>
                <a:lnTo>
                  <a:pt x="237252" y="294309"/>
                </a:lnTo>
                <a:close/>
              </a:path>
              <a:path w="3812540" h="3546475">
                <a:moveTo>
                  <a:pt x="202083" y="353885"/>
                </a:moveTo>
                <a:lnTo>
                  <a:pt x="200168" y="357212"/>
                </a:lnTo>
                <a:lnTo>
                  <a:pt x="203488" y="359130"/>
                </a:lnTo>
                <a:lnTo>
                  <a:pt x="205402" y="355803"/>
                </a:lnTo>
                <a:lnTo>
                  <a:pt x="202083" y="353885"/>
                </a:lnTo>
                <a:close/>
              </a:path>
              <a:path w="3812540" h="3546475">
                <a:moveTo>
                  <a:pt x="166911" y="413461"/>
                </a:moveTo>
                <a:lnTo>
                  <a:pt x="164311" y="417982"/>
                </a:lnTo>
                <a:lnTo>
                  <a:pt x="168816" y="420585"/>
                </a:lnTo>
                <a:lnTo>
                  <a:pt x="171420" y="416077"/>
                </a:lnTo>
                <a:lnTo>
                  <a:pt x="166911" y="413461"/>
                </a:lnTo>
                <a:close/>
              </a:path>
              <a:path w="3812540" h="3546475">
                <a:moveTo>
                  <a:pt x="131791" y="473240"/>
                </a:moveTo>
                <a:lnTo>
                  <a:pt x="128642" y="478701"/>
                </a:lnTo>
                <a:lnTo>
                  <a:pt x="134099" y="481850"/>
                </a:lnTo>
                <a:lnTo>
                  <a:pt x="137248" y="476389"/>
                </a:lnTo>
                <a:lnTo>
                  <a:pt x="131791" y="473240"/>
                </a:lnTo>
                <a:close/>
              </a:path>
              <a:path w="3812540" h="3546475">
                <a:moveTo>
                  <a:pt x="96624" y="532828"/>
                </a:moveTo>
                <a:lnTo>
                  <a:pt x="92789" y="539470"/>
                </a:lnTo>
                <a:lnTo>
                  <a:pt x="99432" y="543305"/>
                </a:lnTo>
                <a:lnTo>
                  <a:pt x="103266" y="536651"/>
                </a:lnTo>
                <a:lnTo>
                  <a:pt x="96624" y="532828"/>
                </a:lnTo>
                <a:close/>
              </a:path>
              <a:path w="3812540" h="3546475">
                <a:moveTo>
                  <a:pt x="61505" y="592581"/>
                </a:moveTo>
                <a:lnTo>
                  <a:pt x="57120" y="600176"/>
                </a:lnTo>
                <a:lnTo>
                  <a:pt x="64710" y="604570"/>
                </a:lnTo>
                <a:lnTo>
                  <a:pt x="69090" y="596976"/>
                </a:lnTo>
                <a:lnTo>
                  <a:pt x="61505" y="592581"/>
                </a:lnTo>
                <a:close/>
              </a:path>
              <a:path w="3812540" h="3546475">
                <a:moveTo>
                  <a:pt x="26332" y="652170"/>
                </a:moveTo>
                <a:lnTo>
                  <a:pt x="21267" y="660958"/>
                </a:lnTo>
                <a:lnTo>
                  <a:pt x="30043" y="666013"/>
                </a:lnTo>
                <a:lnTo>
                  <a:pt x="35108" y="657237"/>
                </a:lnTo>
                <a:lnTo>
                  <a:pt x="26332" y="652170"/>
                </a:lnTo>
                <a:close/>
              </a:path>
              <a:path w="3812540" h="3546475">
                <a:moveTo>
                  <a:pt x="1121" y="717511"/>
                </a:moveTo>
                <a:lnTo>
                  <a:pt x="0" y="717511"/>
                </a:lnTo>
                <a:lnTo>
                  <a:pt x="0" y="719453"/>
                </a:lnTo>
                <a:lnTo>
                  <a:pt x="1121" y="717511"/>
                </a:lnTo>
                <a:close/>
              </a:path>
              <a:path w="3812540" h="3546475">
                <a:moveTo>
                  <a:pt x="334044" y="270167"/>
                </a:moveTo>
                <a:lnTo>
                  <a:pt x="332461" y="270167"/>
                </a:lnTo>
                <a:lnTo>
                  <a:pt x="332174" y="270662"/>
                </a:lnTo>
                <a:lnTo>
                  <a:pt x="333757" y="270662"/>
                </a:lnTo>
                <a:lnTo>
                  <a:pt x="334044" y="270167"/>
                </a:lnTo>
                <a:close/>
              </a:path>
              <a:path w="3812540" h="3546475">
                <a:moveTo>
                  <a:pt x="297736" y="329247"/>
                </a:moveTo>
                <a:lnTo>
                  <a:pt x="296505" y="331381"/>
                </a:lnTo>
                <a:lnTo>
                  <a:pt x="298637" y="332612"/>
                </a:lnTo>
                <a:lnTo>
                  <a:pt x="299873" y="330479"/>
                </a:lnTo>
                <a:lnTo>
                  <a:pt x="297736" y="329247"/>
                </a:lnTo>
                <a:close/>
              </a:path>
              <a:path w="3812540" h="3546475">
                <a:moveTo>
                  <a:pt x="262567" y="388823"/>
                </a:moveTo>
                <a:lnTo>
                  <a:pt x="260652" y="392150"/>
                </a:lnTo>
                <a:lnTo>
                  <a:pt x="263972" y="394068"/>
                </a:lnTo>
                <a:lnTo>
                  <a:pt x="265885" y="390740"/>
                </a:lnTo>
                <a:lnTo>
                  <a:pt x="262567" y="388823"/>
                </a:lnTo>
                <a:close/>
              </a:path>
              <a:path w="3812540" h="3546475">
                <a:moveTo>
                  <a:pt x="227449" y="448589"/>
                </a:moveTo>
                <a:lnTo>
                  <a:pt x="224983" y="452869"/>
                </a:lnTo>
                <a:lnTo>
                  <a:pt x="229250" y="455333"/>
                </a:lnTo>
                <a:lnTo>
                  <a:pt x="231715" y="451065"/>
                </a:lnTo>
                <a:lnTo>
                  <a:pt x="227449" y="448589"/>
                </a:lnTo>
                <a:close/>
              </a:path>
              <a:path w="3812540" h="3546475">
                <a:moveTo>
                  <a:pt x="192326" y="508368"/>
                </a:moveTo>
                <a:lnTo>
                  <a:pt x="189313" y="513587"/>
                </a:lnTo>
                <a:lnTo>
                  <a:pt x="194533" y="516597"/>
                </a:lnTo>
                <a:lnTo>
                  <a:pt x="197544" y="511378"/>
                </a:lnTo>
                <a:lnTo>
                  <a:pt x="192326" y="508368"/>
                </a:lnTo>
                <a:close/>
              </a:path>
              <a:path w="3812540" h="3546475">
                <a:moveTo>
                  <a:pt x="157157" y="567943"/>
                </a:moveTo>
                <a:lnTo>
                  <a:pt x="153456" y="574357"/>
                </a:lnTo>
                <a:lnTo>
                  <a:pt x="159866" y="578053"/>
                </a:lnTo>
                <a:lnTo>
                  <a:pt x="163562" y="571652"/>
                </a:lnTo>
                <a:lnTo>
                  <a:pt x="157157" y="567943"/>
                </a:lnTo>
                <a:close/>
              </a:path>
              <a:path w="3812540" h="3546475">
                <a:moveTo>
                  <a:pt x="122034" y="627710"/>
                </a:moveTo>
                <a:lnTo>
                  <a:pt x="117787" y="635076"/>
                </a:lnTo>
                <a:lnTo>
                  <a:pt x="125139" y="639317"/>
                </a:lnTo>
                <a:lnTo>
                  <a:pt x="129386" y="631964"/>
                </a:lnTo>
                <a:lnTo>
                  <a:pt x="122034" y="627710"/>
                </a:lnTo>
                <a:close/>
              </a:path>
              <a:path w="3812540" h="3546475">
                <a:moveTo>
                  <a:pt x="86865" y="687298"/>
                </a:moveTo>
                <a:lnTo>
                  <a:pt x="81934" y="695832"/>
                </a:lnTo>
                <a:lnTo>
                  <a:pt x="90472" y="700773"/>
                </a:lnTo>
                <a:lnTo>
                  <a:pt x="95403" y="692226"/>
                </a:lnTo>
                <a:lnTo>
                  <a:pt x="86865" y="687298"/>
                </a:lnTo>
                <a:close/>
              </a:path>
              <a:path w="3812540" h="3546475">
                <a:moveTo>
                  <a:pt x="51692" y="746874"/>
                </a:moveTo>
                <a:lnTo>
                  <a:pt x="46082" y="756615"/>
                </a:lnTo>
                <a:lnTo>
                  <a:pt x="55805" y="762228"/>
                </a:lnTo>
                <a:lnTo>
                  <a:pt x="61416" y="752500"/>
                </a:lnTo>
                <a:lnTo>
                  <a:pt x="51692" y="746874"/>
                </a:lnTo>
                <a:close/>
              </a:path>
              <a:path w="3812540" h="3546475">
                <a:moveTo>
                  <a:pt x="16574" y="806640"/>
                </a:moveTo>
                <a:lnTo>
                  <a:pt x="10413" y="817321"/>
                </a:lnTo>
                <a:lnTo>
                  <a:pt x="21084" y="823493"/>
                </a:lnTo>
                <a:lnTo>
                  <a:pt x="27250" y="812812"/>
                </a:lnTo>
                <a:lnTo>
                  <a:pt x="16574" y="806640"/>
                </a:lnTo>
                <a:close/>
              </a:path>
              <a:path w="3812540" h="3546475">
                <a:moveTo>
                  <a:pt x="358269" y="364375"/>
                </a:moveTo>
                <a:lnTo>
                  <a:pt x="357177" y="366267"/>
                </a:lnTo>
                <a:lnTo>
                  <a:pt x="359072" y="367372"/>
                </a:lnTo>
                <a:lnTo>
                  <a:pt x="360169" y="365467"/>
                </a:lnTo>
                <a:lnTo>
                  <a:pt x="358269" y="364375"/>
                </a:lnTo>
                <a:close/>
              </a:path>
              <a:path w="3812540" h="3546475">
                <a:moveTo>
                  <a:pt x="323100" y="423964"/>
                </a:moveTo>
                <a:lnTo>
                  <a:pt x="321325" y="427037"/>
                </a:lnTo>
                <a:lnTo>
                  <a:pt x="324406" y="428815"/>
                </a:lnTo>
                <a:lnTo>
                  <a:pt x="326181" y="425729"/>
                </a:lnTo>
                <a:lnTo>
                  <a:pt x="323100" y="423964"/>
                </a:lnTo>
                <a:close/>
              </a:path>
              <a:path w="3812540" h="3546475">
                <a:moveTo>
                  <a:pt x="287933" y="483539"/>
                </a:moveTo>
                <a:lnTo>
                  <a:pt x="285466" y="487806"/>
                </a:lnTo>
                <a:lnTo>
                  <a:pt x="289733" y="490270"/>
                </a:lnTo>
                <a:lnTo>
                  <a:pt x="292199" y="486003"/>
                </a:lnTo>
                <a:lnTo>
                  <a:pt x="287933" y="483539"/>
                </a:lnTo>
                <a:close/>
              </a:path>
              <a:path w="3812540" h="3546475">
                <a:moveTo>
                  <a:pt x="252809" y="543305"/>
                </a:moveTo>
                <a:lnTo>
                  <a:pt x="249797" y="548525"/>
                </a:lnTo>
                <a:lnTo>
                  <a:pt x="255017" y="551535"/>
                </a:lnTo>
                <a:lnTo>
                  <a:pt x="258028" y="546315"/>
                </a:lnTo>
                <a:lnTo>
                  <a:pt x="252809" y="543305"/>
                </a:lnTo>
                <a:close/>
              </a:path>
              <a:path w="3812540" h="3546475">
                <a:moveTo>
                  <a:pt x="217690" y="603072"/>
                </a:moveTo>
                <a:lnTo>
                  <a:pt x="214128" y="609244"/>
                </a:lnTo>
                <a:lnTo>
                  <a:pt x="220295" y="612813"/>
                </a:lnTo>
                <a:lnTo>
                  <a:pt x="223857" y="606640"/>
                </a:lnTo>
                <a:lnTo>
                  <a:pt x="217690" y="603072"/>
                </a:lnTo>
                <a:close/>
              </a:path>
              <a:path w="3812540" h="3546475">
                <a:moveTo>
                  <a:pt x="182518" y="662660"/>
                </a:moveTo>
                <a:lnTo>
                  <a:pt x="178271" y="670013"/>
                </a:lnTo>
                <a:lnTo>
                  <a:pt x="185623" y="674268"/>
                </a:lnTo>
                <a:lnTo>
                  <a:pt x="189870" y="666902"/>
                </a:lnTo>
                <a:lnTo>
                  <a:pt x="182518" y="662660"/>
                </a:lnTo>
                <a:close/>
              </a:path>
              <a:path w="3812540" h="3546475">
                <a:moveTo>
                  <a:pt x="147394" y="722426"/>
                </a:moveTo>
                <a:lnTo>
                  <a:pt x="142601" y="730732"/>
                </a:lnTo>
                <a:lnTo>
                  <a:pt x="150906" y="735520"/>
                </a:lnTo>
                <a:lnTo>
                  <a:pt x="155699" y="727227"/>
                </a:lnTo>
                <a:lnTo>
                  <a:pt x="147394" y="722426"/>
                </a:lnTo>
                <a:close/>
              </a:path>
              <a:path w="3812540" h="3546475">
                <a:moveTo>
                  <a:pt x="112226" y="782002"/>
                </a:moveTo>
                <a:lnTo>
                  <a:pt x="106749" y="791502"/>
                </a:lnTo>
                <a:lnTo>
                  <a:pt x="116239" y="796988"/>
                </a:lnTo>
                <a:lnTo>
                  <a:pt x="121716" y="787488"/>
                </a:lnTo>
                <a:lnTo>
                  <a:pt x="112226" y="782002"/>
                </a:lnTo>
                <a:close/>
              </a:path>
              <a:path w="3812540" h="3546475">
                <a:moveTo>
                  <a:pt x="77058" y="841590"/>
                </a:moveTo>
                <a:lnTo>
                  <a:pt x="70891" y="852271"/>
                </a:lnTo>
                <a:lnTo>
                  <a:pt x="81567" y="858431"/>
                </a:lnTo>
                <a:lnTo>
                  <a:pt x="87729" y="847750"/>
                </a:lnTo>
                <a:lnTo>
                  <a:pt x="77058" y="841590"/>
                </a:lnTo>
                <a:close/>
              </a:path>
              <a:path w="3812540" h="3546475">
                <a:moveTo>
                  <a:pt x="41934" y="901357"/>
                </a:moveTo>
                <a:lnTo>
                  <a:pt x="35227" y="912990"/>
                </a:lnTo>
                <a:lnTo>
                  <a:pt x="46851" y="919695"/>
                </a:lnTo>
                <a:lnTo>
                  <a:pt x="53558" y="908075"/>
                </a:lnTo>
                <a:lnTo>
                  <a:pt x="41934" y="901357"/>
                </a:lnTo>
                <a:close/>
              </a:path>
              <a:path w="3812540" h="3546475">
                <a:moveTo>
                  <a:pt x="6766" y="960945"/>
                </a:moveTo>
                <a:lnTo>
                  <a:pt x="0" y="972668"/>
                </a:lnTo>
                <a:lnTo>
                  <a:pt x="0" y="974123"/>
                </a:lnTo>
                <a:lnTo>
                  <a:pt x="12179" y="981151"/>
                </a:lnTo>
                <a:lnTo>
                  <a:pt x="19570" y="968336"/>
                </a:lnTo>
                <a:lnTo>
                  <a:pt x="6766" y="960945"/>
                </a:lnTo>
                <a:close/>
              </a:path>
              <a:path w="3812540" h="3546475">
                <a:moveTo>
                  <a:pt x="418807" y="399503"/>
                </a:moveTo>
                <a:lnTo>
                  <a:pt x="417845" y="401167"/>
                </a:lnTo>
                <a:lnTo>
                  <a:pt x="419506" y="402120"/>
                </a:lnTo>
                <a:lnTo>
                  <a:pt x="420463" y="400456"/>
                </a:lnTo>
                <a:lnTo>
                  <a:pt x="418807" y="399503"/>
                </a:lnTo>
                <a:close/>
              </a:path>
              <a:path w="3812540" h="3546475">
                <a:moveTo>
                  <a:pt x="383633" y="459079"/>
                </a:moveTo>
                <a:lnTo>
                  <a:pt x="381986" y="461924"/>
                </a:lnTo>
                <a:lnTo>
                  <a:pt x="384835" y="463575"/>
                </a:lnTo>
                <a:lnTo>
                  <a:pt x="386481" y="460730"/>
                </a:lnTo>
                <a:lnTo>
                  <a:pt x="383633" y="459079"/>
                </a:lnTo>
                <a:close/>
              </a:path>
              <a:path w="3812540" h="3546475">
                <a:moveTo>
                  <a:pt x="348466" y="518667"/>
                </a:moveTo>
                <a:lnTo>
                  <a:pt x="346139" y="522693"/>
                </a:lnTo>
                <a:lnTo>
                  <a:pt x="350168" y="525030"/>
                </a:lnTo>
                <a:lnTo>
                  <a:pt x="352494" y="520992"/>
                </a:lnTo>
                <a:lnTo>
                  <a:pt x="348466" y="518667"/>
                </a:lnTo>
                <a:close/>
              </a:path>
              <a:path w="3812540" h="3546475">
                <a:moveTo>
                  <a:pt x="313343" y="578434"/>
                </a:moveTo>
                <a:lnTo>
                  <a:pt x="310465" y="583425"/>
                </a:lnTo>
                <a:lnTo>
                  <a:pt x="315446" y="586295"/>
                </a:lnTo>
                <a:lnTo>
                  <a:pt x="318322" y="581304"/>
                </a:lnTo>
                <a:lnTo>
                  <a:pt x="313343" y="578434"/>
                </a:lnTo>
                <a:close/>
              </a:path>
              <a:path w="3812540" h="3546475">
                <a:moveTo>
                  <a:pt x="278169" y="638009"/>
                </a:moveTo>
                <a:lnTo>
                  <a:pt x="274612" y="644182"/>
                </a:lnTo>
                <a:lnTo>
                  <a:pt x="280779" y="647750"/>
                </a:lnTo>
                <a:lnTo>
                  <a:pt x="284341" y="641578"/>
                </a:lnTo>
                <a:lnTo>
                  <a:pt x="278169" y="638009"/>
                </a:lnTo>
                <a:close/>
              </a:path>
              <a:path w="3812540" h="3546475">
                <a:moveTo>
                  <a:pt x="243051" y="697788"/>
                </a:moveTo>
                <a:lnTo>
                  <a:pt x="238944" y="704913"/>
                </a:lnTo>
                <a:lnTo>
                  <a:pt x="246057" y="709015"/>
                </a:lnTo>
                <a:lnTo>
                  <a:pt x="250169" y="701890"/>
                </a:lnTo>
                <a:lnTo>
                  <a:pt x="243051" y="697788"/>
                </a:lnTo>
                <a:close/>
              </a:path>
              <a:path w="3812540" h="3546475">
                <a:moveTo>
                  <a:pt x="207933" y="757554"/>
                </a:moveTo>
                <a:lnTo>
                  <a:pt x="203274" y="765619"/>
                </a:lnTo>
                <a:lnTo>
                  <a:pt x="211340" y="770280"/>
                </a:lnTo>
                <a:lnTo>
                  <a:pt x="215999" y="762215"/>
                </a:lnTo>
                <a:lnTo>
                  <a:pt x="207933" y="757554"/>
                </a:lnTo>
                <a:close/>
              </a:path>
              <a:path w="3812540" h="3546475">
                <a:moveTo>
                  <a:pt x="172759" y="817143"/>
                </a:moveTo>
                <a:lnTo>
                  <a:pt x="167421" y="826388"/>
                </a:lnTo>
                <a:lnTo>
                  <a:pt x="176673" y="831735"/>
                </a:lnTo>
                <a:lnTo>
                  <a:pt x="182011" y="822477"/>
                </a:lnTo>
                <a:lnTo>
                  <a:pt x="172759" y="817143"/>
                </a:lnTo>
                <a:close/>
              </a:path>
              <a:path w="3812540" h="3546475">
                <a:moveTo>
                  <a:pt x="137591" y="876719"/>
                </a:moveTo>
                <a:lnTo>
                  <a:pt x="131564" y="887158"/>
                </a:lnTo>
                <a:lnTo>
                  <a:pt x="142002" y="893190"/>
                </a:lnTo>
                <a:lnTo>
                  <a:pt x="148029" y="882751"/>
                </a:lnTo>
                <a:lnTo>
                  <a:pt x="137591" y="876719"/>
                </a:lnTo>
                <a:close/>
              </a:path>
              <a:path w="3812540" h="3546475">
                <a:moveTo>
                  <a:pt x="102468" y="936485"/>
                </a:moveTo>
                <a:lnTo>
                  <a:pt x="95894" y="947877"/>
                </a:lnTo>
                <a:lnTo>
                  <a:pt x="107280" y="954455"/>
                </a:lnTo>
                <a:lnTo>
                  <a:pt x="113853" y="943063"/>
                </a:lnTo>
                <a:lnTo>
                  <a:pt x="102468" y="936485"/>
                </a:lnTo>
                <a:close/>
              </a:path>
              <a:path w="3812540" h="3546475">
                <a:moveTo>
                  <a:pt x="67300" y="996060"/>
                </a:moveTo>
                <a:lnTo>
                  <a:pt x="60042" y="1008646"/>
                </a:lnTo>
                <a:lnTo>
                  <a:pt x="72613" y="1015911"/>
                </a:lnTo>
                <a:lnTo>
                  <a:pt x="79871" y="1003325"/>
                </a:lnTo>
                <a:lnTo>
                  <a:pt x="67300" y="996060"/>
                </a:lnTo>
                <a:close/>
              </a:path>
              <a:path w="3812540" h="3546475">
                <a:moveTo>
                  <a:pt x="32127" y="1055649"/>
                </a:moveTo>
                <a:lnTo>
                  <a:pt x="24184" y="1069416"/>
                </a:lnTo>
                <a:lnTo>
                  <a:pt x="37946" y="1077353"/>
                </a:lnTo>
                <a:lnTo>
                  <a:pt x="45888" y="1063586"/>
                </a:lnTo>
                <a:lnTo>
                  <a:pt x="32127" y="1055649"/>
                </a:lnTo>
                <a:close/>
              </a:path>
              <a:path w="3812540" h="3546475">
                <a:moveTo>
                  <a:pt x="0" y="1117144"/>
                </a:moveTo>
                <a:lnTo>
                  <a:pt x="0" y="1136767"/>
                </a:lnTo>
                <a:lnTo>
                  <a:pt x="3224" y="1138631"/>
                </a:lnTo>
                <a:lnTo>
                  <a:pt x="11712" y="1123911"/>
                </a:lnTo>
                <a:lnTo>
                  <a:pt x="0" y="1117144"/>
                </a:lnTo>
                <a:close/>
              </a:path>
              <a:path w="3812540" h="3546475">
                <a:moveTo>
                  <a:pt x="479291" y="434441"/>
                </a:moveTo>
                <a:lnTo>
                  <a:pt x="478334" y="436105"/>
                </a:lnTo>
                <a:lnTo>
                  <a:pt x="479990" y="437057"/>
                </a:lnTo>
                <a:lnTo>
                  <a:pt x="480947" y="435394"/>
                </a:lnTo>
                <a:lnTo>
                  <a:pt x="479291" y="434441"/>
                </a:lnTo>
                <a:close/>
              </a:path>
              <a:path w="3812540" h="3546475">
                <a:moveTo>
                  <a:pt x="444167" y="494207"/>
                </a:moveTo>
                <a:lnTo>
                  <a:pt x="442659" y="496823"/>
                </a:lnTo>
                <a:lnTo>
                  <a:pt x="445268" y="498335"/>
                </a:lnTo>
                <a:lnTo>
                  <a:pt x="446777" y="495719"/>
                </a:lnTo>
                <a:lnTo>
                  <a:pt x="444167" y="494207"/>
                </a:lnTo>
                <a:close/>
              </a:path>
              <a:path w="3812540" h="3546475">
                <a:moveTo>
                  <a:pt x="408994" y="553796"/>
                </a:moveTo>
                <a:lnTo>
                  <a:pt x="406801" y="557593"/>
                </a:lnTo>
                <a:lnTo>
                  <a:pt x="410602" y="559777"/>
                </a:lnTo>
                <a:lnTo>
                  <a:pt x="412789" y="555980"/>
                </a:lnTo>
                <a:lnTo>
                  <a:pt x="408994" y="553796"/>
                </a:lnTo>
                <a:close/>
              </a:path>
              <a:path w="3812540" h="3546475">
                <a:moveTo>
                  <a:pt x="373876" y="613562"/>
                </a:moveTo>
                <a:lnTo>
                  <a:pt x="371137" y="618312"/>
                </a:lnTo>
                <a:lnTo>
                  <a:pt x="375880" y="621042"/>
                </a:lnTo>
                <a:lnTo>
                  <a:pt x="378623" y="616305"/>
                </a:lnTo>
                <a:lnTo>
                  <a:pt x="373876" y="613562"/>
                </a:lnTo>
                <a:close/>
              </a:path>
              <a:path w="3812540" h="3546475">
                <a:moveTo>
                  <a:pt x="338702" y="673138"/>
                </a:moveTo>
                <a:lnTo>
                  <a:pt x="335279" y="679081"/>
                </a:lnTo>
                <a:lnTo>
                  <a:pt x="341213" y="682497"/>
                </a:lnTo>
                <a:lnTo>
                  <a:pt x="344636" y="676567"/>
                </a:lnTo>
                <a:lnTo>
                  <a:pt x="338702" y="673138"/>
                </a:lnTo>
                <a:close/>
              </a:path>
              <a:path w="3812540" h="3546475">
                <a:moveTo>
                  <a:pt x="303584" y="732916"/>
                </a:moveTo>
                <a:lnTo>
                  <a:pt x="299610" y="739800"/>
                </a:lnTo>
                <a:lnTo>
                  <a:pt x="306491" y="743762"/>
                </a:lnTo>
                <a:lnTo>
                  <a:pt x="310460" y="736879"/>
                </a:lnTo>
                <a:lnTo>
                  <a:pt x="303584" y="732916"/>
                </a:lnTo>
                <a:close/>
              </a:path>
              <a:path w="3812540" h="3546475">
                <a:moveTo>
                  <a:pt x="268417" y="792492"/>
                </a:moveTo>
                <a:lnTo>
                  <a:pt x="263758" y="800569"/>
                </a:lnTo>
                <a:lnTo>
                  <a:pt x="271819" y="805218"/>
                </a:lnTo>
                <a:lnTo>
                  <a:pt x="276477" y="797153"/>
                </a:lnTo>
                <a:lnTo>
                  <a:pt x="268417" y="792492"/>
                </a:lnTo>
                <a:close/>
              </a:path>
              <a:path w="3812540" h="3546475">
                <a:moveTo>
                  <a:pt x="233243" y="852068"/>
                </a:moveTo>
                <a:lnTo>
                  <a:pt x="227900" y="861326"/>
                </a:lnTo>
                <a:lnTo>
                  <a:pt x="237152" y="866673"/>
                </a:lnTo>
                <a:lnTo>
                  <a:pt x="242495" y="857427"/>
                </a:lnTo>
                <a:lnTo>
                  <a:pt x="233243" y="852068"/>
                </a:lnTo>
                <a:close/>
              </a:path>
              <a:path w="3812540" h="3546475">
                <a:moveTo>
                  <a:pt x="198125" y="911847"/>
                </a:moveTo>
                <a:lnTo>
                  <a:pt x="192236" y="922058"/>
                </a:lnTo>
                <a:lnTo>
                  <a:pt x="202435" y="927938"/>
                </a:lnTo>
                <a:lnTo>
                  <a:pt x="208324" y="917740"/>
                </a:lnTo>
                <a:lnTo>
                  <a:pt x="198125" y="911847"/>
                </a:lnTo>
                <a:close/>
              </a:path>
              <a:path w="3812540" h="3546475">
                <a:moveTo>
                  <a:pt x="162952" y="971422"/>
                </a:moveTo>
                <a:lnTo>
                  <a:pt x="156378" y="982814"/>
                </a:lnTo>
                <a:lnTo>
                  <a:pt x="167764" y="989393"/>
                </a:lnTo>
                <a:lnTo>
                  <a:pt x="174336" y="978001"/>
                </a:lnTo>
                <a:lnTo>
                  <a:pt x="162952" y="971422"/>
                </a:lnTo>
                <a:close/>
              </a:path>
              <a:path w="3812540" h="3546475">
                <a:moveTo>
                  <a:pt x="127833" y="1031189"/>
                </a:moveTo>
                <a:lnTo>
                  <a:pt x="120714" y="1043533"/>
                </a:lnTo>
                <a:lnTo>
                  <a:pt x="133047" y="1050658"/>
                </a:lnTo>
                <a:lnTo>
                  <a:pt x="140166" y="1038313"/>
                </a:lnTo>
                <a:lnTo>
                  <a:pt x="127833" y="1031189"/>
                </a:lnTo>
                <a:close/>
              </a:path>
              <a:path w="3812540" h="3546475">
                <a:moveTo>
                  <a:pt x="92665" y="1090777"/>
                </a:moveTo>
                <a:lnTo>
                  <a:pt x="84856" y="1104303"/>
                </a:lnTo>
                <a:lnTo>
                  <a:pt x="98375" y="1112113"/>
                </a:lnTo>
                <a:lnTo>
                  <a:pt x="106178" y="1098588"/>
                </a:lnTo>
                <a:lnTo>
                  <a:pt x="92665" y="1090777"/>
                </a:lnTo>
                <a:close/>
              </a:path>
              <a:path w="3812540" h="3546475">
                <a:moveTo>
                  <a:pt x="57541" y="1150543"/>
                </a:moveTo>
                <a:lnTo>
                  <a:pt x="49187" y="1165021"/>
                </a:lnTo>
                <a:lnTo>
                  <a:pt x="63658" y="1173378"/>
                </a:lnTo>
                <a:lnTo>
                  <a:pt x="72012" y="1158900"/>
                </a:lnTo>
                <a:lnTo>
                  <a:pt x="57541" y="1150543"/>
                </a:lnTo>
                <a:close/>
              </a:path>
              <a:path w="3812540" h="3546475">
                <a:moveTo>
                  <a:pt x="22368" y="1210119"/>
                </a:moveTo>
                <a:lnTo>
                  <a:pt x="13334" y="1225791"/>
                </a:lnTo>
                <a:lnTo>
                  <a:pt x="28986" y="1234833"/>
                </a:lnTo>
                <a:lnTo>
                  <a:pt x="38025" y="1219174"/>
                </a:lnTo>
                <a:lnTo>
                  <a:pt x="22368" y="1210119"/>
                </a:lnTo>
                <a:close/>
              </a:path>
              <a:path w="3812540" h="3546475">
                <a:moveTo>
                  <a:pt x="0" y="1277100"/>
                </a:moveTo>
                <a:lnTo>
                  <a:pt x="0" y="1286443"/>
                </a:lnTo>
                <a:lnTo>
                  <a:pt x="4043" y="1279436"/>
                </a:lnTo>
                <a:lnTo>
                  <a:pt x="0" y="1277100"/>
                </a:lnTo>
                <a:close/>
              </a:path>
              <a:path w="3812540" h="3546475">
                <a:moveTo>
                  <a:pt x="539819" y="469569"/>
                </a:moveTo>
                <a:lnTo>
                  <a:pt x="539000" y="470992"/>
                </a:lnTo>
                <a:lnTo>
                  <a:pt x="540424" y="471817"/>
                </a:lnTo>
                <a:lnTo>
                  <a:pt x="541243" y="470395"/>
                </a:lnTo>
                <a:lnTo>
                  <a:pt x="539819" y="469569"/>
                </a:lnTo>
                <a:close/>
              </a:path>
              <a:path w="3812540" h="3546475">
                <a:moveTo>
                  <a:pt x="504700" y="529335"/>
                </a:moveTo>
                <a:lnTo>
                  <a:pt x="503331" y="531710"/>
                </a:lnTo>
                <a:lnTo>
                  <a:pt x="505702" y="533082"/>
                </a:lnTo>
                <a:lnTo>
                  <a:pt x="507072" y="530707"/>
                </a:lnTo>
                <a:lnTo>
                  <a:pt x="504700" y="529335"/>
                </a:lnTo>
                <a:close/>
              </a:path>
              <a:path w="3812540" h="3546475">
                <a:moveTo>
                  <a:pt x="469532" y="588924"/>
                </a:moveTo>
                <a:lnTo>
                  <a:pt x="467479" y="592480"/>
                </a:lnTo>
                <a:lnTo>
                  <a:pt x="471036" y="594537"/>
                </a:lnTo>
                <a:lnTo>
                  <a:pt x="473090" y="590969"/>
                </a:lnTo>
                <a:lnTo>
                  <a:pt x="469532" y="588924"/>
                </a:lnTo>
                <a:close/>
              </a:path>
              <a:path w="3812540" h="3546475">
                <a:moveTo>
                  <a:pt x="434360" y="648500"/>
                </a:moveTo>
                <a:lnTo>
                  <a:pt x="431620" y="653249"/>
                </a:lnTo>
                <a:lnTo>
                  <a:pt x="436369" y="655993"/>
                </a:lnTo>
                <a:lnTo>
                  <a:pt x="439107" y="651243"/>
                </a:lnTo>
                <a:lnTo>
                  <a:pt x="434360" y="648500"/>
                </a:lnTo>
                <a:close/>
              </a:path>
              <a:path w="3812540" h="3546475">
                <a:moveTo>
                  <a:pt x="399240" y="708266"/>
                </a:moveTo>
                <a:lnTo>
                  <a:pt x="395951" y="713968"/>
                </a:lnTo>
                <a:lnTo>
                  <a:pt x="401642" y="717257"/>
                </a:lnTo>
                <a:lnTo>
                  <a:pt x="404931" y="711555"/>
                </a:lnTo>
                <a:lnTo>
                  <a:pt x="399240" y="708266"/>
                </a:lnTo>
                <a:close/>
              </a:path>
              <a:path w="3812540" h="3546475">
                <a:moveTo>
                  <a:pt x="364068" y="767854"/>
                </a:moveTo>
                <a:lnTo>
                  <a:pt x="360094" y="774738"/>
                </a:lnTo>
                <a:lnTo>
                  <a:pt x="366975" y="778713"/>
                </a:lnTo>
                <a:lnTo>
                  <a:pt x="370944" y="771829"/>
                </a:lnTo>
                <a:lnTo>
                  <a:pt x="364068" y="767854"/>
                </a:lnTo>
                <a:close/>
              </a:path>
              <a:path w="3812540" h="3546475">
                <a:moveTo>
                  <a:pt x="328950" y="827620"/>
                </a:moveTo>
                <a:lnTo>
                  <a:pt x="324430" y="835456"/>
                </a:lnTo>
                <a:lnTo>
                  <a:pt x="332258" y="839977"/>
                </a:lnTo>
                <a:lnTo>
                  <a:pt x="336778" y="832142"/>
                </a:lnTo>
                <a:lnTo>
                  <a:pt x="328950" y="827620"/>
                </a:lnTo>
                <a:close/>
              </a:path>
              <a:path w="3812540" h="3546475">
                <a:moveTo>
                  <a:pt x="293776" y="887209"/>
                </a:moveTo>
                <a:lnTo>
                  <a:pt x="288573" y="896226"/>
                </a:lnTo>
                <a:lnTo>
                  <a:pt x="297586" y="901433"/>
                </a:lnTo>
                <a:lnTo>
                  <a:pt x="302790" y="892416"/>
                </a:lnTo>
                <a:lnTo>
                  <a:pt x="293776" y="887209"/>
                </a:lnTo>
                <a:close/>
              </a:path>
              <a:path w="3812540" h="3546475">
                <a:moveTo>
                  <a:pt x="258608" y="946784"/>
                </a:moveTo>
                <a:lnTo>
                  <a:pt x="252719" y="956995"/>
                </a:lnTo>
                <a:lnTo>
                  <a:pt x="262915" y="962875"/>
                </a:lnTo>
                <a:lnTo>
                  <a:pt x="268803" y="952677"/>
                </a:lnTo>
                <a:lnTo>
                  <a:pt x="258608" y="946784"/>
                </a:lnTo>
                <a:close/>
              </a:path>
              <a:path w="3812540" h="3546475">
                <a:moveTo>
                  <a:pt x="223485" y="1006551"/>
                </a:moveTo>
                <a:lnTo>
                  <a:pt x="217050" y="1017714"/>
                </a:lnTo>
                <a:lnTo>
                  <a:pt x="228198" y="1024153"/>
                </a:lnTo>
                <a:lnTo>
                  <a:pt x="234637" y="1013002"/>
                </a:lnTo>
                <a:lnTo>
                  <a:pt x="223485" y="1006551"/>
                </a:lnTo>
                <a:close/>
              </a:path>
              <a:path w="3812540" h="3546475">
                <a:moveTo>
                  <a:pt x="188316" y="1066126"/>
                </a:moveTo>
                <a:lnTo>
                  <a:pt x="181193" y="1078471"/>
                </a:lnTo>
                <a:lnTo>
                  <a:pt x="193526" y="1085608"/>
                </a:lnTo>
                <a:lnTo>
                  <a:pt x="200649" y="1073264"/>
                </a:lnTo>
                <a:lnTo>
                  <a:pt x="188316" y="1066126"/>
                </a:lnTo>
                <a:close/>
              </a:path>
              <a:path w="3812540" h="3546475">
                <a:moveTo>
                  <a:pt x="153198" y="1125905"/>
                </a:moveTo>
                <a:lnTo>
                  <a:pt x="145529" y="1139202"/>
                </a:lnTo>
                <a:lnTo>
                  <a:pt x="158809" y="1146873"/>
                </a:lnTo>
                <a:lnTo>
                  <a:pt x="166479" y="1133576"/>
                </a:lnTo>
                <a:lnTo>
                  <a:pt x="153198" y="1125905"/>
                </a:lnTo>
                <a:close/>
              </a:path>
              <a:path w="3812540" h="3546475">
                <a:moveTo>
                  <a:pt x="118075" y="1185671"/>
                </a:moveTo>
                <a:lnTo>
                  <a:pt x="109859" y="1199908"/>
                </a:lnTo>
                <a:lnTo>
                  <a:pt x="124087" y="1208138"/>
                </a:lnTo>
                <a:lnTo>
                  <a:pt x="132308" y="1193901"/>
                </a:lnTo>
                <a:lnTo>
                  <a:pt x="118075" y="1185671"/>
                </a:lnTo>
                <a:close/>
              </a:path>
              <a:path w="3812540" h="3546475">
                <a:moveTo>
                  <a:pt x="82907" y="1245247"/>
                </a:moveTo>
                <a:lnTo>
                  <a:pt x="74002" y="1260678"/>
                </a:lnTo>
                <a:lnTo>
                  <a:pt x="89420" y="1269580"/>
                </a:lnTo>
                <a:lnTo>
                  <a:pt x="98325" y="1254163"/>
                </a:lnTo>
                <a:lnTo>
                  <a:pt x="82907" y="1245247"/>
                </a:lnTo>
                <a:close/>
              </a:path>
              <a:path w="3812540" h="3546475">
                <a:moveTo>
                  <a:pt x="47739" y="1304836"/>
                </a:moveTo>
                <a:lnTo>
                  <a:pt x="38149" y="1321447"/>
                </a:lnTo>
                <a:lnTo>
                  <a:pt x="54753" y="1331036"/>
                </a:lnTo>
                <a:lnTo>
                  <a:pt x="64338" y="1314424"/>
                </a:lnTo>
                <a:lnTo>
                  <a:pt x="47739" y="1304836"/>
                </a:lnTo>
                <a:close/>
              </a:path>
              <a:path w="3812540" h="3546475">
                <a:moveTo>
                  <a:pt x="12615" y="1364602"/>
                </a:moveTo>
                <a:lnTo>
                  <a:pt x="2480" y="1382166"/>
                </a:lnTo>
                <a:lnTo>
                  <a:pt x="20032" y="1392313"/>
                </a:lnTo>
                <a:lnTo>
                  <a:pt x="30162" y="1374749"/>
                </a:lnTo>
                <a:lnTo>
                  <a:pt x="12615" y="1364602"/>
                </a:lnTo>
                <a:close/>
              </a:path>
              <a:path w="3812540" h="3546475">
                <a:moveTo>
                  <a:pt x="601538" y="505383"/>
                </a:moveTo>
                <a:lnTo>
                  <a:pt x="599959" y="505383"/>
                </a:lnTo>
                <a:lnTo>
                  <a:pt x="599668" y="505891"/>
                </a:lnTo>
                <a:lnTo>
                  <a:pt x="601246" y="505891"/>
                </a:lnTo>
                <a:lnTo>
                  <a:pt x="601538" y="505383"/>
                </a:lnTo>
                <a:close/>
              </a:path>
              <a:path w="3812540" h="3546475">
                <a:moveTo>
                  <a:pt x="565233" y="564464"/>
                </a:moveTo>
                <a:lnTo>
                  <a:pt x="564004" y="566610"/>
                </a:lnTo>
                <a:lnTo>
                  <a:pt x="566136" y="567842"/>
                </a:lnTo>
                <a:lnTo>
                  <a:pt x="567372" y="565708"/>
                </a:lnTo>
                <a:lnTo>
                  <a:pt x="565233" y="564464"/>
                </a:lnTo>
                <a:close/>
              </a:path>
              <a:path w="3812540" h="3546475">
                <a:moveTo>
                  <a:pt x="530066" y="624052"/>
                </a:moveTo>
                <a:lnTo>
                  <a:pt x="528145" y="627367"/>
                </a:lnTo>
                <a:lnTo>
                  <a:pt x="531465" y="629297"/>
                </a:lnTo>
                <a:lnTo>
                  <a:pt x="533384" y="625970"/>
                </a:lnTo>
                <a:lnTo>
                  <a:pt x="530066" y="624052"/>
                </a:lnTo>
                <a:close/>
              </a:path>
              <a:path w="3812540" h="3546475">
                <a:moveTo>
                  <a:pt x="494893" y="683640"/>
                </a:moveTo>
                <a:lnTo>
                  <a:pt x="492293" y="688136"/>
                </a:lnTo>
                <a:lnTo>
                  <a:pt x="496798" y="690740"/>
                </a:lnTo>
                <a:lnTo>
                  <a:pt x="499398" y="686231"/>
                </a:lnTo>
                <a:lnTo>
                  <a:pt x="494893" y="683640"/>
                </a:lnTo>
                <a:close/>
              </a:path>
              <a:path w="3812540" h="3546475">
                <a:moveTo>
                  <a:pt x="459774" y="743394"/>
                </a:moveTo>
                <a:lnTo>
                  <a:pt x="456624" y="748855"/>
                </a:lnTo>
                <a:lnTo>
                  <a:pt x="462076" y="752017"/>
                </a:lnTo>
                <a:lnTo>
                  <a:pt x="465226" y="746556"/>
                </a:lnTo>
                <a:lnTo>
                  <a:pt x="459774" y="743394"/>
                </a:lnTo>
                <a:close/>
              </a:path>
              <a:path w="3812540" h="3546475">
                <a:moveTo>
                  <a:pt x="424601" y="802982"/>
                </a:moveTo>
                <a:lnTo>
                  <a:pt x="420767" y="809624"/>
                </a:lnTo>
                <a:lnTo>
                  <a:pt x="427409" y="813460"/>
                </a:lnTo>
                <a:lnTo>
                  <a:pt x="431244" y="806818"/>
                </a:lnTo>
                <a:lnTo>
                  <a:pt x="424601" y="802982"/>
                </a:lnTo>
                <a:close/>
              </a:path>
              <a:path w="3812540" h="3546475">
                <a:moveTo>
                  <a:pt x="389483" y="862749"/>
                </a:moveTo>
                <a:lnTo>
                  <a:pt x="385102" y="870343"/>
                </a:lnTo>
                <a:lnTo>
                  <a:pt x="392692" y="874725"/>
                </a:lnTo>
                <a:lnTo>
                  <a:pt x="397073" y="867130"/>
                </a:lnTo>
                <a:lnTo>
                  <a:pt x="389483" y="862749"/>
                </a:lnTo>
                <a:close/>
              </a:path>
              <a:path w="3812540" h="3546475">
                <a:moveTo>
                  <a:pt x="354309" y="922324"/>
                </a:moveTo>
                <a:lnTo>
                  <a:pt x="349244" y="931113"/>
                </a:lnTo>
                <a:lnTo>
                  <a:pt x="358020" y="936180"/>
                </a:lnTo>
                <a:lnTo>
                  <a:pt x="363086" y="927404"/>
                </a:lnTo>
                <a:lnTo>
                  <a:pt x="354309" y="922324"/>
                </a:lnTo>
                <a:close/>
              </a:path>
              <a:path w="3812540" h="3546475">
                <a:moveTo>
                  <a:pt x="319142" y="981913"/>
                </a:moveTo>
                <a:lnTo>
                  <a:pt x="313387" y="991882"/>
                </a:lnTo>
                <a:lnTo>
                  <a:pt x="323353" y="997635"/>
                </a:lnTo>
                <a:lnTo>
                  <a:pt x="329103" y="987666"/>
                </a:lnTo>
                <a:lnTo>
                  <a:pt x="319142" y="981913"/>
                </a:lnTo>
                <a:close/>
              </a:path>
              <a:path w="3812540" h="3546475">
                <a:moveTo>
                  <a:pt x="284018" y="1041679"/>
                </a:moveTo>
                <a:lnTo>
                  <a:pt x="277723" y="1052601"/>
                </a:lnTo>
                <a:lnTo>
                  <a:pt x="288632" y="1058900"/>
                </a:lnTo>
                <a:lnTo>
                  <a:pt x="294928" y="1047991"/>
                </a:lnTo>
                <a:lnTo>
                  <a:pt x="284018" y="1041679"/>
                </a:lnTo>
                <a:close/>
              </a:path>
              <a:path w="3812540" h="3546475">
                <a:moveTo>
                  <a:pt x="248850" y="1101267"/>
                </a:moveTo>
                <a:lnTo>
                  <a:pt x="241865" y="1113370"/>
                </a:lnTo>
                <a:lnTo>
                  <a:pt x="253960" y="1120355"/>
                </a:lnTo>
                <a:lnTo>
                  <a:pt x="260945" y="1108252"/>
                </a:lnTo>
                <a:lnTo>
                  <a:pt x="248850" y="1101267"/>
                </a:lnTo>
                <a:close/>
              </a:path>
              <a:path w="3812540" h="3546475">
                <a:moveTo>
                  <a:pt x="213677" y="1160843"/>
                </a:moveTo>
                <a:lnTo>
                  <a:pt x="206007" y="1174140"/>
                </a:lnTo>
                <a:lnTo>
                  <a:pt x="219293" y="1181811"/>
                </a:lnTo>
                <a:lnTo>
                  <a:pt x="226962" y="1168514"/>
                </a:lnTo>
                <a:lnTo>
                  <a:pt x="213677" y="1160843"/>
                </a:lnTo>
                <a:close/>
              </a:path>
              <a:path w="3812540" h="3546475">
                <a:moveTo>
                  <a:pt x="178559" y="1220622"/>
                </a:moveTo>
                <a:lnTo>
                  <a:pt x="170343" y="1234859"/>
                </a:lnTo>
                <a:lnTo>
                  <a:pt x="184571" y="1243075"/>
                </a:lnTo>
                <a:lnTo>
                  <a:pt x="192787" y="1228839"/>
                </a:lnTo>
                <a:lnTo>
                  <a:pt x="178559" y="1220622"/>
                </a:lnTo>
                <a:close/>
              </a:path>
              <a:path w="3812540" h="3546475">
                <a:moveTo>
                  <a:pt x="143390" y="1280198"/>
                </a:moveTo>
                <a:lnTo>
                  <a:pt x="134486" y="1295615"/>
                </a:lnTo>
                <a:lnTo>
                  <a:pt x="149899" y="1304531"/>
                </a:lnTo>
                <a:lnTo>
                  <a:pt x="158804" y="1289100"/>
                </a:lnTo>
                <a:lnTo>
                  <a:pt x="143390" y="1280198"/>
                </a:lnTo>
                <a:close/>
              </a:path>
              <a:path w="3812540" h="3546475">
                <a:moveTo>
                  <a:pt x="108217" y="1339773"/>
                </a:moveTo>
                <a:lnTo>
                  <a:pt x="98633" y="1356385"/>
                </a:lnTo>
                <a:lnTo>
                  <a:pt x="115237" y="1365986"/>
                </a:lnTo>
                <a:lnTo>
                  <a:pt x="124822" y="1349362"/>
                </a:lnTo>
                <a:lnTo>
                  <a:pt x="108217" y="1339773"/>
                </a:lnTo>
                <a:close/>
              </a:path>
              <a:path w="3812540" h="3546475">
                <a:moveTo>
                  <a:pt x="73099" y="1399552"/>
                </a:moveTo>
                <a:lnTo>
                  <a:pt x="62964" y="1417104"/>
                </a:lnTo>
                <a:lnTo>
                  <a:pt x="80515" y="1427251"/>
                </a:lnTo>
                <a:lnTo>
                  <a:pt x="90646" y="1409687"/>
                </a:lnTo>
                <a:lnTo>
                  <a:pt x="73099" y="1399552"/>
                </a:lnTo>
                <a:close/>
              </a:path>
              <a:path w="3812540" h="3546475">
                <a:moveTo>
                  <a:pt x="37926" y="1459128"/>
                </a:moveTo>
                <a:lnTo>
                  <a:pt x="27106" y="1477873"/>
                </a:lnTo>
                <a:lnTo>
                  <a:pt x="45844" y="1488706"/>
                </a:lnTo>
                <a:lnTo>
                  <a:pt x="56663" y="1469948"/>
                </a:lnTo>
                <a:lnTo>
                  <a:pt x="37926" y="1459128"/>
                </a:lnTo>
                <a:close/>
              </a:path>
              <a:path w="3812540" h="3546475">
                <a:moveTo>
                  <a:pt x="2857" y="1519085"/>
                </a:moveTo>
                <a:lnTo>
                  <a:pt x="0" y="1524035"/>
                </a:lnTo>
                <a:lnTo>
                  <a:pt x="0" y="1543380"/>
                </a:lnTo>
                <a:lnTo>
                  <a:pt x="11077" y="1549780"/>
                </a:lnTo>
                <a:lnTo>
                  <a:pt x="22309" y="1530311"/>
                </a:lnTo>
                <a:lnTo>
                  <a:pt x="2857" y="1519085"/>
                </a:lnTo>
                <a:close/>
              </a:path>
              <a:path w="3812540" h="3546475">
                <a:moveTo>
                  <a:pt x="625767" y="599592"/>
                </a:moveTo>
                <a:lnTo>
                  <a:pt x="624671" y="601497"/>
                </a:lnTo>
                <a:lnTo>
                  <a:pt x="626570" y="602589"/>
                </a:lnTo>
                <a:lnTo>
                  <a:pt x="627663" y="600697"/>
                </a:lnTo>
                <a:lnTo>
                  <a:pt x="625767" y="599592"/>
                </a:lnTo>
                <a:close/>
              </a:path>
              <a:path w="3812540" h="3546475">
                <a:moveTo>
                  <a:pt x="590599" y="659180"/>
                </a:moveTo>
                <a:lnTo>
                  <a:pt x="588818" y="662266"/>
                </a:lnTo>
                <a:lnTo>
                  <a:pt x="591899" y="664044"/>
                </a:lnTo>
                <a:lnTo>
                  <a:pt x="593680" y="660958"/>
                </a:lnTo>
                <a:lnTo>
                  <a:pt x="590599" y="659180"/>
                </a:lnTo>
                <a:close/>
              </a:path>
              <a:path w="3812540" h="3546475">
                <a:moveTo>
                  <a:pt x="555426" y="718756"/>
                </a:moveTo>
                <a:lnTo>
                  <a:pt x="552960" y="723023"/>
                </a:lnTo>
                <a:lnTo>
                  <a:pt x="557232" y="725500"/>
                </a:lnTo>
                <a:lnTo>
                  <a:pt x="559697" y="721220"/>
                </a:lnTo>
                <a:lnTo>
                  <a:pt x="555426" y="718756"/>
                </a:lnTo>
                <a:close/>
              </a:path>
              <a:path w="3812540" h="3546475">
                <a:moveTo>
                  <a:pt x="520307" y="778522"/>
                </a:moveTo>
                <a:lnTo>
                  <a:pt x="517291" y="783742"/>
                </a:lnTo>
                <a:lnTo>
                  <a:pt x="522510" y="786764"/>
                </a:lnTo>
                <a:lnTo>
                  <a:pt x="525527" y="781545"/>
                </a:lnTo>
                <a:lnTo>
                  <a:pt x="520307" y="778522"/>
                </a:lnTo>
                <a:close/>
              </a:path>
              <a:path w="3812540" h="3546475">
                <a:moveTo>
                  <a:pt x="485134" y="838111"/>
                </a:moveTo>
                <a:lnTo>
                  <a:pt x="481439" y="844511"/>
                </a:lnTo>
                <a:lnTo>
                  <a:pt x="487838" y="848220"/>
                </a:lnTo>
                <a:lnTo>
                  <a:pt x="491539" y="841806"/>
                </a:lnTo>
                <a:lnTo>
                  <a:pt x="485134" y="838111"/>
                </a:lnTo>
                <a:close/>
              </a:path>
              <a:path w="3812540" h="3546475">
                <a:moveTo>
                  <a:pt x="450016" y="897877"/>
                </a:moveTo>
                <a:lnTo>
                  <a:pt x="445769" y="905230"/>
                </a:lnTo>
                <a:lnTo>
                  <a:pt x="453122" y="909485"/>
                </a:lnTo>
                <a:lnTo>
                  <a:pt x="457368" y="902131"/>
                </a:lnTo>
                <a:lnTo>
                  <a:pt x="450016" y="897877"/>
                </a:lnTo>
                <a:close/>
              </a:path>
              <a:path w="3812540" h="3546475">
                <a:moveTo>
                  <a:pt x="414848" y="957452"/>
                </a:moveTo>
                <a:lnTo>
                  <a:pt x="409917" y="966012"/>
                </a:lnTo>
                <a:lnTo>
                  <a:pt x="418449" y="970940"/>
                </a:lnTo>
                <a:lnTo>
                  <a:pt x="423381" y="962393"/>
                </a:lnTo>
                <a:lnTo>
                  <a:pt x="414848" y="957452"/>
                </a:lnTo>
                <a:close/>
              </a:path>
              <a:path w="3812540" h="3546475">
                <a:moveTo>
                  <a:pt x="379675" y="1017041"/>
                </a:moveTo>
                <a:lnTo>
                  <a:pt x="374059" y="1026769"/>
                </a:lnTo>
                <a:lnTo>
                  <a:pt x="383782" y="1032382"/>
                </a:lnTo>
                <a:lnTo>
                  <a:pt x="389398" y="1022654"/>
                </a:lnTo>
                <a:lnTo>
                  <a:pt x="379675" y="1017041"/>
                </a:lnTo>
                <a:close/>
              </a:path>
              <a:path w="3812540" h="3546475">
                <a:moveTo>
                  <a:pt x="344552" y="1076807"/>
                </a:moveTo>
                <a:lnTo>
                  <a:pt x="338390" y="1087488"/>
                </a:lnTo>
                <a:lnTo>
                  <a:pt x="349065" y="1093660"/>
                </a:lnTo>
                <a:lnTo>
                  <a:pt x="355227" y="1082979"/>
                </a:lnTo>
                <a:lnTo>
                  <a:pt x="344552" y="1076807"/>
                </a:lnTo>
                <a:close/>
              </a:path>
              <a:path w="3812540" h="3546475">
                <a:moveTo>
                  <a:pt x="309383" y="1136395"/>
                </a:moveTo>
                <a:lnTo>
                  <a:pt x="302538" y="1148257"/>
                </a:lnTo>
                <a:lnTo>
                  <a:pt x="314394" y="1155103"/>
                </a:lnTo>
                <a:lnTo>
                  <a:pt x="321240" y="1143241"/>
                </a:lnTo>
                <a:lnTo>
                  <a:pt x="309383" y="1136395"/>
                </a:lnTo>
                <a:close/>
              </a:path>
              <a:path w="3812540" h="3546475">
                <a:moveTo>
                  <a:pt x="274210" y="1195971"/>
                </a:moveTo>
                <a:lnTo>
                  <a:pt x="266679" y="1209027"/>
                </a:lnTo>
                <a:lnTo>
                  <a:pt x="279727" y="1216558"/>
                </a:lnTo>
                <a:lnTo>
                  <a:pt x="287258" y="1203502"/>
                </a:lnTo>
                <a:lnTo>
                  <a:pt x="274210" y="1195971"/>
                </a:lnTo>
                <a:close/>
              </a:path>
              <a:path w="3812540" h="3546475">
                <a:moveTo>
                  <a:pt x="239092" y="1255737"/>
                </a:moveTo>
                <a:lnTo>
                  <a:pt x="231015" y="1269745"/>
                </a:lnTo>
                <a:lnTo>
                  <a:pt x="245010" y="1277823"/>
                </a:lnTo>
                <a:lnTo>
                  <a:pt x="253086" y="1263827"/>
                </a:lnTo>
                <a:lnTo>
                  <a:pt x="239092" y="1255737"/>
                </a:lnTo>
                <a:close/>
              </a:path>
              <a:path w="3812540" h="3546475">
                <a:moveTo>
                  <a:pt x="203923" y="1315326"/>
                </a:moveTo>
                <a:lnTo>
                  <a:pt x="195158" y="1330515"/>
                </a:lnTo>
                <a:lnTo>
                  <a:pt x="210338" y="1339278"/>
                </a:lnTo>
                <a:lnTo>
                  <a:pt x="219100" y="1324101"/>
                </a:lnTo>
                <a:lnTo>
                  <a:pt x="203923" y="1315326"/>
                </a:lnTo>
                <a:close/>
              </a:path>
              <a:path w="3812540" h="3546475">
                <a:moveTo>
                  <a:pt x="168751" y="1374901"/>
                </a:moveTo>
                <a:lnTo>
                  <a:pt x="159301" y="1391284"/>
                </a:lnTo>
                <a:lnTo>
                  <a:pt x="175666" y="1400733"/>
                </a:lnTo>
                <a:lnTo>
                  <a:pt x="185117" y="1384363"/>
                </a:lnTo>
                <a:lnTo>
                  <a:pt x="168751" y="1374901"/>
                </a:lnTo>
                <a:close/>
              </a:path>
              <a:path w="3812540" h="3546475">
                <a:moveTo>
                  <a:pt x="133628" y="1434668"/>
                </a:moveTo>
                <a:lnTo>
                  <a:pt x="123631" y="1452003"/>
                </a:lnTo>
                <a:lnTo>
                  <a:pt x="140949" y="1461998"/>
                </a:lnTo>
                <a:lnTo>
                  <a:pt x="150945" y="1444675"/>
                </a:lnTo>
                <a:lnTo>
                  <a:pt x="133628" y="1434668"/>
                </a:lnTo>
                <a:close/>
              </a:path>
              <a:path w="3812540" h="3546475">
                <a:moveTo>
                  <a:pt x="98459" y="1494256"/>
                </a:moveTo>
                <a:lnTo>
                  <a:pt x="87778" y="1512760"/>
                </a:lnTo>
                <a:lnTo>
                  <a:pt x="106278" y="1523453"/>
                </a:lnTo>
                <a:lnTo>
                  <a:pt x="116959" y="1504937"/>
                </a:lnTo>
                <a:lnTo>
                  <a:pt x="98459" y="1494256"/>
                </a:lnTo>
                <a:close/>
              </a:path>
              <a:path w="3812540" h="3546475">
                <a:moveTo>
                  <a:pt x="63341" y="1554022"/>
                </a:moveTo>
                <a:lnTo>
                  <a:pt x="52109" y="1573491"/>
                </a:lnTo>
                <a:lnTo>
                  <a:pt x="71556" y="1584718"/>
                </a:lnTo>
                <a:lnTo>
                  <a:pt x="82788" y="1565262"/>
                </a:lnTo>
                <a:lnTo>
                  <a:pt x="63341" y="1554022"/>
                </a:lnTo>
                <a:close/>
              </a:path>
              <a:path w="3812540" h="3546475">
                <a:moveTo>
                  <a:pt x="28168" y="1613611"/>
                </a:moveTo>
                <a:lnTo>
                  <a:pt x="16257" y="1634248"/>
                </a:lnTo>
                <a:lnTo>
                  <a:pt x="36889" y="1646173"/>
                </a:lnTo>
                <a:lnTo>
                  <a:pt x="48800" y="1625523"/>
                </a:lnTo>
                <a:lnTo>
                  <a:pt x="28168" y="1613611"/>
                </a:lnTo>
                <a:close/>
              </a:path>
              <a:path w="3812540" h="3546475">
                <a:moveTo>
                  <a:pt x="0" y="1677393"/>
                </a:moveTo>
                <a:lnTo>
                  <a:pt x="0" y="1706185"/>
                </a:lnTo>
                <a:lnTo>
                  <a:pt x="2167" y="1707438"/>
                </a:lnTo>
                <a:lnTo>
                  <a:pt x="14629" y="1685848"/>
                </a:lnTo>
                <a:lnTo>
                  <a:pt x="0" y="1677393"/>
                </a:lnTo>
                <a:close/>
              </a:path>
              <a:path w="3812540" h="3546475">
                <a:moveTo>
                  <a:pt x="686250" y="634542"/>
                </a:moveTo>
                <a:lnTo>
                  <a:pt x="685154" y="636435"/>
                </a:lnTo>
                <a:lnTo>
                  <a:pt x="687054" y="637527"/>
                </a:lnTo>
                <a:lnTo>
                  <a:pt x="688152" y="635634"/>
                </a:lnTo>
                <a:lnTo>
                  <a:pt x="686250" y="634542"/>
                </a:lnTo>
                <a:close/>
              </a:path>
              <a:path w="3812540" h="3546475">
                <a:moveTo>
                  <a:pt x="651132" y="694308"/>
                </a:moveTo>
                <a:lnTo>
                  <a:pt x="649490" y="697153"/>
                </a:lnTo>
                <a:lnTo>
                  <a:pt x="652332" y="698792"/>
                </a:lnTo>
                <a:lnTo>
                  <a:pt x="653975" y="695947"/>
                </a:lnTo>
                <a:lnTo>
                  <a:pt x="651132" y="694308"/>
                </a:lnTo>
                <a:close/>
              </a:path>
              <a:path w="3812540" h="3546475">
                <a:moveTo>
                  <a:pt x="615960" y="753884"/>
                </a:moveTo>
                <a:lnTo>
                  <a:pt x="613633" y="757923"/>
                </a:lnTo>
                <a:lnTo>
                  <a:pt x="617667" y="760247"/>
                </a:lnTo>
                <a:lnTo>
                  <a:pt x="619993" y="756221"/>
                </a:lnTo>
                <a:lnTo>
                  <a:pt x="615960" y="753884"/>
                </a:lnTo>
                <a:close/>
              </a:path>
              <a:path w="3812540" h="3546475">
                <a:moveTo>
                  <a:pt x="580791" y="813473"/>
                </a:moveTo>
                <a:lnTo>
                  <a:pt x="577775" y="818692"/>
                </a:lnTo>
                <a:lnTo>
                  <a:pt x="582994" y="821702"/>
                </a:lnTo>
                <a:lnTo>
                  <a:pt x="586005" y="816482"/>
                </a:lnTo>
                <a:lnTo>
                  <a:pt x="580791" y="813473"/>
                </a:lnTo>
                <a:close/>
              </a:path>
              <a:path w="3812540" h="3546475">
                <a:moveTo>
                  <a:pt x="545668" y="873239"/>
                </a:moveTo>
                <a:lnTo>
                  <a:pt x="542105" y="879398"/>
                </a:lnTo>
                <a:lnTo>
                  <a:pt x="548278" y="882967"/>
                </a:lnTo>
                <a:lnTo>
                  <a:pt x="551835" y="876795"/>
                </a:lnTo>
                <a:lnTo>
                  <a:pt x="545668" y="873239"/>
                </a:lnTo>
                <a:close/>
              </a:path>
              <a:path w="3812540" h="3546475">
                <a:moveTo>
                  <a:pt x="510500" y="932814"/>
                </a:moveTo>
                <a:lnTo>
                  <a:pt x="506253" y="940180"/>
                </a:lnTo>
                <a:lnTo>
                  <a:pt x="513605" y="944422"/>
                </a:lnTo>
                <a:lnTo>
                  <a:pt x="517852" y="937069"/>
                </a:lnTo>
                <a:lnTo>
                  <a:pt x="510500" y="932814"/>
                </a:lnTo>
                <a:close/>
              </a:path>
              <a:path w="3812540" h="3546475">
                <a:moveTo>
                  <a:pt x="475377" y="992581"/>
                </a:moveTo>
                <a:lnTo>
                  <a:pt x="470584" y="1000886"/>
                </a:lnTo>
                <a:lnTo>
                  <a:pt x="478889" y="1005687"/>
                </a:lnTo>
                <a:lnTo>
                  <a:pt x="483682" y="997381"/>
                </a:lnTo>
                <a:lnTo>
                  <a:pt x="475377" y="992581"/>
                </a:lnTo>
                <a:close/>
              </a:path>
              <a:path w="3812540" h="3546475">
                <a:moveTo>
                  <a:pt x="440208" y="1052169"/>
                </a:moveTo>
                <a:lnTo>
                  <a:pt x="434732" y="1061669"/>
                </a:lnTo>
                <a:lnTo>
                  <a:pt x="444216" y="1067142"/>
                </a:lnTo>
                <a:lnTo>
                  <a:pt x="449694" y="1057655"/>
                </a:lnTo>
                <a:lnTo>
                  <a:pt x="440208" y="1052169"/>
                </a:lnTo>
                <a:close/>
              </a:path>
              <a:path w="3812540" h="3546475">
                <a:moveTo>
                  <a:pt x="405085" y="1111935"/>
                </a:moveTo>
                <a:lnTo>
                  <a:pt x="399063" y="1122375"/>
                </a:lnTo>
                <a:lnTo>
                  <a:pt x="409496" y="1128407"/>
                </a:lnTo>
                <a:lnTo>
                  <a:pt x="415523" y="1117968"/>
                </a:lnTo>
                <a:lnTo>
                  <a:pt x="405085" y="1111935"/>
                </a:lnTo>
                <a:close/>
              </a:path>
              <a:path w="3812540" h="3546475">
                <a:moveTo>
                  <a:pt x="369912" y="1171524"/>
                </a:moveTo>
                <a:lnTo>
                  <a:pt x="363204" y="1183144"/>
                </a:lnTo>
                <a:lnTo>
                  <a:pt x="374829" y="1189862"/>
                </a:lnTo>
                <a:lnTo>
                  <a:pt x="381535" y="1178229"/>
                </a:lnTo>
                <a:lnTo>
                  <a:pt x="369912" y="1171524"/>
                </a:lnTo>
                <a:close/>
              </a:path>
              <a:path w="3812540" h="3546475">
                <a:moveTo>
                  <a:pt x="334744" y="1231099"/>
                </a:moveTo>
                <a:lnTo>
                  <a:pt x="327352" y="1243914"/>
                </a:lnTo>
                <a:lnTo>
                  <a:pt x="340156" y="1251318"/>
                </a:lnTo>
                <a:lnTo>
                  <a:pt x="347553" y="1238503"/>
                </a:lnTo>
                <a:lnTo>
                  <a:pt x="334744" y="1231099"/>
                </a:lnTo>
                <a:close/>
              </a:path>
              <a:path w="3812540" h="3546475">
                <a:moveTo>
                  <a:pt x="299626" y="1290866"/>
                </a:moveTo>
                <a:lnTo>
                  <a:pt x="291683" y="1304632"/>
                </a:lnTo>
                <a:lnTo>
                  <a:pt x="305440" y="1312583"/>
                </a:lnTo>
                <a:lnTo>
                  <a:pt x="313382" y="1298816"/>
                </a:lnTo>
                <a:lnTo>
                  <a:pt x="299626" y="1290866"/>
                </a:lnTo>
                <a:close/>
              </a:path>
              <a:path w="3812540" h="3546475">
                <a:moveTo>
                  <a:pt x="264452" y="1350454"/>
                </a:moveTo>
                <a:lnTo>
                  <a:pt x="255830" y="1365402"/>
                </a:lnTo>
                <a:lnTo>
                  <a:pt x="270772" y="1374038"/>
                </a:lnTo>
                <a:lnTo>
                  <a:pt x="279399" y="1359090"/>
                </a:lnTo>
                <a:lnTo>
                  <a:pt x="264452" y="1350454"/>
                </a:lnTo>
                <a:close/>
              </a:path>
              <a:path w="3812540" h="3546475">
                <a:moveTo>
                  <a:pt x="229284" y="1410030"/>
                </a:moveTo>
                <a:lnTo>
                  <a:pt x="219972" y="1426171"/>
                </a:lnTo>
                <a:lnTo>
                  <a:pt x="236100" y="1435493"/>
                </a:lnTo>
                <a:lnTo>
                  <a:pt x="245417" y="1419351"/>
                </a:lnTo>
                <a:lnTo>
                  <a:pt x="229284" y="1410030"/>
                </a:lnTo>
                <a:close/>
              </a:path>
              <a:path w="3812540" h="3546475">
                <a:moveTo>
                  <a:pt x="194166" y="1469809"/>
                </a:moveTo>
                <a:lnTo>
                  <a:pt x="184308" y="1486890"/>
                </a:lnTo>
                <a:lnTo>
                  <a:pt x="201383" y="1496758"/>
                </a:lnTo>
                <a:lnTo>
                  <a:pt x="211241" y="1479664"/>
                </a:lnTo>
                <a:lnTo>
                  <a:pt x="194166" y="1469809"/>
                </a:lnTo>
                <a:close/>
              </a:path>
              <a:path w="3812540" h="3546475">
                <a:moveTo>
                  <a:pt x="158992" y="1529384"/>
                </a:moveTo>
                <a:lnTo>
                  <a:pt x="148451" y="1547660"/>
                </a:lnTo>
                <a:lnTo>
                  <a:pt x="166712" y="1558213"/>
                </a:lnTo>
                <a:lnTo>
                  <a:pt x="177253" y="1539938"/>
                </a:lnTo>
                <a:lnTo>
                  <a:pt x="158992" y="1529384"/>
                </a:lnTo>
                <a:close/>
              </a:path>
              <a:path w="3812540" h="3546475">
                <a:moveTo>
                  <a:pt x="123874" y="1589150"/>
                </a:moveTo>
                <a:lnTo>
                  <a:pt x="112781" y="1608378"/>
                </a:lnTo>
                <a:lnTo>
                  <a:pt x="131996" y="1619478"/>
                </a:lnTo>
                <a:lnTo>
                  <a:pt x="143083" y="1600250"/>
                </a:lnTo>
                <a:lnTo>
                  <a:pt x="123874" y="1589150"/>
                </a:lnTo>
                <a:close/>
              </a:path>
              <a:path w="3812540" h="3546475">
                <a:moveTo>
                  <a:pt x="88701" y="1648739"/>
                </a:moveTo>
                <a:lnTo>
                  <a:pt x="76924" y="1669148"/>
                </a:lnTo>
                <a:lnTo>
                  <a:pt x="97323" y="1680921"/>
                </a:lnTo>
                <a:lnTo>
                  <a:pt x="109100" y="1660512"/>
                </a:lnTo>
                <a:lnTo>
                  <a:pt x="88701" y="1648739"/>
                </a:lnTo>
                <a:close/>
              </a:path>
              <a:path w="3812540" h="3546475">
                <a:moveTo>
                  <a:pt x="53533" y="1708315"/>
                </a:moveTo>
                <a:lnTo>
                  <a:pt x="41071" y="1729917"/>
                </a:lnTo>
                <a:lnTo>
                  <a:pt x="62656" y="1742389"/>
                </a:lnTo>
                <a:lnTo>
                  <a:pt x="75118" y="1720786"/>
                </a:lnTo>
                <a:lnTo>
                  <a:pt x="53533" y="1708315"/>
                </a:lnTo>
                <a:close/>
              </a:path>
              <a:path w="3812540" h="3546475">
                <a:moveTo>
                  <a:pt x="18410" y="1768081"/>
                </a:moveTo>
                <a:lnTo>
                  <a:pt x="5402" y="1790623"/>
                </a:lnTo>
                <a:lnTo>
                  <a:pt x="27935" y="1803641"/>
                </a:lnTo>
                <a:lnTo>
                  <a:pt x="40942" y="1781098"/>
                </a:lnTo>
                <a:lnTo>
                  <a:pt x="18410" y="1768081"/>
                </a:lnTo>
                <a:close/>
              </a:path>
              <a:path w="3812540" h="3546475">
                <a:moveTo>
                  <a:pt x="0" y="1837511"/>
                </a:moveTo>
                <a:lnTo>
                  <a:pt x="0" y="1853158"/>
                </a:lnTo>
                <a:lnTo>
                  <a:pt x="6771" y="1841423"/>
                </a:lnTo>
                <a:lnTo>
                  <a:pt x="0" y="1837511"/>
                </a:lnTo>
                <a:close/>
              </a:path>
              <a:path w="3812540" h="3546475">
                <a:moveTo>
                  <a:pt x="746785" y="669670"/>
                </a:moveTo>
                <a:lnTo>
                  <a:pt x="745827" y="671321"/>
                </a:lnTo>
                <a:lnTo>
                  <a:pt x="747483" y="672287"/>
                </a:lnTo>
                <a:lnTo>
                  <a:pt x="748446" y="670623"/>
                </a:lnTo>
                <a:lnTo>
                  <a:pt x="746785" y="669670"/>
                </a:lnTo>
                <a:close/>
              </a:path>
              <a:path w="3812540" h="3546475">
                <a:moveTo>
                  <a:pt x="711611" y="729246"/>
                </a:moveTo>
                <a:lnTo>
                  <a:pt x="709969" y="732091"/>
                </a:lnTo>
                <a:lnTo>
                  <a:pt x="712816" y="733729"/>
                </a:lnTo>
                <a:lnTo>
                  <a:pt x="714458" y="730884"/>
                </a:lnTo>
                <a:lnTo>
                  <a:pt x="711611" y="729246"/>
                </a:lnTo>
                <a:close/>
              </a:path>
              <a:path w="3812540" h="3546475">
                <a:moveTo>
                  <a:pt x="676493" y="789012"/>
                </a:moveTo>
                <a:lnTo>
                  <a:pt x="674300" y="792810"/>
                </a:lnTo>
                <a:lnTo>
                  <a:pt x="678096" y="795007"/>
                </a:lnTo>
                <a:lnTo>
                  <a:pt x="680288" y="791209"/>
                </a:lnTo>
                <a:lnTo>
                  <a:pt x="676493" y="789012"/>
                </a:lnTo>
                <a:close/>
              </a:path>
              <a:path w="3812540" h="3546475">
                <a:moveTo>
                  <a:pt x="641324" y="848601"/>
                </a:moveTo>
                <a:lnTo>
                  <a:pt x="638448" y="853579"/>
                </a:lnTo>
                <a:lnTo>
                  <a:pt x="643428" y="856462"/>
                </a:lnTo>
                <a:lnTo>
                  <a:pt x="646305" y="851471"/>
                </a:lnTo>
                <a:lnTo>
                  <a:pt x="641324" y="848601"/>
                </a:lnTo>
                <a:close/>
              </a:path>
              <a:path w="3812540" h="3546475">
                <a:moveTo>
                  <a:pt x="606206" y="908367"/>
                </a:moveTo>
                <a:lnTo>
                  <a:pt x="602778" y="914298"/>
                </a:lnTo>
                <a:lnTo>
                  <a:pt x="608707" y="917727"/>
                </a:lnTo>
                <a:lnTo>
                  <a:pt x="612134" y="911783"/>
                </a:lnTo>
                <a:lnTo>
                  <a:pt x="606206" y="908367"/>
                </a:lnTo>
                <a:close/>
              </a:path>
              <a:path w="3812540" h="3546475">
                <a:moveTo>
                  <a:pt x="571033" y="967943"/>
                </a:moveTo>
                <a:lnTo>
                  <a:pt x="566925" y="975067"/>
                </a:lnTo>
                <a:lnTo>
                  <a:pt x="574039" y="979182"/>
                </a:lnTo>
                <a:lnTo>
                  <a:pt x="578147" y="972057"/>
                </a:lnTo>
                <a:lnTo>
                  <a:pt x="571033" y="967943"/>
                </a:lnTo>
                <a:close/>
              </a:path>
              <a:path w="3812540" h="3546475">
                <a:moveTo>
                  <a:pt x="535910" y="1027709"/>
                </a:moveTo>
                <a:lnTo>
                  <a:pt x="531257" y="1035786"/>
                </a:lnTo>
                <a:lnTo>
                  <a:pt x="539323" y="1040447"/>
                </a:lnTo>
                <a:lnTo>
                  <a:pt x="543976" y="1032370"/>
                </a:lnTo>
                <a:lnTo>
                  <a:pt x="535910" y="1027709"/>
                </a:lnTo>
                <a:close/>
              </a:path>
              <a:path w="3812540" h="3546475">
                <a:moveTo>
                  <a:pt x="500741" y="1087297"/>
                </a:moveTo>
                <a:lnTo>
                  <a:pt x="495399" y="1096556"/>
                </a:lnTo>
                <a:lnTo>
                  <a:pt x="504650" y="1101902"/>
                </a:lnTo>
                <a:lnTo>
                  <a:pt x="509988" y="1092644"/>
                </a:lnTo>
                <a:lnTo>
                  <a:pt x="500741" y="1087297"/>
                </a:lnTo>
                <a:close/>
              </a:path>
              <a:path w="3812540" h="3546475">
                <a:moveTo>
                  <a:pt x="465569" y="1146873"/>
                </a:moveTo>
                <a:lnTo>
                  <a:pt x="459546" y="1157325"/>
                </a:lnTo>
                <a:lnTo>
                  <a:pt x="469979" y="1163358"/>
                </a:lnTo>
                <a:lnTo>
                  <a:pt x="476007" y="1152905"/>
                </a:lnTo>
                <a:lnTo>
                  <a:pt x="465569" y="1146873"/>
                </a:lnTo>
                <a:close/>
              </a:path>
              <a:path w="3812540" h="3546475">
                <a:moveTo>
                  <a:pt x="430451" y="1206652"/>
                </a:moveTo>
                <a:lnTo>
                  <a:pt x="423877" y="1218044"/>
                </a:lnTo>
                <a:lnTo>
                  <a:pt x="435263" y="1224610"/>
                </a:lnTo>
                <a:lnTo>
                  <a:pt x="441835" y="1213230"/>
                </a:lnTo>
                <a:lnTo>
                  <a:pt x="430451" y="1206652"/>
                </a:lnTo>
                <a:close/>
              </a:path>
              <a:path w="3812540" h="3546475">
                <a:moveTo>
                  <a:pt x="395282" y="1266228"/>
                </a:moveTo>
                <a:lnTo>
                  <a:pt x="388024" y="1278813"/>
                </a:lnTo>
                <a:lnTo>
                  <a:pt x="400590" y="1286065"/>
                </a:lnTo>
                <a:lnTo>
                  <a:pt x="407854" y="1273492"/>
                </a:lnTo>
                <a:lnTo>
                  <a:pt x="395282" y="1266228"/>
                </a:lnTo>
                <a:close/>
              </a:path>
              <a:path w="3812540" h="3546475">
                <a:moveTo>
                  <a:pt x="360109" y="1325816"/>
                </a:moveTo>
                <a:lnTo>
                  <a:pt x="352167" y="1339570"/>
                </a:lnTo>
                <a:lnTo>
                  <a:pt x="365923" y="1347520"/>
                </a:lnTo>
                <a:lnTo>
                  <a:pt x="373866" y="1333766"/>
                </a:lnTo>
                <a:lnTo>
                  <a:pt x="360109" y="1325816"/>
                </a:lnTo>
                <a:close/>
              </a:path>
              <a:path w="3812540" h="3546475">
                <a:moveTo>
                  <a:pt x="324986" y="1385582"/>
                </a:moveTo>
                <a:lnTo>
                  <a:pt x="316497" y="1400301"/>
                </a:lnTo>
                <a:lnTo>
                  <a:pt x="331202" y="1408785"/>
                </a:lnTo>
                <a:lnTo>
                  <a:pt x="339695" y="1394078"/>
                </a:lnTo>
                <a:lnTo>
                  <a:pt x="324986" y="1385582"/>
                </a:lnTo>
                <a:close/>
              </a:path>
              <a:path w="3812540" h="3546475">
                <a:moveTo>
                  <a:pt x="289817" y="1445158"/>
                </a:moveTo>
                <a:lnTo>
                  <a:pt x="280640" y="1461058"/>
                </a:lnTo>
                <a:lnTo>
                  <a:pt x="296534" y="1470240"/>
                </a:lnTo>
                <a:lnTo>
                  <a:pt x="305708" y="1454340"/>
                </a:lnTo>
                <a:lnTo>
                  <a:pt x="289817" y="1445158"/>
                </a:lnTo>
                <a:close/>
              </a:path>
              <a:path w="3812540" h="3546475">
                <a:moveTo>
                  <a:pt x="254645" y="1504746"/>
                </a:moveTo>
                <a:lnTo>
                  <a:pt x="244787" y="1521828"/>
                </a:lnTo>
                <a:lnTo>
                  <a:pt x="261867" y="1531696"/>
                </a:lnTo>
                <a:lnTo>
                  <a:pt x="271725" y="1514601"/>
                </a:lnTo>
                <a:lnTo>
                  <a:pt x="254645" y="1504746"/>
                </a:lnTo>
                <a:close/>
              </a:path>
              <a:path w="3812540" h="3546475">
                <a:moveTo>
                  <a:pt x="219525" y="1564512"/>
                </a:moveTo>
                <a:lnTo>
                  <a:pt x="209118" y="1582546"/>
                </a:lnTo>
                <a:lnTo>
                  <a:pt x="227145" y="1592960"/>
                </a:lnTo>
                <a:lnTo>
                  <a:pt x="237554" y="1574926"/>
                </a:lnTo>
                <a:lnTo>
                  <a:pt x="219525" y="1564512"/>
                </a:lnTo>
                <a:close/>
              </a:path>
              <a:path w="3812540" h="3546475">
                <a:moveTo>
                  <a:pt x="184407" y="1624279"/>
                </a:moveTo>
                <a:lnTo>
                  <a:pt x="173454" y="1643265"/>
                </a:lnTo>
                <a:lnTo>
                  <a:pt x="192425" y="1654238"/>
                </a:lnTo>
                <a:lnTo>
                  <a:pt x="203384" y="1635251"/>
                </a:lnTo>
                <a:lnTo>
                  <a:pt x="184407" y="1624279"/>
                </a:lnTo>
                <a:close/>
              </a:path>
              <a:path w="3812540" h="3546475">
                <a:moveTo>
                  <a:pt x="149235" y="1683867"/>
                </a:moveTo>
                <a:lnTo>
                  <a:pt x="137596" y="1704035"/>
                </a:lnTo>
                <a:lnTo>
                  <a:pt x="157758" y="1715681"/>
                </a:lnTo>
                <a:lnTo>
                  <a:pt x="169401" y="1695513"/>
                </a:lnTo>
                <a:lnTo>
                  <a:pt x="149235" y="1683867"/>
                </a:lnTo>
                <a:close/>
              </a:path>
              <a:path w="3812540" h="3546475">
                <a:moveTo>
                  <a:pt x="114066" y="1743443"/>
                </a:moveTo>
                <a:lnTo>
                  <a:pt x="101743" y="1764804"/>
                </a:lnTo>
                <a:lnTo>
                  <a:pt x="123090" y="1777136"/>
                </a:lnTo>
                <a:lnTo>
                  <a:pt x="135413" y="1755774"/>
                </a:lnTo>
                <a:lnTo>
                  <a:pt x="114066" y="1743443"/>
                </a:lnTo>
                <a:close/>
              </a:path>
              <a:path w="3812540" h="3546475">
                <a:moveTo>
                  <a:pt x="78948" y="1803209"/>
                </a:moveTo>
                <a:lnTo>
                  <a:pt x="66074" y="1825523"/>
                </a:lnTo>
                <a:lnTo>
                  <a:pt x="88369" y="1838401"/>
                </a:lnTo>
                <a:lnTo>
                  <a:pt x="101237" y="1816087"/>
                </a:lnTo>
                <a:lnTo>
                  <a:pt x="78948" y="1803209"/>
                </a:lnTo>
                <a:close/>
              </a:path>
              <a:path w="3812540" h="3546475">
                <a:moveTo>
                  <a:pt x="43775" y="1862797"/>
                </a:moveTo>
                <a:lnTo>
                  <a:pt x="30217" y="1886280"/>
                </a:lnTo>
                <a:lnTo>
                  <a:pt x="53697" y="1899856"/>
                </a:lnTo>
                <a:lnTo>
                  <a:pt x="67255" y="1876361"/>
                </a:lnTo>
                <a:lnTo>
                  <a:pt x="43775" y="1862797"/>
                </a:lnTo>
                <a:close/>
              </a:path>
              <a:path w="3812540" h="3546475">
                <a:moveTo>
                  <a:pt x="8602" y="1922373"/>
                </a:moveTo>
                <a:lnTo>
                  <a:pt x="0" y="1937290"/>
                </a:lnTo>
                <a:lnTo>
                  <a:pt x="0" y="1950317"/>
                </a:lnTo>
                <a:lnTo>
                  <a:pt x="19030" y="1961311"/>
                </a:lnTo>
                <a:lnTo>
                  <a:pt x="33272" y="1936622"/>
                </a:lnTo>
                <a:lnTo>
                  <a:pt x="8602" y="1922373"/>
                </a:lnTo>
                <a:close/>
              </a:path>
              <a:path w="3812540" h="3546475">
                <a:moveTo>
                  <a:pt x="807318" y="704799"/>
                </a:moveTo>
                <a:lnTo>
                  <a:pt x="806499" y="706221"/>
                </a:lnTo>
                <a:lnTo>
                  <a:pt x="807918" y="707034"/>
                </a:lnTo>
                <a:lnTo>
                  <a:pt x="808742" y="705611"/>
                </a:lnTo>
                <a:lnTo>
                  <a:pt x="807318" y="704799"/>
                </a:lnTo>
                <a:close/>
              </a:path>
              <a:path w="3812540" h="3546475">
                <a:moveTo>
                  <a:pt x="772149" y="764374"/>
                </a:moveTo>
                <a:lnTo>
                  <a:pt x="770642" y="766978"/>
                </a:lnTo>
                <a:lnTo>
                  <a:pt x="773250" y="768489"/>
                </a:lnTo>
                <a:lnTo>
                  <a:pt x="774754" y="765886"/>
                </a:lnTo>
                <a:lnTo>
                  <a:pt x="772149" y="764374"/>
                </a:lnTo>
                <a:close/>
              </a:path>
              <a:path w="3812540" h="3546475">
                <a:moveTo>
                  <a:pt x="736977" y="823950"/>
                </a:moveTo>
                <a:lnTo>
                  <a:pt x="734783" y="827760"/>
                </a:lnTo>
                <a:lnTo>
                  <a:pt x="738579" y="829944"/>
                </a:lnTo>
                <a:lnTo>
                  <a:pt x="740771" y="826147"/>
                </a:lnTo>
                <a:lnTo>
                  <a:pt x="736977" y="823950"/>
                </a:lnTo>
                <a:close/>
              </a:path>
              <a:path w="3812540" h="3546475">
                <a:moveTo>
                  <a:pt x="701854" y="883729"/>
                </a:moveTo>
                <a:lnTo>
                  <a:pt x="699114" y="888466"/>
                </a:lnTo>
                <a:lnTo>
                  <a:pt x="703863" y="891209"/>
                </a:lnTo>
                <a:lnTo>
                  <a:pt x="706601" y="886472"/>
                </a:lnTo>
                <a:lnTo>
                  <a:pt x="701854" y="883729"/>
                </a:lnTo>
                <a:close/>
              </a:path>
              <a:path w="3812540" h="3546475">
                <a:moveTo>
                  <a:pt x="666685" y="943305"/>
                </a:moveTo>
                <a:lnTo>
                  <a:pt x="663262" y="949236"/>
                </a:lnTo>
                <a:lnTo>
                  <a:pt x="669190" y="952665"/>
                </a:lnTo>
                <a:lnTo>
                  <a:pt x="672613" y="946734"/>
                </a:lnTo>
                <a:lnTo>
                  <a:pt x="666685" y="943305"/>
                </a:lnTo>
                <a:close/>
              </a:path>
              <a:path w="3812540" h="3546475">
                <a:moveTo>
                  <a:pt x="631567" y="1003071"/>
                </a:moveTo>
                <a:lnTo>
                  <a:pt x="627593" y="1009954"/>
                </a:lnTo>
                <a:lnTo>
                  <a:pt x="634474" y="1013929"/>
                </a:lnTo>
                <a:lnTo>
                  <a:pt x="638442" y="1007046"/>
                </a:lnTo>
                <a:lnTo>
                  <a:pt x="631567" y="1003071"/>
                </a:lnTo>
                <a:close/>
              </a:path>
              <a:path w="3812540" h="3546475">
                <a:moveTo>
                  <a:pt x="596394" y="1062659"/>
                </a:moveTo>
                <a:lnTo>
                  <a:pt x="591741" y="1070724"/>
                </a:lnTo>
                <a:lnTo>
                  <a:pt x="599801" y="1075385"/>
                </a:lnTo>
                <a:lnTo>
                  <a:pt x="604460" y="1067320"/>
                </a:lnTo>
                <a:lnTo>
                  <a:pt x="596394" y="1062659"/>
                </a:lnTo>
                <a:close/>
              </a:path>
              <a:path w="3812540" h="3546475">
                <a:moveTo>
                  <a:pt x="561275" y="1122425"/>
                </a:moveTo>
                <a:lnTo>
                  <a:pt x="556072" y="1131442"/>
                </a:lnTo>
                <a:lnTo>
                  <a:pt x="565085" y="1136649"/>
                </a:lnTo>
                <a:lnTo>
                  <a:pt x="570289" y="1127632"/>
                </a:lnTo>
                <a:lnTo>
                  <a:pt x="561275" y="1122425"/>
                </a:lnTo>
                <a:close/>
              </a:path>
              <a:path w="3812540" h="3546475">
                <a:moveTo>
                  <a:pt x="526107" y="1182014"/>
                </a:moveTo>
                <a:lnTo>
                  <a:pt x="520218" y="1192212"/>
                </a:lnTo>
                <a:lnTo>
                  <a:pt x="530412" y="1198105"/>
                </a:lnTo>
                <a:lnTo>
                  <a:pt x="536301" y="1187894"/>
                </a:lnTo>
                <a:lnTo>
                  <a:pt x="526107" y="1182014"/>
                </a:lnTo>
                <a:close/>
              </a:path>
              <a:path w="3812540" h="3546475">
                <a:moveTo>
                  <a:pt x="490984" y="1241780"/>
                </a:moveTo>
                <a:lnTo>
                  <a:pt x="484549" y="1252931"/>
                </a:lnTo>
                <a:lnTo>
                  <a:pt x="495697" y="1259370"/>
                </a:lnTo>
                <a:lnTo>
                  <a:pt x="502131" y="1248219"/>
                </a:lnTo>
                <a:lnTo>
                  <a:pt x="490984" y="1241780"/>
                </a:lnTo>
                <a:close/>
              </a:path>
              <a:path w="3812540" h="3546475">
                <a:moveTo>
                  <a:pt x="455810" y="1301356"/>
                </a:moveTo>
                <a:lnTo>
                  <a:pt x="448692" y="1313700"/>
                </a:lnTo>
                <a:lnTo>
                  <a:pt x="461030" y="1320825"/>
                </a:lnTo>
                <a:lnTo>
                  <a:pt x="468148" y="1308480"/>
                </a:lnTo>
                <a:lnTo>
                  <a:pt x="455810" y="1301356"/>
                </a:lnTo>
                <a:close/>
              </a:path>
              <a:path w="3812540" h="3546475">
                <a:moveTo>
                  <a:pt x="420643" y="1360944"/>
                </a:moveTo>
                <a:lnTo>
                  <a:pt x="412838" y="1374470"/>
                </a:lnTo>
                <a:lnTo>
                  <a:pt x="426358" y="1382267"/>
                </a:lnTo>
                <a:lnTo>
                  <a:pt x="434160" y="1368755"/>
                </a:lnTo>
                <a:lnTo>
                  <a:pt x="420643" y="1360944"/>
                </a:lnTo>
                <a:close/>
              </a:path>
              <a:path w="3812540" h="3546475">
                <a:moveTo>
                  <a:pt x="385524" y="1420710"/>
                </a:moveTo>
                <a:lnTo>
                  <a:pt x="377169" y="1435176"/>
                </a:lnTo>
                <a:lnTo>
                  <a:pt x="391636" y="1443545"/>
                </a:lnTo>
                <a:lnTo>
                  <a:pt x="399990" y="1429067"/>
                </a:lnTo>
                <a:lnTo>
                  <a:pt x="385524" y="1420710"/>
                </a:lnTo>
                <a:close/>
              </a:path>
              <a:path w="3812540" h="3546475">
                <a:moveTo>
                  <a:pt x="350351" y="1480286"/>
                </a:moveTo>
                <a:lnTo>
                  <a:pt x="341312" y="1495958"/>
                </a:lnTo>
                <a:lnTo>
                  <a:pt x="356969" y="1505000"/>
                </a:lnTo>
                <a:lnTo>
                  <a:pt x="366007" y="1489328"/>
                </a:lnTo>
                <a:lnTo>
                  <a:pt x="350351" y="1480286"/>
                </a:lnTo>
                <a:close/>
              </a:path>
              <a:path w="3812540" h="3546475">
                <a:moveTo>
                  <a:pt x="315183" y="1539874"/>
                </a:moveTo>
                <a:lnTo>
                  <a:pt x="305460" y="1556715"/>
                </a:lnTo>
                <a:lnTo>
                  <a:pt x="322296" y="1566443"/>
                </a:lnTo>
                <a:lnTo>
                  <a:pt x="332021" y="1549590"/>
                </a:lnTo>
                <a:lnTo>
                  <a:pt x="315183" y="1539874"/>
                </a:lnTo>
                <a:close/>
              </a:path>
              <a:path w="3812540" h="3546475">
                <a:moveTo>
                  <a:pt x="280060" y="1599641"/>
                </a:moveTo>
                <a:lnTo>
                  <a:pt x="269791" y="1617433"/>
                </a:lnTo>
                <a:lnTo>
                  <a:pt x="287580" y="1627720"/>
                </a:lnTo>
                <a:lnTo>
                  <a:pt x="297849" y="1609915"/>
                </a:lnTo>
                <a:lnTo>
                  <a:pt x="280060" y="1599641"/>
                </a:lnTo>
                <a:close/>
              </a:path>
              <a:path w="3812540" h="3546475">
                <a:moveTo>
                  <a:pt x="244886" y="1659216"/>
                </a:moveTo>
                <a:lnTo>
                  <a:pt x="233932" y="1678203"/>
                </a:lnTo>
                <a:lnTo>
                  <a:pt x="252914" y="1689163"/>
                </a:lnTo>
                <a:lnTo>
                  <a:pt x="263867" y="1670176"/>
                </a:lnTo>
                <a:lnTo>
                  <a:pt x="244886" y="1659216"/>
                </a:lnTo>
                <a:close/>
              </a:path>
              <a:path w="3812540" h="3546475">
                <a:moveTo>
                  <a:pt x="209773" y="1718983"/>
                </a:moveTo>
                <a:lnTo>
                  <a:pt x="198268" y="1738922"/>
                </a:lnTo>
                <a:lnTo>
                  <a:pt x="218192" y="1750440"/>
                </a:lnTo>
                <a:lnTo>
                  <a:pt x="229690" y="1730501"/>
                </a:lnTo>
                <a:lnTo>
                  <a:pt x="209773" y="1718983"/>
                </a:lnTo>
                <a:close/>
              </a:path>
              <a:path w="3812540" h="3546475">
                <a:moveTo>
                  <a:pt x="174599" y="1778571"/>
                </a:moveTo>
                <a:lnTo>
                  <a:pt x="162411" y="1799691"/>
                </a:lnTo>
                <a:lnTo>
                  <a:pt x="183520" y="1811896"/>
                </a:lnTo>
                <a:lnTo>
                  <a:pt x="195709" y="1790763"/>
                </a:lnTo>
                <a:lnTo>
                  <a:pt x="174599" y="1778571"/>
                </a:lnTo>
                <a:close/>
              </a:path>
              <a:path w="3812540" h="3546475">
                <a:moveTo>
                  <a:pt x="139432" y="1838159"/>
                </a:moveTo>
                <a:lnTo>
                  <a:pt x="126558" y="1860461"/>
                </a:lnTo>
                <a:lnTo>
                  <a:pt x="148852" y="1873338"/>
                </a:lnTo>
                <a:lnTo>
                  <a:pt x="161726" y="1851037"/>
                </a:lnTo>
                <a:lnTo>
                  <a:pt x="139432" y="1838159"/>
                </a:lnTo>
                <a:close/>
              </a:path>
              <a:path w="3812540" h="3546475">
                <a:moveTo>
                  <a:pt x="104308" y="1897926"/>
                </a:moveTo>
                <a:lnTo>
                  <a:pt x="90889" y="1921179"/>
                </a:lnTo>
                <a:lnTo>
                  <a:pt x="114131" y="1934603"/>
                </a:lnTo>
                <a:lnTo>
                  <a:pt x="127551" y="1911349"/>
                </a:lnTo>
                <a:lnTo>
                  <a:pt x="104308" y="1897926"/>
                </a:lnTo>
                <a:close/>
              </a:path>
              <a:path w="3812540" h="3546475">
                <a:moveTo>
                  <a:pt x="69135" y="1957501"/>
                </a:moveTo>
                <a:lnTo>
                  <a:pt x="55036" y="1981949"/>
                </a:lnTo>
                <a:lnTo>
                  <a:pt x="79464" y="1996058"/>
                </a:lnTo>
                <a:lnTo>
                  <a:pt x="93563" y="1971624"/>
                </a:lnTo>
                <a:lnTo>
                  <a:pt x="69135" y="1957501"/>
                </a:lnTo>
                <a:close/>
              </a:path>
              <a:path w="3812540" h="3546475">
                <a:moveTo>
                  <a:pt x="33967" y="2017090"/>
                </a:moveTo>
                <a:lnTo>
                  <a:pt x="19179" y="2042718"/>
                </a:lnTo>
                <a:lnTo>
                  <a:pt x="44792" y="2057514"/>
                </a:lnTo>
                <a:lnTo>
                  <a:pt x="59580" y="2031885"/>
                </a:lnTo>
                <a:lnTo>
                  <a:pt x="33967" y="2017090"/>
                </a:lnTo>
                <a:close/>
              </a:path>
              <a:path w="3812540" h="3546475">
                <a:moveTo>
                  <a:pt x="0" y="2077521"/>
                </a:moveTo>
                <a:lnTo>
                  <a:pt x="0" y="2112960"/>
                </a:lnTo>
                <a:lnTo>
                  <a:pt x="10075" y="2118778"/>
                </a:lnTo>
                <a:lnTo>
                  <a:pt x="25409" y="2092197"/>
                </a:lnTo>
                <a:lnTo>
                  <a:pt x="0" y="2077521"/>
                </a:lnTo>
                <a:close/>
              </a:path>
              <a:path w="3812540" h="3546475">
                <a:moveTo>
                  <a:pt x="867802" y="739736"/>
                </a:moveTo>
                <a:lnTo>
                  <a:pt x="866983" y="741159"/>
                </a:lnTo>
                <a:lnTo>
                  <a:pt x="868401" y="741984"/>
                </a:lnTo>
                <a:lnTo>
                  <a:pt x="869226" y="740562"/>
                </a:lnTo>
                <a:lnTo>
                  <a:pt x="867802" y="739736"/>
                </a:lnTo>
                <a:close/>
              </a:path>
              <a:path w="3812540" h="3546475">
                <a:moveTo>
                  <a:pt x="832683" y="799503"/>
                </a:moveTo>
                <a:lnTo>
                  <a:pt x="831314" y="801877"/>
                </a:lnTo>
                <a:lnTo>
                  <a:pt x="833685" y="803236"/>
                </a:lnTo>
                <a:lnTo>
                  <a:pt x="835054" y="800874"/>
                </a:lnTo>
                <a:lnTo>
                  <a:pt x="832683" y="799503"/>
                </a:lnTo>
                <a:close/>
              </a:path>
              <a:path w="3812540" h="3546475">
                <a:moveTo>
                  <a:pt x="797510" y="859078"/>
                </a:moveTo>
                <a:lnTo>
                  <a:pt x="795456" y="862647"/>
                </a:lnTo>
                <a:lnTo>
                  <a:pt x="799014" y="864704"/>
                </a:lnTo>
                <a:lnTo>
                  <a:pt x="801067" y="861136"/>
                </a:lnTo>
                <a:lnTo>
                  <a:pt x="797510" y="859078"/>
                </a:lnTo>
                <a:close/>
              </a:path>
              <a:path w="3812540" h="3546475">
                <a:moveTo>
                  <a:pt x="762337" y="918667"/>
                </a:moveTo>
                <a:lnTo>
                  <a:pt x="759598" y="923416"/>
                </a:lnTo>
                <a:lnTo>
                  <a:pt x="764341" y="926147"/>
                </a:lnTo>
                <a:lnTo>
                  <a:pt x="767079" y="921397"/>
                </a:lnTo>
                <a:lnTo>
                  <a:pt x="762337" y="918667"/>
                </a:lnTo>
                <a:close/>
              </a:path>
              <a:path w="3812540" h="3546475">
                <a:moveTo>
                  <a:pt x="727218" y="978433"/>
                </a:moveTo>
                <a:lnTo>
                  <a:pt x="723934" y="984122"/>
                </a:lnTo>
                <a:lnTo>
                  <a:pt x="729625" y="987412"/>
                </a:lnTo>
                <a:lnTo>
                  <a:pt x="732914" y="981722"/>
                </a:lnTo>
                <a:lnTo>
                  <a:pt x="727218" y="978433"/>
                </a:lnTo>
                <a:close/>
              </a:path>
              <a:path w="3812540" h="3546475">
                <a:moveTo>
                  <a:pt x="692050" y="1038009"/>
                </a:moveTo>
                <a:lnTo>
                  <a:pt x="688077" y="1044905"/>
                </a:lnTo>
                <a:lnTo>
                  <a:pt x="694957" y="1048880"/>
                </a:lnTo>
                <a:lnTo>
                  <a:pt x="698926" y="1041984"/>
                </a:lnTo>
                <a:lnTo>
                  <a:pt x="692050" y="1038009"/>
                </a:lnTo>
                <a:close/>
              </a:path>
              <a:path w="3812540" h="3546475">
                <a:moveTo>
                  <a:pt x="656927" y="1097787"/>
                </a:moveTo>
                <a:lnTo>
                  <a:pt x="652407" y="1105611"/>
                </a:lnTo>
                <a:lnTo>
                  <a:pt x="660236" y="1110132"/>
                </a:lnTo>
                <a:lnTo>
                  <a:pt x="664756" y="1102309"/>
                </a:lnTo>
                <a:lnTo>
                  <a:pt x="656927" y="1097787"/>
                </a:lnTo>
                <a:close/>
              </a:path>
              <a:path w="3812540" h="3546475">
                <a:moveTo>
                  <a:pt x="621758" y="1157363"/>
                </a:moveTo>
                <a:lnTo>
                  <a:pt x="616555" y="1166380"/>
                </a:lnTo>
                <a:lnTo>
                  <a:pt x="625568" y="1171587"/>
                </a:lnTo>
                <a:lnTo>
                  <a:pt x="630773" y="1162570"/>
                </a:lnTo>
                <a:lnTo>
                  <a:pt x="621758" y="1157363"/>
                </a:lnTo>
                <a:close/>
              </a:path>
              <a:path w="3812540" h="3546475">
                <a:moveTo>
                  <a:pt x="586635" y="1217129"/>
                </a:moveTo>
                <a:lnTo>
                  <a:pt x="580886" y="1227099"/>
                </a:lnTo>
                <a:lnTo>
                  <a:pt x="590847" y="1232852"/>
                </a:lnTo>
                <a:lnTo>
                  <a:pt x="596597" y="1222882"/>
                </a:lnTo>
                <a:lnTo>
                  <a:pt x="586635" y="1217129"/>
                </a:lnTo>
                <a:close/>
              </a:path>
              <a:path w="3812540" h="3546475">
                <a:moveTo>
                  <a:pt x="551517" y="1276908"/>
                </a:moveTo>
                <a:lnTo>
                  <a:pt x="545222" y="1287818"/>
                </a:lnTo>
                <a:lnTo>
                  <a:pt x="556130" y="1294117"/>
                </a:lnTo>
                <a:lnTo>
                  <a:pt x="562425" y="1283207"/>
                </a:lnTo>
                <a:lnTo>
                  <a:pt x="551517" y="1276908"/>
                </a:lnTo>
                <a:close/>
              </a:path>
              <a:path w="3812540" h="3546475">
                <a:moveTo>
                  <a:pt x="516348" y="1336484"/>
                </a:moveTo>
                <a:lnTo>
                  <a:pt x="509363" y="1348587"/>
                </a:lnTo>
                <a:lnTo>
                  <a:pt x="521459" y="1355585"/>
                </a:lnTo>
                <a:lnTo>
                  <a:pt x="528444" y="1343469"/>
                </a:lnTo>
                <a:lnTo>
                  <a:pt x="516348" y="1336484"/>
                </a:lnTo>
                <a:close/>
              </a:path>
              <a:path w="3812540" h="3546475">
                <a:moveTo>
                  <a:pt x="481176" y="1396060"/>
                </a:moveTo>
                <a:lnTo>
                  <a:pt x="473506" y="1409357"/>
                </a:lnTo>
                <a:lnTo>
                  <a:pt x="486787" y="1417027"/>
                </a:lnTo>
                <a:lnTo>
                  <a:pt x="494456" y="1403743"/>
                </a:lnTo>
                <a:lnTo>
                  <a:pt x="481176" y="1396060"/>
                </a:lnTo>
                <a:close/>
              </a:path>
              <a:path w="3812540" h="3546475">
                <a:moveTo>
                  <a:pt x="446053" y="1455839"/>
                </a:moveTo>
                <a:lnTo>
                  <a:pt x="437837" y="1470075"/>
                </a:lnTo>
                <a:lnTo>
                  <a:pt x="452070" y="1478292"/>
                </a:lnTo>
                <a:lnTo>
                  <a:pt x="460286" y="1464055"/>
                </a:lnTo>
                <a:lnTo>
                  <a:pt x="446053" y="1455839"/>
                </a:lnTo>
                <a:close/>
              </a:path>
              <a:path w="3812540" h="3546475">
                <a:moveTo>
                  <a:pt x="410884" y="1515414"/>
                </a:moveTo>
                <a:lnTo>
                  <a:pt x="401984" y="1530845"/>
                </a:lnTo>
                <a:lnTo>
                  <a:pt x="417403" y="1539747"/>
                </a:lnTo>
                <a:lnTo>
                  <a:pt x="426303" y="1524317"/>
                </a:lnTo>
                <a:lnTo>
                  <a:pt x="410884" y="1515414"/>
                </a:lnTo>
                <a:close/>
              </a:path>
              <a:path w="3812540" h="3546475">
                <a:moveTo>
                  <a:pt x="375711" y="1574990"/>
                </a:moveTo>
                <a:lnTo>
                  <a:pt x="366127" y="1591614"/>
                </a:lnTo>
                <a:lnTo>
                  <a:pt x="382730" y="1601203"/>
                </a:lnTo>
                <a:lnTo>
                  <a:pt x="392315" y="1584591"/>
                </a:lnTo>
                <a:lnTo>
                  <a:pt x="375711" y="1574990"/>
                </a:lnTo>
                <a:close/>
              </a:path>
              <a:path w="3812540" h="3546475">
                <a:moveTo>
                  <a:pt x="340593" y="1634769"/>
                </a:moveTo>
                <a:lnTo>
                  <a:pt x="330462" y="1652333"/>
                </a:lnTo>
                <a:lnTo>
                  <a:pt x="348014" y="1662468"/>
                </a:lnTo>
                <a:lnTo>
                  <a:pt x="358145" y="1644903"/>
                </a:lnTo>
                <a:lnTo>
                  <a:pt x="340593" y="1634769"/>
                </a:lnTo>
                <a:close/>
              </a:path>
              <a:path w="3812540" h="3546475">
                <a:moveTo>
                  <a:pt x="305424" y="1694357"/>
                </a:moveTo>
                <a:lnTo>
                  <a:pt x="294605" y="1713102"/>
                </a:lnTo>
                <a:lnTo>
                  <a:pt x="313343" y="1723923"/>
                </a:lnTo>
                <a:lnTo>
                  <a:pt x="324162" y="1705165"/>
                </a:lnTo>
                <a:lnTo>
                  <a:pt x="305424" y="1694357"/>
                </a:lnTo>
                <a:close/>
              </a:path>
              <a:path w="3812540" h="3546475">
                <a:moveTo>
                  <a:pt x="270301" y="1754111"/>
                </a:moveTo>
                <a:lnTo>
                  <a:pt x="258936" y="1773821"/>
                </a:lnTo>
                <a:lnTo>
                  <a:pt x="278621" y="1785188"/>
                </a:lnTo>
                <a:lnTo>
                  <a:pt x="289991" y="1765490"/>
                </a:lnTo>
                <a:lnTo>
                  <a:pt x="270301" y="1754111"/>
                </a:lnTo>
                <a:close/>
              </a:path>
              <a:path w="3812540" h="3546475">
                <a:moveTo>
                  <a:pt x="235134" y="1813699"/>
                </a:moveTo>
                <a:lnTo>
                  <a:pt x="223083" y="1834578"/>
                </a:lnTo>
                <a:lnTo>
                  <a:pt x="243954" y="1846643"/>
                </a:lnTo>
                <a:lnTo>
                  <a:pt x="256004" y="1825751"/>
                </a:lnTo>
                <a:lnTo>
                  <a:pt x="235134" y="1813699"/>
                </a:lnTo>
                <a:close/>
              </a:path>
              <a:path w="3812540" h="3546475">
                <a:moveTo>
                  <a:pt x="199960" y="1873288"/>
                </a:moveTo>
                <a:lnTo>
                  <a:pt x="187225" y="1895347"/>
                </a:lnTo>
                <a:lnTo>
                  <a:pt x="209287" y="1908098"/>
                </a:lnTo>
                <a:lnTo>
                  <a:pt x="222021" y="1886026"/>
                </a:lnTo>
                <a:lnTo>
                  <a:pt x="199960" y="1873288"/>
                </a:lnTo>
                <a:close/>
              </a:path>
              <a:path w="3812540" h="3546475">
                <a:moveTo>
                  <a:pt x="164842" y="1933041"/>
                </a:moveTo>
                <a:lnTo>
                  <a:pt x="151561" y="1956066"/>
                </a:lnTo>
                <a:lnTo>
                  <a:pt x="174565" y="1969363"/>
                </a:lnTo>
                <a:lnTo>
                  <a:pt x="187850" y="1946338"/>
                </a:lnTo>
                <a:lnTo>
                  <a:pt x="164842" y="1933041"/>
                </a:lnTo>
                <a:close/>
              </a:path>
              <a:path w="3812540" h="3546475">
                <a:moveTo>
                  <a:pt x="129669" y="1992629"/>
                </a:moveTo>
                <a:lnTo>
                  <a:pt x="115703" y="2016836"/>
                </a:lnTo>
                <a:lnTo>
                  <a:pt x="139898" y="2030806"/>
                </a:lnTo>
                <a:lnTo>
                  <a:pt x="153863" y="2006612"/>
                </a:lnTo>
                <a:lnTo>
                  <a:pt x="129669" y="1992629"/>
                </a:lnTo>
                <a:close/>
              </a:path>
              <a:path w="3812540" h="3546475">
                <a:moveTo>
                  <a:pt x="94500" y="2052218"/>
                </a:moveTo>
                <a:lnTo>
                  <a:pt x="79846" y="2077605"/>
                </a:lnTo>
                <a:lnTo>
                  <a:pt x="105226" y="2092274"/>
                </a:lnTo>
                <a:lnTo>
                  <a:pt x="119881" y="2066874"/>
                </a:lnTo>
                <a:lnTo>
                  <a:pt x="94500" y="2052218"/>
                </a:lnTo>
                <a:close/>
              </a:path>
              <a:path w="3812540" h="3546475">
                <a:moveTo>
                  <a:pt x="59377" y="2111984"/>
                </a:moveTo>
                <a:lnTo>
                  <a:pt x="44177" y="2138324"/>
                </a:lnTo>
                <a:lnTo>
                  <a:pt x="70504" y="2153526"/>
                </a:lnTo>
                <a:lnTo>
                  <a:pt x="85710" y="2127199"/>
                </a:lnTo>
                <a:lnTo>
                  <a:pt x="59377" y="2111984"/>
                </a:lnTo>
                <a:close/>
              </a:path>
              <a:path w="3812540" h="3546475">
                <a:moveTo>
                  <a:pt x="24209" y="2171560"/>
                </a:moveTo>
                <a:lnTo>
                  <a:pt x="8324" y="2199093"/>
                </a:lnTo>
                <a:lnTo>
                  <a:pt x="35837" y="2214981"/>
                </a:lnTo>
                <a:lnTo>
                  <a:pt x="51722" y="2187460"/>
                </a:lnTo>
                <a:lnTo>
                  <a:pt x="24209" y="2171560"/>
                </a:lnTo>
                <a:close/>
              </a:path>
              <a:path w="3812540" h="3546475">
                <a:moveTo>
                  <a:pt x="0" y="2237478"/>
                </a:moveTo>
                <a:lnTo>
                  <a:pt x="0" y="2275762"/>
                </a:lnTo>
                <a:lnTo>
                  <a:pt x="1170" y="2276438"/>
                </a:lnTo>
                <a:lnTo>
                  <a:pt x="17740" y="2247722"/>
                </a:lnTo>
                <a:lnTo>
                  <a:pt x="0" y="2237478"/>
                </a:lnTo>
                <a:close/>
              </a:path>
              <a:path w="3812540" h="3546475">
                <a:moveTo>
                  <a:pt x="929520" y="775550"/>
                </a:moveTo>
                <a:lnTo>
                  <a:pt x="927938" y="775550"/>
                </a:lnTo>
                <a:lnTo>
                  <a:pt x="927651" y="776046"/>
                </a:lnTo>
                <a:lnTo>
                  <a:pt x="929233" y="776046"/>
                </a:lnTo>
                <a:lnTo>
                  <a:pt x="929520" y="775550"/>
                </a:lnTo>
                <a:close/>
              </a:path>
              <a:path w="3812540" h="3546475">
                <a:moveTo>
                  <a:pt x="893216" y="834631"/>
                </a:moveTo>
                <a:lnTo>
                  <a:pt x="891981" y="836764"/>
                </a:lnTo>
                <a:lnTo>
                  <a:pt x="894114" y="837996"/>
                </a:lnTo>
                <a:lnTo>
                  <a:pt x="895344" y="835863"/>
                </a:lnTo>
                <a:lnTo>
                  <a:pt x="893216" y="834631"/>
                </a:lnTo>
                <a:close/>
              </a:path>
              <a:path w="3812540" h="3546475">
                <a:moveTo>
                  <a:pt x="858043" y="894206"/>
                </a:moveTo>
                <a:lnTo>
                  <a:pt x="856128" y="897534"/>
                </a:lnTo>
                <a:lnTo>
                  <a:pt x="859447" y="899452"/>
                </a:lnTo>
                <a:lnTo>
                  <a:pt x="861362" y="896137"/>
                </a:lnTo>
                <a:lnTo>
                  <a:pt x="858043" y="894206"/>
                </a:lnTo>
                <a:close/>
              </a:path>
              <a:path w="3812540" h="3546475">
                <a:moveTo>
                  <a:pt x="822876" y="953795"/>
                </a:moveTo>
                <a:lnTo>
                  <a:pt x="820271" y="958303"/>
                </a:lnTo>
                <a:lnTo>
                  <a:pt x="824776" y="960907"/>
                </a:lnTo>
                <a:lnTo>
                  <a:pt x="827379" y="956386"/>
                </a:lnTo>
                <a:lnTo>
                  <a:pt x="822876" y="953795"/>
                </a:lnTo>
                <a:close/>
              </a:path>
              <a:path w="3812540" h="3546475">
                <a:moveTo>
                  <a:pt x="787751" y="1013561"/>
                </a:moveTo>
                <a:lnTo>
                  <a:pt x="784602" y="1019022"/>
                </a:lnTo>
                <a:lnTo>
                  <a:pt x="790059" y="1022172"/>
                </a:lnTo>
                <a:lnTo>
                  <a:pt x="793208" y="1016711"/>
                </a:lnTo>
                <a:lnTo>
                  <a:pt x="787751" y="1013561"/>
                </a:lnTo>
                <a:close/>
              </a:path>
              <a:path w="3812540" h="3546475">
                <a:moveTo>
                  <a:pt x="752584" y="1073137"/>
                </a:moveTo>
                <a:lnTo>
                  <a:pt x="748748" y="1079779"/>
                </a:lnTo>
                <a:lnTo>
                  <a:pt x="755392" y="1083627"/>
                </a:lnTo>
                <a:lnTo>
                  <a:pt x="759226" y="1076972"/>
                </a:lnTo>
                <a:lnTo>
                  <a:pt x="752584" y="1073137"/>
                </a:lnTo>
                <a:close/>
              </a:path>
              <a:path w="3812540" h="3546475">
                <a:moveTo>
                  <a:pt x="717461" y="1132916"/>
                </a:moveTo>
                <a:lnTo>
                  <a:pt x="713079" y="1140498"/>
                </a:lnTo>
                <a:lnTo>
                  <a:pt x="720670" y="1144892"/>
                </a:lnTo>
                <a:lnTo>
                  <a:pt x="725050" y="1137297"/>
                </a:lnTo>
                <a:lnTo>
                  <a:pt x="717461" y="1132916"/>
                </a:lnTo>
                <a:close/>
              </a:path>
              <a:path w="3812540" h="3546475">
                <a:moveTo>
                  <a:pt x="682292" y="1192491"/>
                </a:moveTo>
                <a:lnTo>
                  <a:pt x="677227" y="1201280"/>
                </a:lnTo>
                <a:lnTo>
                  <a:pt x="685998" y="1206347"/>
                </a:lnTo>
                <a:lnTo>
                  <a:pt x="691064" y="1197559"/>
                </a:lnTo>
                <a:lnTo>
                  <a:pt x="682292" y="1192491"/>
                </a:lnTo>
                <a:close/>
              </a:path>
              <a:path w="3812540" h="3546475">
                <a:moveTo>
                  <a:pt x="647119" y="1252080"/>
                </a:moveTo>
                <a:lnTo>
                  <a:pt x="641370" y="1262049"/>
                </a:lnTo>
                <a:lnTo>
                  <a:pt x="651330" y="1267802"/>
                </a:lnTo>
                <a:lnTo>
                  <a:pt x="657081" y="1257833"/>
                </a:lnTo>
                <a:lnTo>
                  <a:pt x="647119" y="1252080"/>
                </a:lnTo>
                <a:close/>
              </a:path>
              <a:path w="3812540" h="3546475">
                <a:moveTo>
                  <a:pt x="611996" y="1311846"/>
                </a:moveTo>
                <a:lnTo>
                  <a:pt x="605701" y="1322755"/>
                </a:lnTo>
                <a:lnTo>
                  <a:pt x="616610" y="1329067"/>
                </a:lnTo>
                <a:lnTo>
                  <a:pt x="622909" y="1318145"/>
                </a:lnTo>
                <a:lnTo>
                  <a:pt x="611996" y="1311846"/>
                </a:lnTo>
                <a:close/>
              </a:path>
              <a:path w="3812540" h="3546475">
                <a:moveTo>
                  <a:pt x="576832" y="1371422"/>
                </a:moveTo>
                <a:lnTo>
                  <a:pt x="569847" y="1383525"/>
                </a:lnTo>
                <a:lnTo>
                  <a:pt x="581943" y="1390522"/>
                </a:lnTo>
                <a:lnTo>
                  <a:pt x="588928" y="1378419"/>
                </a:lnTo>
                <a:lnTo>
                  <a:pt x="576832" y="1371422"/>
                </a:lnTo>
                <a:close/>
              </a:path>
              <a:path w="3812540" h="3546475">
                <a:moveTo>
                  <a:pt x="541660" y="1431010"/>
                </a:moveTo>
                <a:lnTo>
                  <a:pt x="533990" y="1444294"/>
                </a:lnTo>
                <a:lnTo>
                  <a:pt x="547275" y="1451965"/>
                </a:lnTo>
                <a:lnTo>
                  <a:pt x="554945" y="1438681"/>
                </a:lnTo>
                <a:lnTo>
                  <a:pt x="541660" y="1431010"/>
                </a:lnTo>
                <a:close/>
              </a:path>
              <a:path w="3812540" h="3546475">
                <a:moveTo>
                  <a:pt x="506536" y="1490776"/>
                </a:moveTo>
                <a:lnTo>
                  <a:pt x="498321" y="1505013"/>
                </a:lnTo>
                <a:lnTo>
                  <a:pt x="512554" y="1513243"/>
                </a:lnTo>
                <a:lnTo>
                  <a:pt x="520769" y="1498993"/>
                </a:lnTo>
                <a:lnTo>
                  <a:pt x="506536" y="1490776"/>
                </a:lnTo>
                <a:close/>
              </a:path>
              <a:path w="3812540" h="3546475">
                <a:moveTo>
                  <a:pt x="471368" y="1550352"/>
                </a:moveTo>
                <a:lnTo>
                  <a:pt x="462467" y="1565782"/>
                </a:lnTo>
                <a:lnTo>
                  <a:pt x="477887" y="1574685"/>
                </a:lnTo>
                <a:lnTo>
                  <a:pt x="486787" y="1559267"/>
                </a:lnTo>
                <a:lnTo>
                  <a:pt x="471368" y="1550352"/>
                </a:lnTo>
                <a:close/>
              </a:path>
              <a:path w="3812540" h="3546475">
                <a:moveTo>
                  <a:pt x="436244" y="1610118"/>
                </a:moveTo>
                <a:lnTo>
                  <a:pt x="426799" y="1626501"/>
                </a:lnTo>
                <a:lnTo>
                  <a:pt x="443165" y="1635950"/>
                </a:lnTo>
                <a:lnTo>
                  <a:pt x="452611" y="1619580"/>
                </a:lnTo>
                <a:lnTo>
                  <a:pt x="436244" y="1610118"/>
                </a:lnTo>
                <a:close/>
              </a:path>
              <a:path w="3812540" h="3546475">
                <a:moveTo>
                  <a:pt x="401126" y="1669897"/>
                </a:moveTo>
                <a:lnTo>
                  <a:pt x="391130" y="1687220"/>
                </a:lnTo>
                <a:lnTo>
                  <a:pt x="408443" y="1697227"/>
                </a:lnTo>
                <a:lnTo>
                  <a:pt x="418444" y="1679892"/>
                </a:lnTo>
                <a:lnTo>
                  <a:pt x="401126" y="1669897"/>
                </a:lnTo>
                <a:close/>
              </a:path>
              <a:path w="3812540" h="3546475">
                <a:moveTo>
                  <a:pt x="365958" y="1729473"/>
                </a:moveTo>
                <a:lnTo>
                  <a:pt x="355277" y="1747989"/>
                </a:lnTo>
                <a:lnTo>
                  <a:pt x="373777" y="1758670"/>
                </a:lnTo>
                <a:lnTo>
                  <a:pt x="384458" y="1740166"/>
                </a:lnTo>
                <a:lnTo>
                  <a:pt x="365958" y="1729473"/>
                </a:lnTo>
                <a:close/>
              </a:path>
              <a:path w="3812540" h="3546475">
                <a:moveTo>
                  <a:pt x="330834" y="1789239"/>
                </a:moveTo>
                <a:lnTo>
                  <a:pt x="319608" y="1808708"/>
                </a:lnTo>
                <a:lnTo>
                  <a:pt x="339055" y="1819948"/>
                </a:lnTo>
                <a:lnTo>
                  <a:pt x="350286" y="1800478"/>
                </a:lnTo>
                <a:lnTo>
                  <a:pt x="330834" y="1789239"/>
                </a:lnTo>
                <a:close/>
              </a:path>
              <a:path w="3812540" h="3546475">
                <a:moveTo>
                  <a:pt x="295667" y="1848827"/>
                </a:moveTo>
                <a:lnTo>
                  <a:pt x="283756" y="1869478"/>
                </a:lnTo>
                <a:lnTo>
                  <a:pt x="304388" y="1881390"/>
                </a:lnTo>
                <a:lnTo>
                  <a:pt x="316299" y="1860740"/>
                </a:lnTo>
                <a:lnTo>
                  <a:pt x="295667" y="1848827"/>
                </a:lnTo>
                <a:close/>
              </a:path>
              <a:path w="3812540" h="3546475">
                <a:moveTo>
                  <a:pt x="260493" y="1908416"/>
                </a:moveTo>
                <a:lnTo>
                  <a:pt x="247897" y="1930234"/>
                </a:lnTo>
                <a:lnTo>
                  <a:pt x="269716" y="1942845"/>
                </a:lnTo>
                <a:lnTo>
                  <a:pt x="282317" y="1921014"/>
                </a:lnTo>
                <a:lnTo>
                  <a:pt x="260493" y="1908416"/>
                </a:lnTo>
                <a:close/>
              </a:path>
              <a:path w="3812540" h="3546475">
                <a:moveTo>
                  <a:pt x="225375" y="1968169"/>
                </a:moveTo>
                <a:lnTo>
                  <a:pt x="212228" y="1990953"/>
                </a:lnTo>
                <a:lnTo>
                  <a:pt x="234999" y="2004110"/>
                </a:lnTo>
                <a:lnTo>
                  <a:pt x="248146" y="1981326"/>
                </a:lnTo>
                <a:lnTo>
                  <a:pt x="225375" y="1968169"/>
                </a:lnTo>
                <a:close/>
              </a:path>
              <a:path w="3812540" h="3546475">
                <a:moveTo>
                  <a:pt x="190202" y="2027758"/>
                </a:moveTo>
                <a:lnTo>
                  <a:pt x="176376" y="2051722"/>
                </a:lnTo>
                <a:lnTo>
                  <a:pt x="200327" y="2065565"/>
                </a:lnTo>
                <a:lnTo>
                  <a:pt x="214158" y="2041601"/>
                </a:lnTo>
                <a:lnTo>
                  <a:pt x="190202" y="2027758"/>
                </a:lnTo>
                <a:close/>
              </a:path>
              <a:path w="3812540" h="3546475">
                <a:moveTo>
                  <a:pt x="155033" y="2087333"/>
                </a:moveTo>
                <a:lnTo>
                  <a:pt x="140519" y="2112492"/>
                </a:lnTo>
                <a:lnTo>
                  <a:pt x="165660" y="2127021"/>
                </a:lnTo>
                <a:lnTo>
                  <a:pt x="180176" y="2101862"/>
                </a:lnTo>
                <a:lnTo>
                  <a:pt x="155033" y="2087333"/>
                </a:lnTo>
                <a:close/>
              </a:path>
              <a:path w="3812540" h="3546475">
                <a:moveTo>
                  <a:pt x="119915" y="2147112"/>
                </a:moveTo>
                <a:lnTo>
                  <a:pt x="104849" y="2173211"/>
                </a:lnTo>
                <a:lnTo>
                  <a:pt x="130943" y="2188286"/>
                </a:lnTo>
                <a:lnTo>
                  <a:pt x="146005" y="2162174"/>
                </a:lnTo>
                <a:lnTo>
                  <a:pt x="119915" y="2147112"/>
                </a:lnTo>
                <a:close/>
              </a:path>
              <a:path w="3812540" h="3546475">
                <a:moveTo>
                  <a:pt x="84742" y="2206688"/>
                </a:moveTo>
                <a:lnTo>
                  <a:pt x="68991" y="2233980"/>
                </a:lnTo>
                <a:lnTo>
                  <a:pt x="96271" y="2249741"/>
                </a:lnTo>
                <a:lnTo>
                  <a:pt x="112017" y="2222449"/>
                </a:lnTo>
                <a:lnTo>
                  <a:pt x="84742" y="2206688"/>
                </a:lnTo>
                <a:close/>
              </a:path>
              <a:path w="3812540" h="3546475">
                <a:moveTo>
                  <a:pt x="49574" y="2266276"/>
                </a:moveTo>
                <a:lnTo>
                  <a:pt x="33139" y="2294753"/>
                </a:lnTo>
                <a:lnTo>
                  <a:pt x="61599" y="2311194"/>
                </a:lnTo>
                <a:lnTo>
                  <a:pt x="78035" y="2282713"/>
                </a:lnTo>
                <a:lnTo>
                  <a:pt x="49574" y="2266276"/>
                </a:lnTo>
                <a:close/>
              </a:path>
              <a:path w="3812540" h="3546475">
                <a:moveTo>
                  <a:pt x="14451" y="2326042"/>
                </a:moveTo>
                <a:lnTo>
                  <a:pt x="0" y="2351082"/>
                </a:lnTo>
                <a:lnTo>
                  <a:pt x="0" y="2356927"/>
                </a:lnTo>
                <a:lnTo>
                  <a:pt x="26883" y="2372457"/>
                </a:lnTo>
                <a:lnTo>
                  <a:pt x="43864" y="2343034"/>
                </a:lnTo>
                <a:lnTo>
                  <a:pt x="14451" y="2326042"/>
                </a:lnTo>
                <a:close/>
              </a:path>
              <a:path w="3812540" h="3546475">
                <a:moveTo>
                  <a:pt x="0" y="2397591"/>
                </a:moveTo>
                <a:lnTo>
                  <a:pt x="0" y="2420415"/>
                </a:lnTo>
                <a:lnTo>
                  <a:pt x="9877" y="2403299"/>
                </a:lnTo>
                <a:lnTo>
                  <a:pt x="0" y="2397591"/>
                </a:lnTo>
                <a:close/>
              </a:path>
              <a:path w="3812540" h="3546475">
                <a:moveTo>
                  <a:pt x="953749" y="869759"/>
                </a:moveTo>
                <a:lnTo>
                  <a:pt x="952653" y="871651"/>
                </a:lnTo>
                <a:lnTo>
                  <a:pt x="954548" y="872756"/>
                </a:lnTo>
                <a:lnTo>
                  <a:pt x="955645" y="870851"/>
                </a:lnTo>
                <a:lnTo>
                  <a:pt x="953749" y="869759"/>
                </a:lnTo>
                <a:close/>
              </a:path>
              <a:path w="3812540" h="3546475">
                <a:moveTo>
                  <a:pt x="918576" y="929335"/>
                </a:moveTo>
                <a:lnTo>
                  <a:pt x="916796" y="932421"/>
                </a:lnTo>
                <a:lnTo>
                  <a:pt x="919881" y="934211"/>
                </a:lnTo>
                <a:lnTo>
                  <a:pt x="921663" y="931113"/>
                </a:lnTo>
                <a:lnTo>
                  <a:pt x="918576" y="929335"/>
                </a:lnTo>
                <a:close/>
              </a:path>
              <a:path w="3812540" h="3546475">
                <a:moveTo>
                  <a:pt x="883409" y="988910"/>
                </a:moveTo>
                <a:lnTo>
                  <a:pt x="880943" y="993190"/>
                </a:lnTo>
                <a:lnTo>
                  <a:pt x="885215" y="995654"/>
                </a:lnTo>
                <a:lnTo>
                  <a:pt x="887680" y="991387"/>
                </a:lnTo>
                <a:lnTo>
                  <a:pt x="883409" y="988910"/>
                </a:lnTo>
                <a:close/>
              </a:path>
              <a:path w="3812540" h="3546475">
                <a:moveTo>
                  <a:pt x="848290" y="1048689"/>
                </a:moveTo>
                <a:lnTo>
                  <a:pt x="845273" y="1053909"/>
                </a:lnTo>
                <a:lnTo>
                  <a:pt x="850493" y="1056919"/>
                </a:lnTo>
                <a:lnTo>
                  <a:pt x="853504" y="1051699"/>
                </a:lnTo>
                <a:lnTo>
                  <a:pt x="848290" y="1048689"/>
                </a:lnTo>
                <a:close/>
              </a:path>
              <a:path w="3812540" h="3546475">
                <a:moveTo>
                  <a:pt x="813117" y="1108265"/>
                </a:moveTo>
                <a:lnTo>
                  <a:pt x="809421" y="1114678"/>
                </a:lnTo>
                <a:lnTo>
                  <a:pt x="815826" y="1118374"/>
                </a:lnTo>
                <a:lnTo>
                  <a:pt x="819522" y="1111961"/>
                </a:lnTo>
                <a:lnTo>
                  <a:pt x="813117" y="1108265"/>
                </a:lnTo>
                <a:close/>
              </a:path>
              <a:path w="3812540" h="3546475">
                <a:moveTo>
                  <a:pt x="777994" y="1168031"/>
                </a:moveTo>
                <a:lnTo>
                  <a:pt x="773747" y="1175397"/>
                </a:lnTo>
                <a:lnTo>
                  <a:pt x="781099" y="1179639"/>
                </a:lnTo>
                <a:lnTo>
                  <a:pt x="785346" y="1172286"/>
                </a:lnTo>
                <a:lnTo>
                  <a:pt x="777994" y="1168031"/>
                </a:lnTo>
                <a:close/>
              </a:path>
              <a:path w="3812540" h="3546475">
                <a:moveTo>
                  <a:pt x="742825" y="1227620"/>
                </a:moveTo>
                <a:lnTo>
                  <a:pt x="737895" y="1236167"/>
                </a:lnTo>
                <a:lnTo>
                  <a:pt x="746432" y="1241094"/>
                </a:lnTo>
                <a:lnTo>
                  <a:pt x="751363" y="1232547"/>
                </a:lnTo>
                <a:lnTo>
                  <a:pt x="742825" y="1227620"/>
                </a:lnTo>
                <a:close/>
              </a:path>
              <a:path w="3812540" h="3546475">
                <a:moveTo>
                  <a:pt x="707652" y="1287208"/>
                </a:moveTo>
                <a:lnTo>
                  <a:pt x="702041" y="1296936"/>
                </a:lnTo>
                <a:lnTo>
                  <a:pt x="711765" y="1302550"/>
                </a:lnTo>
                <a:lnTo>
                  <a:pt x="717381" y="1292821"/>
                </a:lnTo>
                <a:lnTo>
                  <a:pt x="707652" y="1287208"/>
                </a:lnTo>
                <a:close/>
              </a:path>
              <a:path w="3812540" h="3546475">
                <a:moveTo>
                  <a:pt x="672534" y="1346974"/>
                </a:moveTo>
                <a:lnTo>
                  <a:pt x="666372" y="1357655"/>
                </a:lnTo>
                <a:lnTo>
                  <a:pt x="677048" y="1363814"/>
                </a:lnTo>
                <a:lnTo>
                  <a:pt x="683210" y="1353134"/>
                </a:lnTo>
                <a:lnTo>
                  <a:pt x="672534" y="1346974"/>
                </a:lnTo>
                <a:close/>
              </a:path>
              <a:path w="3812540" h="3546475">
                <a:moveTo>
                  <a:pt x="637365" y="1406550"/>
                </a:moveTo>
                <a:lnTo>
                  <a:pt x="630520" y="1418424"/>
                </a:lnTo>
                <a:lnTo>
                  <a:pt x="642377" y="1425270"/>
                </a:lnTo>
                <a:lnTo>
                  <a:pt x="649222" y="1413408"/>
                </a:lnTo>
                <a:lnTo>
                  <a:pt x="637365" y="1406550"/>
                </a:lnTo>
                <a:close/>
              </a:path>
              <a:path w="3812540" h="3546475">
                <a:moveTo>
                  <a:pt x="602193" y="1466138"/>
                </a:moveTo>
                <a:lnTo>
                  <a:pt x="594662" y="1479181"/>
                </a:lnTo>
                <a:lnTo>
                  <a:pt x="607705" y="1486725"/>
                </a:lnTo>
                <a:lnTo>
                  <a:pt x="615236" y="1473669"/>
                </a:lnTo>
                <a:lnTo>
                  <a:pt x="602193" y="1466138"/>
                </a:lnTo>
                <a:close/>
              </a:path>
              <a:path w="3812540" h="3546475">
                <a:moveTo>
                  <a:pt x="567070" y="1525904"/>
                </a:moveTo>
                <a:lnTo>
                  <a:pt x="558993" y="1539913"/>
                </a:lnTo>
                <a:lnTo>
                  <a:pt x="572983" y="1547990"/>
                </a:lnTo>
                <a:lnTo>
                  <a:pt x="581064" y="1533982"/>
                </a:lnTo>
                <a:lnTo>
                  <a:pt x="567070" y="1525904"/>
                </a:lnTo>
                <a:close/>
              </a:path>
              <a:path w="3812540" h="3546475">
                <a:moveTo>
                  <a:pt x="531901" y="1585480"/>
                </a:moveTo>
                <a:lnTo>
                  <a:pt x="523135" y="1600669"/>
                </a:lnTo>
                <a:lnTo>
                  <a:pt x="538316" y="1609445"/>
                </a:lnTo>
                <a:lnTo>
                  <a:pt x="547081" y="1594256"/>
                </a:lnTo>
                <a:lnTo>
                  <a:pt x="531901" y="1585480"/>
                </a:lnTo>
                <a:close/>
              </a:path>
              <a:path w="3812540" h="3546475">
                <a:moveTo>
                  <a:pt x="496733" y="1645069"/>
                </a:moveTo>
                <a:lnTo>
                  <a:pt x="487283" y="1661439"/>
                </a:lnTo>
                <a:lnTo>
                  <a:pt x="503648" y="1670900"/>
                </a:lnTo>
                <a:lnTo>
                  <a:pt x="513095" y="1654517"/>
                </a:lnTo>
                <a:lnTo>
                  <a:pt x="496733" y="1645069"/>
                </a:lnTo>
                <a:close/>
              </a:path>
              <a:path w="3812540" h="3546475">
                <a:moveTo>
                  <a:pt x="461610" y="1704835"/>
                </a:moveTo>
                <a:lnTo>
                  <a:pt x="451614" y="1722158"/>
                </a:lnTo>
                <a:lnTo>
                  <a:pt x="468932" y="1732165"/>
                </a:lnTo>
                <a:lnTo>
                  <a:pt x="478928" y="1714830"/>
                </a:lnTo>
                <a:lnTo>
                  <a:pt x="461610" y="1704835"/>
                </a:lnTo>
                <a:close/>
              </a:path>
              <a:path w="3812540" h="3546475">
                <a:moveTo>
                  <a:pt x="426491" y="1764601"/>
                </a:moveTo>
                <a:lnTo>
                  <a:pt x="415945" y="1782876"/>
                </a:lnTo>
                <a:lnTo>
                  <a:pt x="434210" y="1793430"/>
                </a:lnTo>
                <a:lnTo>
                  <a:pt x="444752" y="1775155"/>
                </a:lnTo>
                <a:lnTo>
                  <a:pt x="426491" y="1764601"/>
                </a:lnTo>
                <a:close/>
              </a:path>
              <a:path w="3812540" h="3546475">
                <a:moveTo>
                  <a:pt x="391318" y="1824189"/>
                </a:moveTo>
                <a:lnTo>
                  <a:pt x="380091" y="1843646"/>
                </a:lnTo>
                <a:lnTo>
                  <a:pt x="399539" y="1854885"/>
                </a:lnTo>
                <a:lnTo>
                  <a:pt x="410770" y="1835416"/>
                </a:lnTo>
                <a:lnTo>
                  <a:pt x="391318" y="1824189"/>
                </a:lnTo>
                <a:close/>
              </a:path>
              <a:path w="3812540" h="3546475">
                <a:moveTo>
                  <a:pt x="356200" y="1883956"/>
                </a:moveTo>
                <a:lnTo>
                  <a:pt x="344422" y="1904364"/>
                </a:lnTo>
                <a:lnTo>
                  <a:pt x="364817" y="1916150"/>
                </a:lnTo>
                <a:lnTo>
                  <a:pt x="376599" y="1895741"/>
                </a:lnTo>
                <a:lnTo>
                  <a:pt x="356200" y="1883956"/>
                </a:lnTo>
                <a:close/>
              </a:path>
              <a:path w="3812540" h="3546475">
                <a:moveTo>
                  <a:pt x="321031" y="1943531"/>
                </a:moveTo>
                <a:lnTo>
                  <a:pt x="308565" y="1965134"/>
                </a:lnTo>
                <a:lnTo>
                  <a:pt x="330150" y="1977605"/>
                </a:lnTo>
                <a:lnTo>
                  <a:pt x="342611" y="1956003"/>
                </a:lnTo>
                <a:lnTo>
                  <a:pt x="321031" y="1943531"/>
                </a:lnTo>
                <a:close/>
              </a:path>
              <a:path w="3812540" h="3546475">
                <a:moveTo>
                  <a:pt x="285859" y="2003120"/>
                </a:moveTo>
                <a:lnTo>
                  <a:pt x="272712" y="2025891"/>
                </a:lnTo>
                <a:lnTo>
                  <a:pt x="295483" y="2039048"/>
                </a:lnTo>
                <a:lnTo>
                  <a:pt x="308630" y="2016277"/>
                </a:lnTo>
                <a:lnTo>
                  <a:pt x="285859" y="2003120"/>
                </a:lnTo>
                <a:close/>
              </a:path>
              <a:path w="3812540" h="3546475">
                <a:moveTo>
                  <a:pt x="250741" y="2062886"/>
                </a:moveTo>
                <a:lnTo>
                  <a:pt x="237042" y="2086622"/>
                </a:lnTo>
                <a:lnTo>
                  <a:pt x="260761" y="2100325"/>
                </a:lnTo>
                <a:lnTo>
                  <a:pt x="274458" y="2076589"/>
                </a:lnTo>
                <a:lnTo>
                  <a:pt x="250741" y="2062886"/>
                </a:lnTo>
                <a:close/>
              </a:path>
              <a:path w="3812540" h="3546475">
                <a:moveTo>
                  <a:pt x="215567" y="2122474"/>
                </a:moveTo>
                <a:lnTo>
                  <a:pt x="201190" y="2147379"/>
                </a:lnTo>
                <a:lnTo>
                  <a:pt x="226094" y="2161768"/>
                </a:lnTo>
                <a:lnTo>
                  <a:pt x="240471" y="2136851"/>
                </a:lnTo>
                <a:lnTo>
                  <a:pt x="215567" y="2122474"/>
                </a:lnTo>
                <a:close/>
              </a:path>
              <a:path w="3812540" h="3546475">
                <a:moveTo>
                  <a:pt x="180444" y="2182240"/>
                </a:moveTo>
                <a:lnTo>
                  <a:pt x="165516" y="2208110"/>
                </a:lnTo>
                <a:lnTo>
                  <a:pt x="191373" y="2223033"/>
                </a:lnTo>
                <a:lnTo>
                  <a:pt x="206300" y="2197163"/>
                </a:lnTo>
                <a:lnTo>
                  <a:pt x="180444" y="2182240"/>
                </a:lnTo>
                <a:close/>
              </a:path>
              <a:path w="3812540" h="3546475">
                <a:moveTo>
                  <a:pt x="145276" y="2241816"/>
                </a:moveTo>
                <a:lnTo>
                  <a:pt x="129664" y="2268867"/>
                </a:lnTo>
                <a:lnTo>
                  <a:pt x="156701" y="2284489"/>
                </a:lnTo>
                <a:lnTo>
                  <a:pt x="172313" y="2257437"/>
                </a:lnTo>
                <a:lnTo>
                  <a:pt x="145276" y="2241816"/>
                </a:lnTo>
                <a:close/>
              </a:path>
              <a:path w="3812540" h="3546475">
                <a:moveTo>
                  <a:pt x="110107" y="2301401"/>
                </a:moveTo>
                <a:lnTo>
                  <a:pt x="93806" y="2329639"/>
                </a:lnTo>
                <a:lnTo>
                  <a:pt x="122034" y="2345946"/>
                </a:lnTo>
                <a:lnTo>
                  <a:pt x="138330" y="2317702"/>
                </a:lnTo>
                <a:lnTo>
                  <a:pt x="110107" y="2301401"/>
                </a:lnTo>
                <a:close/>
              </a:path>
              <a:path w="3812540" h="3546475">
                <a:moveTo>
                  <a:pt x="74984" y="2361166"/>
                </a:moveTo>
                <a:lnTo>
                  <a:pt x="58142" y="2390360"/>
                </a:lnTo>
                <a:lnTo>
                  <a:pt x="87317" y="2407213"/>
                </a:lnTo>
                <a:lnTo>
                  <a:pt x="104159" y="2378017"/>
                </a:lnTo>
                <a:lnTo>
                  <a:pt x="74984" y="2361166"/>
                </a:lnTo>
                <a:close/>
              </a:path>
              <a:path w="3812540" h="3546475">
                <a:moveTo>
                  <a:pt x="39816" y="2420751"/>
                </a:moveTo>
                <a:lnTo>
                  <a:pt x="22284" y="2451127"/>
                </a:lnTo>
                <a:lnTo>
                  <a:pt x="52645" y="2468663"/>
                </a:lnTo>
                <a:lnTo>
                  <a:pt x="70177" y="2438288"/>
                </a:lnTo>
                <a:lnTo>
                  <a:pt x="39816" y="2420751"/>
                </a:lnTo>
                <a:close/>
              </a:path>
              <a:path w="3812540" h="3546475">
                <a:moveTo>
                  <a:pt x="4693" y="2480515"/>
                </a:moveTo>
                <a:lnTo>
                  <a:pt x="0" y="2488648"/>
                </a:lnTo>
                <a:lnTo>
                  <a:pt x="0" y="2519575"/>
                </a:lnTo>
                <a:lnTo>
                  <a:pt x="17928" y="2529932"/>
                </a:lnTo>
                <a:lnTo>
                  <a:pt x="36001" y="2498604"/>
                </a:lnTo>
                <a:lnTo>
                  <a:pt x="4693" y="2480515"/>
                </a:lnTo>
                <a:close/>
              </a:path>
              <a:path w="3812540" h="3546475">
                <a:moveTo>
                  <a:pt x="0" y="2557703"/>
                </a:moveTo>
                <a:lnTo>
                  <a:pt x="0" y="2562368"/>
                </a:lnTo>
                <a:lnTo>
                  <a:pt x="2019" y="2558869"/>
                </a:lnTo>
                <a:lnTo>
                  <a:pt x="0" y="2557703"/>
                </a:lnTo>
                <a:close/>
              </a:path>
              <a:path w="3812540" h="3546475">
                <a:moveTo>
                  <a:pt x="1014233" y="904697"/>
                </a:moveTo>
                <a:lnTo>
                  <a:pt x="1013137" y="906589"/>
                </a:lnTo>
                <a:lnTo>
                  <a:pt x="1015032" y="907694"/>
                </a:lnTo>
                <a:lnTo>
                  <a:pt x="1016129" y="905789"/>
                </a:lnTo>
                <a:lnTo>
                  <a:pt x="1014233" y="904697"/>
                </a:lnTo>
                <a:close/>
              </a:path>
              <a:path w="3812540" h="3546475">
                <a:moveTo>
                  <a:pt x="979110" y="964463"/>
                </a:moveTo>
                <a:lnTo>
                  <a:pt x="977468" y="967308"/>
                </a:lnTo>
                <a:lnTo>
                  <a:pt x="980315" y="968959"/>
                </a:lnTo>
                <a:lnTo>
                  <a:pt x="981957" y="966114"/>
                </a:lnTo>
                <a:lnTo>
                  <a:pt x="979110" y="964463"/>
                </a:lnTo>
                <a:close/>
              </a:path>
              <a:path w="3812540" h="3546475">
                <a:moveTo>
                  <a:pt x="943942" y="1024039"/>
                </a:moveTo>
                <a:lnTo>
                  <a:pt x="941610" y="1028077"/>
                </a:lnTo>
                <a:lnTo>
                  <a:pt x="945644" y="1030414"/>
                </a:lnTo>
                <a:lnTo>
                  <a:pt x="947976" y="1026375"/>
                </a:lnTo>
                <a:lnTo>
                  <a:pt x="943942" y="1024039"/>
                </a:lnTo>
                <a:close/>
              </a:path>
              <a:path w="3812540" h="3546475">
                <a:moveTo>
                  <a:pt x="908818" y="1083817"/>
                </a:moveTo>
                <a:lnTo>
                  <a:pt x="905941" y="1088796"/>
                </a:lnTo>
                <a:lnTo>
                  <a:pt x="910922" y="1091679"/>
                </a:lnTo>
                <a:lnTo>
                  <a:pt x="913799" y="1086700"/>
                </a:lnTo>
                <a:lnTo>
                  <a:pt x="908818" y="1083817"/>
                </a:lnTo>
                <a:close/>
              </a:path>
              <a:path w="3812540" h="3546475">
                <a:moveTo>
                  <a:pt x="873650" y="1143393"/>
                </a:moveTo>
                <a:lnTo>
                  <a:pt x="870088" y="1149565"/>
                </a:lnTo>
                <a:lnTo>
                  <a:pt x="876255" y="1153121"/>
                </a:lnTo>
                <a:lnTo>
                  <a:pt x="879817" y="1146962"/>
                </a:lnTo>
                <a:lnTo>
                  <a:pt x="873650" y="1143393"/>
                </a:lnTo>
                <a:close/>
              </a:path>
              <a:path w="3812540" h="3546475">
                <a:moveTo>
                  <a:pt x="838527" y="1203159"/>
                </a:moveTo>
                <a:lnTo>
                  <a:pt x="834419" y="1210284"/>
                </a:lnTo>
                <a:lnTo>
                  <a:pt x="841538" y="1214399"/>
                </a:lnTo>
                <a:lnTo>
                  <a:pt x="845645" y="1207274"/>
                </a:lnTo>
                <a:lnTo>
                  <a:pt x="838527" y="1203159"/>
                </a:lnTo>
                <a:close/>
              </a:path>
              <a:path w="3812540" h="3546475">
                <a:moveTo>
                  <a:pt x="803358" y="1262748"/>
                </a:moveTo>
                <a:lnTo>
                  <a:pt x="798561" y="1271054"/>
                </a:lnTo>
                <a:lnTo>
                  <a:pt x="806866" y="1275854"/>
                </a:lnTo>
                <a:lnTo>
                  <a:pt x="811663" y="1267548"/>
                </a:lnTo>
                <a:lnTo>
                  <a:pt x="803358" y="1262748"/>
                </a:lnTo>
                <a:close/>
              </a:path>
              <a:path w="3812540" h="3546475">
                <a:moveTo>
                  <a:pt x="768186" y="1322336"/>
                </a:moveTo>
                <a:lnTo>
                  <a:pt x="762709" y="1331823"/>
                </a:lnTo>
                <a:lnTo>
                  <a:pt x="772199" y="1337297"/>
                </a:lnTo>
                <a:lnTo>
                  <a:pt x="777676" y="1327810"/>
                </a:lnTo>
                <a:lnTo>
                  <a:pt x="768186" y="1322336"/>
                </a:lnTo>
                <a:close/>
              </a:path>
              <a:path w="3812540" h="3546475">
                <a:moveTo>
                  <a:pt x="733068" y="1382102"/>
                </a:moveTo>
                <a:lnTo>
                  <a:pt x="727040" y="1392542"/>
                </a:lnTo>
                <a:lnTo>
                  <a:pt x="737477" y="1398574"/>
                </a:lnTo>
                <a:lnTo>
                  <a:pt x="743501" y="1388122"/>
                </a:lnTo>
                <a:lnTo>
                  <a:pt x="733068" y="1382102"/>
                </a:lnTo>
                <a:close/>
              </a:path>
              <a:path w="3812540" h="3546475">
                <a:moveTo>
                  <a:pt x="697894" y="1441678"/>
                </a:moveTo>
                <a:lnTo>
                  <a:pt x="691182" y="1453311"/>
                </a:lnTo>
                <a:lnTo>
                  <a:pt x="702806" y="1460017"/>
                </a:lnTo>
                <a:lnTo>
                  <a:pt x="709518" y="1448396"/>
                </a:lnTo>
                <a:lnTo>
                  <a:pt x="697894" y="1441678"/>
                </a:lnTo>
                <a:close/>
              </a:path>
              <a:path w="3812540" h="3546475">
                <a:moveTo>
                  <a:pt x="662726" y="1501266"/>
                </a:moveTo>
                <a:lnTo>
                  <a:pt x="655335" y="1514081"/>
                </a:lnTo>
                <a:lnTo>
                  <a:pt x="668139" y="1521472"/>
                </a:lnTo>
                <a:lnTo>
                  <a:pt x="675535" y="1508658"/>
                </a:lnTo>
                <a:lnTo>
                  <a:pt x="662726" y="1501266"/>
                </a:lnTo>
                <a:close/>
              </a:path>
              <a:path w="3812540" h="3546475">
                <a:moveTo>
                  <a:pt x="627608" y="1561033"/>
                </a:moveTo>
                <a:lnTo>
                  <a:pt x="619665" y="1574787"/>
                </a:lnTo>
                <a:lnTo>
                  <a:pt x="633422" y="1582737"/>
                </a:lnTo>
                <a:lnTo>
                  <a:pt x="641360" y="1568983"/>
                </a:lnTo>
                <a:lnTo>
                  <a:pt x="627608" y="1561033"/>
                </a:lnTo>
                <a:close/>
              </a:path>
              <a:path w="3812540" h="3546475">
                <a:moveTo>
                  <a:pt x="592434" y="1620608"/>
                </a:moveTo>
                <a:lnTo>
                  <a:pt x="583807" y="1635569"/>
                </a:lnTo>
                <a:lnTo>
                  <a:pt x="598750" y="1644192"/>
                </a:lnTo>
                <a:lnTo>
                  <a:pt x="607377" y="1629244"/>
                </a:lnTo>
                <a:lnTo>
                  <a:pt x="592434" y="1620608"/>
                </a:lnTo>
                <a:close/>
              </a:path>
              <a:path w="3812540" h="3546475">
                <a:moveTo>
                  <a:pt x="557267" y="1680197"/>
                </a:moveTo>
                <a:lnTo>
                  <a:pt x="547955" y="1696326"/>
                </a:lnTo>
                <a:lnTo>
                  <a:pt x="564083" y="1705648"/>
                </a:lnTo>
                <a:lnTo>
                  <a:pt x="573394" y="1689506"/>
                </a:lnTo>
                <a:lnTo>
                  <a:pt x="557267" y="1680197"/>
                </a:lnTo>
                <a:close/>
              </a:path>
              <a:path w="3812540" h="3546475">
                <a:moveTo>
                  <a:pt x="522143" y="1739963"/>
                </a:moveTo>
                <a:lnTo>
                  <a:pt x="512281" y="1757044"/>
                </a:lnTo>
                <a:lnTo>
                  <a:pt x="529361" y="1766912"/>
                </a:lnTo>
                <a:lnTo>
                  <a:pt x="539219" y="1749831"/>
                </a:lnTo>
                <a:lnTo>
                  <a:pt x="522143" y="1739963"/>
                </a:lnTo>
                <a:close/>
              </a:path>
              <a:path w="3812540" h="3546475">
                <a:moveTo>
                  <a:pt x="486975" y="1799539"/>
                </a:moveTo>
                <a:lnTo>
                  <a:pt x="476429" y="1817814"/>
                </a:lnTo>
                <a:lnTo>
                  <a:pt x="494694" y="1828368"/>
                </a:lnTo>
                <a:lnTo>
                  <a:pt x="505236" y="1810092"/>
                </a:lnTo>
                <a:lnTo>
                  <a:pt x="486975" y="1799539"/>
                </a:lnTo>
                <a:close/>
              </a:path>
              <a:path w="3812540" h="3546475">
                <a:moveTo>
                  <a:pt x="451857" y="1859318"/>
                </a:moveTo>
                <a:lnTo>
                  <a:pt x="440759" y="1878533"/>
                </a:lnTo>
                <a:lnTo>
                  <a:pt x="459973" y="1889632"/>
                </a:lnTo>
                <a:lnTo>
                  <a:pt x="471065" y="1870405"/>
                </a:lnTo>
                <a:lnTo>
                  <a:pt x="451857" y="1859318"/>
                </a:lnTo>
                <a:close/>
              </a:path>
              <a:path w="3812540" h="3546475">
                <a:moveTo>
                  <a:pt x="416733" y="1919084"/>
                </a:moveTo>
                <a:lnTo>
                  <a:pt x="405090" y="1939251"/>
                </a:lnTo>
                <a:lnTo>
                  <a:pt x="425256" y="1950897"/>
                </a:lnTo>
                <a:lnTo>
                  <a:pt x="436895" y="1930730"/>
                </a:lnTo>
                <a:lnTo>
                  <a:pt x="416733" y="1919084"/>
                </a:lnTo>
                <a:close/>
              </a:path>
              <a:path w="3812540" h="3546475">
                <a:moveTo>
                  <a:pt x="381560" y="1978659"/>
                </a:moveTo>
                <a:lnTo>
                  <a:pt x="369237" y="2000021"/>
                </a:lnTo>
                <a:lnTo>
                  <a:pt x="390584" y="2012352"/>
                </a:lnTo>
                <a:lnTo>
                  <a:pt x="402912" y="1990991"/>
                </a:lnTo>
                <a:lnTo>
                  <a:pt x="381560" y="1978659"/>
                </a:lnTo>
                <a:close/>
              </a:path>
              <a:path w="3812540" h="3546475">
                <a:moveTo>
                  <a:pt x="346392" y="2038248"/>
                </a:moveTo>
                <a:lnTo>
                  <a:pt x="333380" y="2060790"/>
                </a:lnTo>
                <a:lnTo>
                  <a:pt x="355917" y="2073808"/>
                </a:lnTo>
                <a:lnTo>
                  <a:pt x="368924" y="2051265"/>
                </a:lnTo>
                <a:lnTo>
                  <a:pt x="346392" y="2038248"/>
                </a:lnTo>
                <a:close/>
              </a:path>
              <a:path w="3812540" h="3546475">
                <a:moveTo>
                  <a:pt x="311269" y="2098014"/>
                </a:moveTo>
                <a:lnTo>
                  <a:pt x="297715" y="2121509"/>
                </a:lnTo>
                <a:lnTo>
                  <a:pt x="321195" y="2135073"/>
                </a:lnTo>
                <a:lnTo>
                  <a:pt x="334749" y="2111578"/>
                </a:lnTo>
                <a:lnTo>
                  <a:pt x="311269" y="2098014"/>
                </a:lnTo>
                <a:close/>
              </a:path>
              <a:path w="3812540" h="3546475">
                <a:moveTo>
                  <a:pt x="276100" y="2157590"/>
                </a:moveTo>
                <a:lnTo>
                  <a:pt x="261858" y="2182278"/>
                </a:lnTo>
                <a:lnTo>
                  <a:pt x="286523" y="2196528"/>
                </a:lnTo>
                <a:lnTo>
                  <a:pt x="300766" y="2171852"/>
                </a:lnTo>
                <a:lnTo>
                  <a:pt x="276100" y="2157590"/>
                </a:lnTo>
                <a:close/>
              </a:path>
              <a:path w="3812540" h="3546475">
                <a:moveTo>
                  <a:pt x="240932" y="2217178"/>
                </a:moveTo>
                <a:lnTo>
                  <a:pt x="226000" y="2243048"/>
                </a:lnTo>
                <a:lnTo>
                  <a:pt x="251857" y="2257983"/>
                </a:lnTo>
                <a:lnTo>
                  <a:pt x="266783" y="2232113"/>
                </a:lnTo>
                <a:lnTo>
                  <a:pt x="240932" y="2217178"/>
                </a:lnTo>
                <a:close/>
              </a:path>
              <a:path w="3812540" h="3546475">
                <a:moveTo>
                  <a:pt x="205809" y="2276948"/>
                </a:moveTo>
                <a:lnTo>
                  <a:pt x="190336" y="2303763"/>
                </a:lnTo>
                <a:lnTo>
                  <a:pt x="217135" y="2319245"/>
                </a:lnTo>
                <a:lnTo>
                  <a:pt x="232613" y="2292427"/>
                </a:lnTo>
                <a:lnTo>
                  <a:pt x="205809" y="2276948"/>
                </a:lnTo>
                <a:close/>
              </a:path>
              <a:path w="3812540" h="3546475">
                <a:moveTo>
                  <a:pt x="170641" y="2336529"/>
                </a:moveTo>
                <a:lnTo>
                  <a:pt x="154478" y="2364529"/>
                </a:lnTo>
                <a:lnTo>
                  <a:pt x="182468" y="2380702"/>
                </a:lnTo>
                <a:lnTo>
                  <a:pt x="198625" y="2352692"/>
                </a:lnTo>
                <a:lnTo>
                  <a:pt x="170641" y="2336529"/>
                </a:lnTo>
                <a:close/>
              </a:path>
              <a:path w="3812540" h="3546475">
                <a:moveTo>
                  <a:pt x="135468" y="2396111"/>
                </a:moveTo>
                <a:lnTo>
                  <a:pt x="118625" y="2425301"/>
                </a:lnTo>
                <a:lnTo>
                  <a:pt x="147801" y="2442152"/>
                </a:lnTo>
                <a:lnTo>
                  <a:pt x="164644" y="2412963"/>
                </a:lnTo>
                <a:lnTo>
                  <a:pt x="135468" y="2396111"/>
                </a:lnTo>
                <a:close/>
              </a:path>
              <a:path w="3812540" h="3546475">
                <a:moveTo>
                  <a:pt x="100344" y="2455880"/>
                </a:moveTo>
                <a:lnTo>
                  <a:pt x="82956" y="2486018"/>
                </a:lnTo>
                <a:lnTo>
                  <a:pt x="113079" y="2503421"/>
                </a:lnTo>
                <a:lnTo>
                  <a:pt x="130467" y="2473277"/>
                </a:lnTo>
                <a:lnTo>
                  <a:pt x="100344" y="2455880"/>
                </a:lnTo>
                <a:close/>
              </a:path>
              <a:path w="3812540" h="3546475">
                <a:moveTo>
                  <a:pt x="65176" y="2515455"/>
                </a:moveTo>
                <a:lnTo>
                  <a:pt x="47099" y="2546784"/>
                </a:lnTo>
                <a:lnTo>
                  <a:pt x="78412" y="2564871"/>
                </a:lnTo>
                <a:lnTo>
                  <a:pt x="96485" y="2533543"/>
                </a:lnTo>
                <a:lnTo>
                  <a:pt x="65176" y="2515455"/>
                </a:lnTo>
                <a:close/>
              </a:path>
              <a:path w="3812540" h="3546475">
                <a:moveTo>
                  <a:pt x="30058" y="2575225"/>
                </a:moveTo>
                <a:lnTo>
                  <a:pt x="11434" y="2607501"/>
                </a:lnTo>
                <a:lnTo>
                  <a:pt x="43690" y="2626135"/>
                </a:lnTo>
                <a:lnTo>
                  <a:pt x="62314" y="2593863"/>
                </a:lnTo>
                <a:lnTo>
                  <a:pt x="30058" y="2575225"/>
                </a:lnTo>
                <a:close/>
              </a:path>
              <a:path w="3812540" h="3546475">
                <a:moveTo>
                  <a:pt x="0" y="2637766"/>
                </a:moveTo>
                <a:lnTo>
                  <a:pt x="0" y="2682380"/>
                </a:lnTo>
                <a:lnTo>
                  <a:pt x="9018" y="2687590"/>
                </a:lnTo>
                <a:lnTo>
                  <a:pt x="28326" y="2654129"/>
                </a:lnTo>
                <a:lnTo>
                  <a:pt x="0" y="2637766"/>
                </a:lnTo>
                <a:close/>
              </a:path>
              <a:path w="3812540" h="3546475">
                <a:moveTo>
                  <a:pt x="1074766" y="939825"/>
                </a:moveTo>
                <a:lnTo>
                  <a:pt x="1073810" y="941489"/>
                </a:lnTo>
                <a:lnTo>
                  <a:pt x="1075466" y="942441"/>
                </a:lnTo>
                <a:lnTo>
                  <a:pt x="1076424" y="940777"/>
                </a:lnTo>
                <a:lnTo>
                  <a:pt x="1074766" y="939825"/>
                </a:lnTo>
                <a:close/>
              </a:path>
              <a:path w="3812540" h="3546475">
                <a:moveTo>
                  <a:pt x="1039643" y="999591"/>
                </a:moveTo>
                <a:lnTo>
                  <a:pt x="1038136" y="1002207"/>
                </a:lnTo>
                <a:lnTo>
                  <a:pt x="1040744" y="1003719"/>
                </a:lnTo>
                <a:lnTo>
                  <a:pt x="1042253" y="1001102"/>
                </a:lnTo>
                <a:lnTo>
                  <a:pt x="1039643" y="999591"/>
                </a:lnTo>
                <a:close/>
              </a:path>
              <a:path w="3812540" h="3546475">
                <a:moveTo>
                  <a:pt x="1004475" y="1059179"/>
                </a:moveTo>
                <a:lnTo>
                  <a:pt x="1002287" y="1062977"/>
                </a:lnTo>
                <a:lnTo>
                  <a:pt x="1006078" y="1065161"/>
                </a:lnTo>
                <a:lnTo>
                  <a:pt x="1008270" y="1061364"/>
                </a:lnTo>
                <a:lnTo>
                  <a:pt x="1004475" y="1059179"/>
                </a:lnTo>
                <a:close/>
              </a:path>
              <a:path w="3812540" h="3546475">
                <a:moveTo>
                  <a:pt x="969302" y="1118755"/>
                </a:moveTo>
                <a:lnTo>
                  <a:pt x="966430" y="1123734"/>
                </a:lnTo>
                <a:lnTo>
                  <a:pt x="971411" y="1126616"/>
                </a:lnTo>
                <a:lnTo>
                  <a:pt x="974282" y="1121625"/>
                </a:lnTo>
                <a:lnTo>
                  <a:pt x="969302" y="1118755"/>
                </a:lnTo>
                <a:close/>
              </a:path>
              <a:path w="3812540" h="3546475">
                <a:moveTo>
                  <a:pt x="934178" y="1178521"/>
                </a:moveTo>
                <a:lnTo>
                  <a:pt x="930756" y="1184452"/>
                </a:lnTo>
                <a:lnTo>
                  <a:pt x="936689" y="1187881"/>
                </a:lnTo>
                <a:lnTo>
                  <a:pt x="940112" y="1181950"/>
                </a:lnTo>
                <a:lnTo>
                  <a:pt x="934178" y="1178521"/>
                </a:lnTo>
                <a:close/>
              </a:path>
              <a:path w="3812540" h="3546475">
                <a:moveTo>
                  <a:pt x="899011" y="1238110"/>
                </a:moveTo>
                <a:lnTo>
                  <a:pt x="894902" y="1245222"/>
                </a:lnTo>
                <a:lnTo>
                  <a:pt x="902017" y="1249337"/>
                </a:lnTo>
                <a:lnTo>
                  <a:pt x="906124" y="1242212"/>
                </a:lnTo>
                <a:lnTo>
                  <a:pt x="899011" y="1238110"/>
                </a:lnTo>
                <a:close/>
              </a:path>
              <a:path w="3812540" h="3546475">
                <a:moveTo>
                  <a:pt x="863892" y="1297876"/>
                </a:moveTo>
                <a:lnTo>
                  <a:pt x="859234" y="1305940"/>
                </a:lnTo>
                <a:lnTo>
                  <a:pt x="867300" y="1310601"/>
                </a:lnTo>
                <a:lnTo>
                  <a:pt x="871959" y="1302537"/>
                </a:lnTo>
                <a:lnTo>
                  <a:pt x="863892" y="1297876"/>
                </a:lnTo>
                <a:close/>
              </a:path>
              <a:path w="3812540" h="3546475">
                <a:moveTo>
                  <a:pt x="828719" y="1357452"/>
                </a:moveTo>
                <a:lnTo>
                  <a:pt x="823381" y="1366710"/>
                </a:lnTo>
                <a:lnTo>
                  <a:pt x="832633" y="1372057"/>
                </a:lnTo>
                <a:lnTo>
                  <a:pt x="837971" y="1362798"/>
                </a:lnTo>
                <a:lnTo>
                  <a:pt x="828719" y="1357452"/>
                </a:lnTo>
                <a:close/>
              </a:path>
              <a:path w="3812540" h="3546475">
                <a:moveTo>
                  <a:pt x="793551" y="1417040"/>
                </a:moveTo>
                <a:lnTo>
                  <a:pt x="787529" y="1427479"/>
                </a:lnTo>
                <a:lnTo>
                  <a:pt x="797961" y="1433512"/>
                </a:lnTo>
                <a:lnTo>
                  <a:pt x="803984" y="1423073"/>
                </a:lnTo>
                <a:lnTo>
                  <a:pt x="793551" y="1417040"/>
                </a:lnTo>
                <a:close/>
              </a:path>
              <a:path w="3812540" h="3546475">
                <a:moveTo>
                  <a:pt x="758428" y="1476806"/>
                </a:moveTo>
                <a:lnTo>
                  <a:pt x="751855" y="1488198"/>
                </a:lnTo>
                <a:lnTo>
                  <a:pt x="763240" y="1494777"/>
                </a:lnTo>
                <a:lnTo>
                  <a:pt x="769818" y="1483385"/>
                </a:lnTo>
                <a:lnTo>
                  <a:pt x="758428" y="1476806"/>
                </a:lnTo>
                <a:close/>
              </a:path>
              <a:path w="3812540" h="3546475">
                <a:moveTo>
                  <a:pt x="723254" y="1536395"/>
                </a:moveTo>
                <a:lnTo>
                  <a:pt x="715996" y="1548968"/>
                </a:lnTo>
                <a:lnTo>
                  <a:pt x="728573" y="1556232"/>
                </a:lnTo>
                <a:lnTo>
                  <a:pt x="735831" y="1543646"/>
                </a:lnTo>
                <a:lnTo>
                  <a:pt x="723254" y="1536395"/>
                </a:lnTo>
                <a:close/>
              </a:path>
              <a:path w="3812540" h="3546475">
                <a:moveTo>
                  <a:pt x="688087" y="1595970"/>
                </a:moveTo>
                <a:lnTo>
                  <a:pt x="680149" y="1609737"/>
                </a:lnTo>
                <a:lnTo>
                  <a:pt x="693906" y="1617675"/>
                </a:lnTo>
                <a:lnTo>
                  <a:pt x="701843" y="1603921"/>
                </a:lnTo>
                <a:lnTo>
                  <a:pt x="688087" y="1595970"/>
                </a:lnTo>
                <a:close/>
              </a:path>
              <a:path w="3812540" h="3546475">
                <a:moveTo>
                  <a:pt x="652967" y="1655737"/>
                </a:moveTo>
                <a:lnTo>
                  <a:pt x="644475" y="1670456"/>
                </a:lnTo>
                <a:lnTo>
                  <a:pt x="659184" y="1678952"/>
                </a:lnTo>
                <a:lnTo>
                  <a:pt x="667677" y="1664233"/>
                </a:lnTo>
                <a:lnTo>
                  <a:pt x="652967" y="1655737"/>
                </a:lnTo>
                <a:close/>
              </a:path>
              <a:path w="3812540" h="3546475">
                <a:moveTo>
                  <a:pt x="617795" y="1715325"/>
                </a:moveTo>
                <a:lnTo>
                  <a:pt x="608622" y="1731225"/>
                </a:lnTo>
                <a:lnTo>
                  <a:pt x="624517" y="1740395"/>
                </a:lnTo>
                <a:lnTo>
                  <a:pt x="633690" y="1724507"/>
                </a:lnTo>
                <a:lnTo>
                  <a:pt x="617795" y="1715325"/>
                </a:lnTo>
                <a:close/>
              </a:path>
              <a:path w="3812540" h="3546475">
                <a:moveTo>
                  <a:pt x="582677" y="1775091"/>
                </a:moveTo>
                <a:lnTo>
                  <a:pt x="572954" y="1791944"/>
                </a:lnTo>
                <a:lnTo>
                  <a:pt x="589795" y="1801672"/>
                </a:lnTo>
                <a:lnTo>
                  <a:pt x="599519" y="1784819"/>
                </a:lnTo>
                <a:lnTo>
                  <a:pt x="582677" y="1775091"/>
                </a:lnTo>
                <a:close/>
              </a:path>
              <a:path w="3812540" h="3546475">
                <a:moveTo>
                  <a:pt x="547508" y="1834667"/>
                </a:moveTo>
                <a:lnTo>
                  <a:pt x="537100" y="1852714"/>
                </a:lnTo>
                <a:lnTo>
                  <a:pt x="555123" y="1863115"/>
                </a:lnTo>
                <a:lnTo>
                  <a:pt x="565532" y="1845081"/>
                </a:lnTo>
                <a:lnTo>
                  <a:pt x="547508" y="1834667"/>
                </a:lnTo>
                <a:close/>
              </a:path>
              <a:path w="3812540" h="3546475">
                <a:moveTo>
                  <a:pt x="512385" y="1894446"/>
                </a:moveTo>
                <a:lnTo>
                  <a:pt x="501431" y="1913432"/>
                </a:lnTo>
                <a:lnTo>
                  <a:pt x="520407" y="1924380"/>
                </a:lnTo>
                <a:lnTo>
                  <a:pt x="531361" y="1905393"/>
                </a:lnTo>
                <a:lnTo>
                  <a:pt x="512385" y="1894446"/>
                </a:lnTo>
                <a:close/>
              </a:path>
              <a:path w="3812540" h="3546475">
                <a:moveTo>
                  <a:pt x="477217" y="1954021"/>
                </a:moveTo>
                <a:lnTo>
                  <a:pt x="465574" y="1974189"/>
                </a:lnTo>
                <a:lnTo>
                  <a:pt x="485735" y="1985835"/>
                </a:lnTo>
                <a:lnTo>
                  <a:pt x="497373" y="1965667"/>
                </a:lnTo>
                <a:lnTo>
                  <a:pt x="477217" y="1954021"/>
                </a:lnTo>
                <a:close/>
              </a:path>
              <a:path w="3812540" h="3546475">
                <a:moveTo>
                  <a:pt x="442043" y="2013597"/>
                </a:moveTo>
                <a:lnTo>
                  <a:pt x="429720" y="2034958"/>
                </a:lnTo>
                <a:lnTo>
                  <a:pt x="451068" y="2047290"/>
                </a:lnTo>
                <a:lnTo>
                  <a:pt x="463391" y="2025929"/>
                </a:lnTo>
                <a:lnTo>
                  <a:pt x="442043" y="2013597"/>
                </a:lnTo>
                <a:close/>
              </a:path>
              <a:path w="3812540" h="3546475">
                <a:moveTo>
                  <a:pt x="406925" y="2073376"/>
                </a:moveTo>
                <a:lnTo>
                  <a:pt x="394051" y="2095677"/>
                </a:lnTo>
                <a:lnTo>
                  <a:pt x="416351" y="2108555"/>
                </a:lnTo>
                <a:lnTo>
                  <a:pt x="429220" y="2086254"/>
                </a:lnTo>
                <a:lnTo>
                  <a:pt x="406925" y="2073376"/>
                </a:lnTo>
                <a:close/>
              </a:path>
              <a:path w="3812540" h="3546475">
                <a:moveTo>
                  <a:pt x="371753" y="2132952"/>
                </a:moveTo>
                <a:lnTo>
                  <a:pt x="358199" y="2156447"/>
                </a:lnTo>
                <a:lnTo>
                  <a:pt x="381679" y="2170010"/>
                </a:lnTo>
                <a:lnTo>
                  <a:pt x="395237" y="2146515"/>
                </a:lnTo>
                <a:lnTo>
                  <a:pt x="371753" y="2132952"/>
                </a:lnTo>
                <a:close/>
              </a:path>
              <a:path w="3812540" h="3546475">
                <a:moveTo>
                  <a:pt x="336633" y="2192718"/>
                </a:moveTo>
                <a:lnTo>
                  <a:pt x="322530" y="2217165"/>
                </a:lnTo>
                <a:lnTo>
                  <a:pt x="346957" y="2231275"/>
                </a:lnTo>
                <a:lnTo>
                  <a:pt x="361067" y="2206840"/>
                </a:lnTo>
                <a:lnTo>
                  <a:pt x="336633" y="2192718"/>
                </a:lnTo>
                <a:close/>
              </a:path>
              <a:path w="3812540" h="3546475">
                <a:moveTo>
                  <a:pt x="301461" y="2252306"/>
                </a:moveTo>
                <a:lnTo>
                  <a:pt x="286673" y="2277936"/>
                </a:lnTo>
                <a:lnTo>
                  <a:pt x="312290" y="2292729"/>
                </a:lnTo>
                <a:lnTo>
                  <a:pt x="327079" y="2267102"/>
                </a:lnTo>
                <a:lnTo>
                  <a:pt x="301461" y="2252306"/>
                </a:lnTo>
                <a:close/>
              </a:path>
              <a:path w="3812540" h="3546475">
                <a:moveTo>
                  <a:pt x="266343" y="2312072"/>
                </a:moveTo>
                <a:lnTo>
                  <a:pt x="251009" y="2338652"/>
                </a:lnTo>
                <a:lnTo>
                  <a:pt x="277574" y="2353996"/>
                </a:lnTo>
                <a:lnTo>
                  <a:pt x="292908" y="2327422"/>
                </a:lnTo>
                <a:lnTo>
                  <a:pt x="266343" y="2312072"/>
                </a:lnTo>
                <a:close/>
              </a:path>
              <a:path w="3812540" h="3546475">
                <a:moveTo>
                  <a:pt x="231174" y="2371653"/>
                </a:moveTo>
                <a:lnTo>
                  <a:pt x="215150" y="2399419"/>
                </a:lnTo>
                <a:lnTo>
                  <a:pt x="242902" y="2415453"/>
                </a:lnTo>
                <a:lnTo>
                  <a:pt x="258926" y="2387687"/>
                </a:lnTo>
                <a:lnTo>
                  <a:pt x="231174" y="2371653"/>
                </a:lnTo>
                <a:close/>
              </a:path>
              <a:path w="3812540" h="3546475">
                <a:moveTo>
                  <a:pt x="196001" y="2431234"/>
                </a:moveTo>
                <a:lnTo>
                  <a:pt x="179293" y="2460191"/>
                </a:lnTo>
                <a:lnTo>
                  <a:pt x="208230" y="2476905"/>
                </a:lnTo>
                <a:lnTo>
                  <a:pt x="224938" y="2447952"/>
                </a:lnTo>
                <a:lnTo>
                  <a:pt x="196001" y="2431234"/>
                </a:lnTo>
                <a:close/>
              </a:path>
              <a:path w="3812540" h="3546475">
                <a:moveTo>
                  <a:pt x="160878" y="2491003"/>
                </a:moveTo>
                <a:lnTo>
                  <a:pt x="143624" y="2520907"/>
                </a:lnTo>
                <a:lnTo>
                  <a:pt x="173508" y="2538172"/>
                </a:lnTo>
                <a:lnTo>
                  <a:pt x="190767" y="2508267"/>
                </a:lnTo>
                <a:lnTo>
                  <a:pt x="160878" y="2491003"/>
                </a:lnTo>
                <a:close/>
              </a:path>
              <a:path w="3812540" h="3546475">
                <a:moveTo>
                  <a:pt x="125710" y="2550584"/>
                </a:moveTo>
                <a:lnTo>
                  <a:pt x="107771" y="2581674"/>
                </a:lnTo>
                <a:lnTo>
                  <a:pt x="138841" y="2599623"/>
                </a:lnTo>
                <a:lnTo>
                  <a:pt x="156785" y="2568532"/>
                </a:lnTo>
                <a:lnTo>
                  <a:pt x="125710" y="2550584"/>
                </a:lnTo>
                <a:close/>
              </a:path>
              <a:path w="3812540" h="3546475">
                <a:moveTo>
                  <a:pt x="90591" y="2610354"/>
                </a:moveTo>
                <a:lnTo>
                  <a:pt x="72102" y="2642396"/>
                </a:lnTo>
                <a:lnTo>
                  <a:pt x="104125" y="2660891"/>
                </a:lnTo>
                <a:lnTo>
                  <a:pt x="122609" y="2628852"/>
                </a:lnTo>
                <a:lnTo>
                  <a:pt x="90591" y="2610354"/>
                </a:lnTo>
                <a:close/>
              </a:path>
              <a:path w="3812540" h="3546475">
                <a:moveTo>
                  <a:pt x="55418" y="2669934"/>
                </a:moveTo>
                <a:lnTo>
                  <a:pt x="36249" y="2703163"/>
                </a:lnTo>
                <a:lnTo>
                  <a:pt x="69453" y="2722342"/>
                </a:lnTo>
                <a:lnTo>
                  <a:pt x="88622" y="2689118"/>
                </a:lnTo>
                <a:lnTo>
                  <a:pt x="55418" y="2669934"/>
                </a:lnTo>
                <a:close/>
              </a:path>
              <a:path w="3812540" h="3546475">
                <a:moveTo>
                  <a:pt x="20250" y="2729520"/>
                </a:moveTo>
                <a:lnTo>
                  <a:pt x="391" y="2763930"/>
                </a:lnTo>
                <a:lnTo>
                  <a:pt x="34786" y="2783797"/>
                </a:lnTo>
                <a:lnTo>
                  <a:pt x="54644" y="2749384"/>
                </a:lnTo>
                <a:lnTo>
                  <a:pt x="20250" y="2729520"/>
                </a:lnTo>
                <a:close/>
              </a:path>
              <a:path w="3812540" h="3546475">
                <a:moveTo>
                  <a:pt x="0" y="2797877"/>
                </a:moveTo>
                <a:lnTo>
                  <a:pt x="0" y="2845065"/>
                </a:lnTo>
                <a:lnTo>
                  <a:pt x="20468" y="2809704"/>
                </a:lnTo>
                <a:lnTo>
                  <a:pt x="0" y="2797877"/>
                </a:lnTo>
                <a:close/>
              </a:path>
              <a:path w="3812540" h="3546475">
                <a:moveTo>
                  <a:pt x="1135296" y="974953"/>
                </a:moveTo>
                <a:lnTo>
                  <a:pt x="1134476" y="976375"/>
                </a:lnTo>
                <a:lnTo>
                  <a:pt x="1135900" y="977201"/>
                </a:lnTo>
                <a:lnTo>
                  <a:pt x="1136719" y="975779"/>
                </a:lnTo>
                <a:lnTo>
                  <a:pt x="1135296" y="974953"/>
                </a:lnTo>
                <a:close/>
              </a:path>
              <a:path w="3812540" h="3546475">
                <a:moveTo>
                  <a:pt x="1100127" y="1034529"/>
                </a:moveTo>
                <a:lnTo>
                  <a:pt x="1098619" y="1037145"/>
                </a:lnTo>
                <a:lnTo>
                  <a:pt x="1101228" y="1038644"/>
                </a:lnTo>
                <a:lnTo>
                  <a:pt x="1102737" y="1036040"/>
                </a:lnTo>
                <a:lnTo>
                  <a:pt x="1100127" y="1034529"/>
                </a:lnTo>
                <a:close/>
              </a:path>
              <a:path w="3812540" h="3546475">
                <a:moveTo>
                  <a:pt x="1064954" y="1094117"/>
                </a:moveTo>
                <a:lnTo>
                  <a:pt x="1062766" y="1097914"/>
                </a:lnTo>
                <a:lnTo>
                  <a:pt x="1066562" y="1100099"/>
                </a:lnTo>
                <a:lnTo>
                  <a:pt x="1068754" y="1096314"/>
                </a:lnTo>
                <a:lnTo>
                  <a:pt x="1064954" y="1094117"/>
                </a:lnTo>
                <a:close/>
              </a:path>
              <a:path w="3812540" h="3546475">
                <a:moveTo>
                  <a:pt x="1029840" y="1153883"/>
                </a:moveTo>
                <a:lnTo>
                  <a:pt x="1027102" y="1158633"/>
                </a:lnTo>
                <a:lnTo>
                  <a:pt x="1031845" y="1161364"/>
                </a:lnTo>
                <a:lnTo>
                  <a:pt x="1034583" y="1156614"/>
                </a:lnTo>
                <a:lnTo>
                  <a:pt x="1029840" y="1153883"/>
                </a:lnTo>
                <a:close/>
              </a:path>
              <a:path w="3812540" h="3546475">
                <a:moveTo>
                  <a:pt x="994717" y="1213662"/>
                </a:moveTo>
                <a:lnTo>
                  <a:pt x="991427" y="1219352"/>
                </a:lnTo>
                <a:lnTo>
                  <a:pt x="997118" y="1222641"/>
                </a:lnTo>
                <a:lnTo>
                  <a:pt x="1000408" y="1216939"/>
                </a:lnTo>
                <a:lnTo>
                  <a:pt x="994717" y="1213662"/>
                </a:lnTo>
                <a:close/>
              </a:path>
              <a:path w="3812540" h="3546475">
                <a:moveTo>
                  <a:pt x="959544" y="1273238"/>
                </a:moveTo>
                <a:lnTo>
                  <a:pt x="955575" y="1280109"/>
                </a:lnTo>
                <a:lnTo>
                  <a:pt x="962451" y="1284084"/>
                </a:lnTo>
                <a:lnTo>
                  <a:pt x="966420" y="1277213"/>
                </a:lnTo>
                <a:lnTo>
                  <a:pt x="959544" y="1273238"/>
                </a:lnTo>
                <a:close/>
              </a:path>
              <a:path w="3812540" h="3546475">
                <a:moveTo>
                  <a:pt x="924426" y="1333004"/>
                </a:moveTo>
                <a:lnTo>
                  <a:pt x="919906" y="1340840"/>
                </a:lnTo>
                <a:lnTo>
                  <a:pt x="927734" y="1345361"/>
                </a:lnTo>
                <a:lnTo>
                  <a:pt x="932254" y="1337525"/>
                </a:lnTo>
                <a:lnTo>
                  <a:pt x="924426" y="1333004"/>
                </a:lnTo>
                <a:close/>
              </a:path>
              <a:path w="3812540" h="3546475">
                <a:moveTo>
                  <a:pt x="889252" y="1392593"/>
                </a:moveTo>
                <a:lnTo>
                  <a:pt x="884049" y="1401597"/>
                </a:lnTo>
                <a:lnTo>
                  <a:pt x="893062" y="1406804"/>
                </a:lnTo>
                <a:lnTo>
                  <a:pt x="898267" y="1397787"/>
                </a:lnTo>
                <a:lnTo>
                  <a:pt x="889252" y="1392593"/>
                </a:lnTo>
                <a:close/>
              </a:path>
              <a:path w="3812540" h="3546475">
                <a:moveTo>
                  <a:pt x="854085" y="1452168"/>
                </a:moveTo>
                <a:lnTo>
                  <a:pt x="848196" y="1462366"/>
                </a:lnTo>
                <a:lnTo>
                  <a:pt x="858395" y="1468259"/>
                </a:lnTo>
                <a:lnTo>
                  <a:pt x="864284" y="1458061"/>
                </a:lnTo>
                <a:lnTo>
                  <a:pt x="854085" y="1452168"/>
                </a:lnTo>
                <a:close/>
              </a:path>
              <a:path w="3812540" h="3546475">
                <a:moveTo>
                  <a:pt x="818965" y="1511934"/>
                </a:moveTo>
                <a:lnTo>
                  <a:pt x="812526" y="1523085"/>
                </a:lnTo>
                <a:lnTo>
                  <a:pt x="823674" y="1529524"/>
                </a:lnTo>
                <a:lnTo>
                  <a:pt x="830108" y="1518373"/>
                </a:lnTo>
                <a:lnTo>
                  <a:pt x="818965" y="1511934"/>
                </a:lnTo>
                <a:close/>
              </a:path>
              <a:path w="3812540" h="3546475">
                <a:moveTo>
                  <a:pt x="783793" y="1571523"/>
                </a:moveTo>
                <a:lnTo>
                  <a:pt x="776674" y="1583855"/>
                </a:lnTo>
                <a:lnTo>
                  <a:pt x="789007" y="1590979"/>
                </a:lnTo>
                <a:lnTo>
                  <a:pt x="796126" y="1578648"/>
                </a:lnTo>
                <a:lnTo>
                  <a:pt x="783793" y="1571523"/>
                </a:lnTo>
                <a:close/>
              </a:path>
              <a:path w="3812540" h="3546475">
                <a:moveTo>
                  <a:pt x="748625" y="1631099"/>
                </a:moveTo>
                <a:lnTo>
                  <a:pt x="740816" y="1644624"/>
                </a:lnTo>
                <a:lnTo>
                  <a:pt x="754335" y="1652435"/>
                </a:lnTo>
                <a:lnTo>
                  <a:pt x="762138" y="1638909"/>
                </a:lnTo>
                <a:lnTo>
                  <a:pt x="748625" y="1631099"/>
                </a:lnTo>
                <a:close/>
              </a:path>
              <a:path w="3812540" h="3546475">
                <a:moveTo>
                  <a:pt x="713502" y="1690865"/>
                </a:moveTo>
                <a:lnTo>
                  <a:pt x="705147" y="1705343"/>
                </a:lnTo>
                <a:lnTo>
                  <a:pt x="719618" y="1713699"/>
                </a:lnTo>
                <a:lnTo>
                  <a:pt x="727967" y="1699221"/>
                </a:lnTo>
                <a:lnTo>
                  <a:pt x="713502" y="1690865"/>
                </a:lnTo>
                <a:close/>
              </a:path>
              <a:path w="3812540" h="3546475">
                <a:moveTo>
                  <a:pt x="678328" y="1750453"/>
                </a:moveTo>
                <a:lnTo>
                  <a:pt x="669289" y="1766112"/>
                </a:lnTo>
                <a:lnTo>
                  <a:pt x="684946" y="1775155"/>
                </a:lnTo>
                <a:lnTo>
                  <a:pt x="693985" y="1759496"/>
                </a:lnTo>
                <a:lnTo>
                  <a:pt x="678328" y="1750453"/>
                </a:lnTo>
                <a:close/>
              </a:path>
              <a:path w="3812540" h="3546475">
                <a:moveTo>
                  <a:pt x="643160" y="1810029"/>
                </a:moveTo>
                <a:lnTo>
                  <a:pt x="633437" y="1826882"/>
                </a:lnTo>
                <a:lnTo>
                  <a:pt x="650279" y="1836610"/>
                </a:lnTo>
                <a:lnTo>
                  <a:pt x="660003" y="1819757"/>
                </a:lnTo>
                <a:lnTo>
                  <a:pt x="643160" y="1810029"/>
                </a:lnTo>
                <a:close/>
              </a:path>
              <a:path w="3812540" h="3546475">
                <a:moveTo>
                  <a:pt x="608041" y="1869795"/>
                </a:moveTo>
                <a:lnTo>
                  <a:pt x="597768" y="1887600"/>
                </a:lnTo>
                <a:lnTo>
                  <a:pt x="615557" y="1897875"/>
                </a:lnTo>
                <a:lnTo>
                  <a:pt x="625826" y="1880069"/>
                </a:lnTo>
                <a:lnTo>
                  <a:pt x="608041" y="1869795"/>
                </a:lnTo>
                <a:close/>
              </a:path>
              <a:path w="3812540" h="3546475">
                <a:moveTo>
                  <a:pt x="572869" y="1929383"/>
                </a:moveTo>
                <a:lnTo>
                  <a:pt x="561915" y="1948370"/>
                </a:lnTo>
                <a:lnTo>
                  <a:pt x="580891" y="1959330"/>
                </a:lnTo>
                <a:lnTo>
                  <a:pt x="591845" y="1940344"/>
                </a:lnTo>
                <a:lnTo>
                  <a:pt x="572869" y="1929383"/>
                </a:lnTo>
                <a:close/>
              </a:path>
              <a:path w="3812540" h="3546475">
                <a:moveTo>
                  <a:pt x="537750" y="1989150"/>
                </a:moveTo>
                <a:lnTo>
                  <a:pt x="526246" y="2009089"/>
                </a:lnTo>
                <a:lnTo>
                  <a:pt x="546169" y="2020595"/>
                </a:lnTo>
                <a:lnTo>
                  <a:pt x="557673" y="2000656"/>
                </a:lnTo>
                <a:lnTo>
                  <a:pt x="537750" y="1989150"/>
                </a:lnTo>
                <a:close/>
              </a:path>
              <a:path w="3812540" h="3546475">
                <a:moveTo>
                  <a:pt x="502577" y="2048725"/>
                </a:moveTo>
                <a:lnTo>
                  <a:pt x="490393" y="2069845"/>
                </a:lnTo>
                <a:lnTo>
                  <a:pt x="511502" y="2082050"/>
                </a:lnTo>
                <a:lnTo>
                  <a:pt x="523690" y="2060930"/>
                </a:lnTo>
                <a:lnTo>
                  <a:pt x="502577" y="2048725"/>
                </a:lnTo>
                <a:close/>
              </a:path>
              <a:path w="3812540" h="3546475">
                <a:moveTo>
                  <a:pt x="467409" y="2108314"/>
                </a:moveTo>
                <a:lnTo>
                  <a:pt x="454540" y="2130615"/>
                </a:lnTo>
                <a:lnTo>
                  <a:pt x="476830" y="2143505"/>
                </a:lnTo>
                <a:lnTo>
                  <a:pt x="489704" y="2121191"/>
                </a:lnTo>
                <a:lnTo>
                  <a:pt x="467409" y="2108314"/>
                </a:lnTo>
                <a:close/>
              </a:path>
              <a:path w="3812540" h="3546475">
                <a:moveTo>
                  <a:pt x="432286" y="2168080"/>
                </a:moveTo>
                <a:lnTo>
                  <a:pt x="418866" y="2191334"/>
                </a:lnTo>
                <a:lnTo>
                  <a:pt x="442113" y="2204757"/>
                </a:lnTo>
                <a:lnTo>
                  <a:pt x="455533" y="2181504"/>
                </a:lnTo>
                <a:lnTo>
                  <a:pt x="432286" y="2168080"/>
                </a:lnTo>
                <a:close/>
              </a:path>
              <a:path w="3812540" h="3546475">
                <a:moveTo>
                  <a:pt x="397117" y="2227656"/>
                </a:moveTo>
                <a:lnTo>
                  <a:pt x="383014" y="2252103"/>
                </a:lnTo>
                <a:lnTo>
                  <a:pt x="407446" y="2266213"/>
                </a:lnTo>
                <a:lnTo>
                  <a:pt x="421551" y="2241778"/>
                </a:lnTo>
                <a:lnTo>
                  <a:pt x="397117" y="2227656"/>
                </a:lnTo>
                <a:close/>
              </a:path>
              <a:path w="3812540" h="3546475">
                <a:moveTo>
                  <a:pt x="361999" y="2287431"/>
                </a:moveTo>
                <a:lnTo>
                  <a:pt x="347344" y="2312822"/>
                </a:lnTo>
                <a:lnTo>
                  <a:pt x="372724" y="2327480"/>
                </a:lnTo>
                <a:lnTo>
                  <a:pt x="387375" y="2302090"/>
                </a:lnTo>
                <a:lnTo>
                  <a:pt x="361999" y="2287431"/>
                </a:lnTo>
                <a:close/>
              </a:path>
              <a:path w="3812540" h="3546475">
                <a:moveTo>
                  <a:pt x="326876" y="2347201"/>
                </a:moveTo>
                <a:lnTo>
                  <a:pt x="311675" y="2373543"/>
                </a:lnTo>
                <a:lnTo>
                  <a:pt x="338004" y="2388754"/>
                </a:lnTo>
                <a:lnTo>
                  <a:pt x="353203" y="2362405"/>
                </a:lnTo>
                <a:lnTo>
                  <a:pt x="326876" y="2347201"/>
                </a:lnTo>
                <a:close/>
              </a:path>
              <a:path w="3812540" h="3546475">
                <a:moveTo>
                  <a:pt x="291703" y="2406781"/>
                </a:moveTo>
                <a:lnTo>
                  <a:pt x="275823" y="2434310"/>
                </a:lnTo>
                <a:lnTo>
                  <a:pt x="303336" y="2450204"/>
                </a:lnTo>
                <a:lnTo>
                  <a:pt x="319220" y="2422677"/>
                </a:lnTo>
                <a:lnTo>
                  <a:pt x="291703" y="2406781"/>
                </a:lnTo>
                <a:close/>
              </a:path>
              <a:path w="3812540" h="3546475">
                <a:moveTo>
                  <a:pt x="256534" y="2466367"/>
                </a:moveTo>
                <a:lnTo>
                  <a:pt x="239965" y="2495076"/>
                </a:lnTo>
                <a:lnTo>
                  <a:pt x="268664" y="2511656"/>
                </a:lnTo>
                <a:lnTo>
                  <a:pt x="285234" y="2482947"/>
                </a:lnTo>
                <a:lnTo>
                  <a:pt x="256534" y="2466367"/>
                </a:lnTo>
                <a:close/>
              </a:path>
              <a:path w="3812540" h="3546475">
                <a:moveTo>
                  <a:pt x="221416" y="2526131"/>
                </a:moveTo>
                <a:lnTo>
                  <a:pt x="204295" y="2555798"/>
                </a:lnTo>
                <a:lnTo>
                  <a:pt x="233947" y="2572923"/>
                </a:lnTo>
                <a:lnTo>
                  <a:pt x="251063" y="2543257"/>
                </a:lnTo>
                <a:lnTo>
                  <a:pt x="221416" y="2526131"/>
                </a:lnTo>
                <a:close/>
              </a:path>
              <a:path w="3812540" h="3546475">
                <a:moveTo>
                  <a:pt x="186242" y="2585713"/>
                </a:moveTo>
                <a:lnTo>
                  <a:pt x="168443" y="2616564"/>
                </a:lnTo>
                <a:lnTo>
                  <a:pt x="199275" y="2634374"/>
                </a:lnTo>
                <a:lnTo>
                  <a:pt x="217076" y="2603527"/>
                </a:lnTo>
                <a:lnTo>
                  <a:pt x="186242" y="2585713"/>
                </a:lnTo>
                <a:close/>
              </a:path>
              <a:path w="3812540" h="3546475">
                <a:moveTo>
                  <a:pt x="151124" y="2645482"/>
                </a:moveTo>
                <a:lnTo>
                  <a:pt x="132774" y="2677281"/>
                </a:lnTo>
                <a:lnTo>
                  <a:pt x="164558" y="2695642"/>
                </a:lnTo>
                <a:lnTo>
                  <a:pt x="182909" y="2663842"/>
                </a:lnTo>
                <a:lnTo>
                  <a:pt x="151124" y="2645482"/>
                </a:lnTo>
                <a:close/>
              </a:path>
              <a:path w="3812540" h="3546475">
                <a:moveTo>
                  <a:pt x="115952" y="2705063"/>
                </a:moveTo>
                <a:lnTo>
                  <a:pt x="96916" y="2738053"/>
                </a:lnTo>
                <a:lnTo>
                  <a:pt x="129886" y="2757098"/>
                </a:lnTo>
                <a:lnTo>
                  <a:pt x="148922" y="2724107"/>
                </a:lnTo>
                <a:lnTo>
                  <a:pt x="115952" y="2705063"/>
                </a:lnTo>
                <a:close/>
              </a:path>
              <a:path w="3812540" h="3546475">
                <a:moveTo>
                  <a:pt x="80778" y="2764643"/>
                </a:moveTo>
                <a:lnTo>
                  <a:pt x="61064" y="2798819"/>
                </a:lnTo>
                <a:lnTo>
                  <a:pt x="95220" y="2818548"/>
                </a:lnTo>
                <a:lnTo>
                  <a:pt x="114939" y="2784378"/>
                </a:lnTo>
                <a:lnTo>
                  <a:pt x="80778" y="2764643"/>
                </a:lnTo>
                <a:close/>
              </a:path>
              <a:path w="3812540" h="3546475">
                <a:moveTo>
                  <a:pt x="45665" y="2824413"/>
                </a:moveTo>
                <a:lnTo>
                  <a:pt x="25395" y="2859536"/>
                </a:lnTo>
                <a:lnTo>
                  <a:pt x="60498" y="2879817"/>
                </a:lnTo>
                <a:lnTo>
                  <a:pt x="80769" y="2844693"/>
                </a:lnTo>
                <a:lnTo>
                  <a:pt x="45665" y="2824413"/>
                </a:lnTo>
                <a:close/>
              </a:path>
              <a:path w="3812540" h="3546475">
                <a:moveTo>
                  <a:pt x="10492" y="2883999"/>
                </a:moveTo>
                <a:lnTo>
                  <a:pt x="0" y="2902179"/>
                </a:lnTo>
                <a:lnTo>
                  <a:pt x="0" y="2926349"/>
                </a:lnTo>
                <a:lnTo>
                  <a:pt x="25831" y="2941267"/>
                </a:lnTo>
                <a:lnTo>
                  <a:pt x="46781" y="2904959"/>
                </a:lnTo>
                <a:lnTo>
                  <a:pt x="10492" y="2883999"/>
                </a:lnTo>
                <a:close/>
              </a:path>
              <a:path w="3812540" h="3546475">
                <a:moveTo>
                  <a:pt x="0" y="2957830"/>
                </a:moveTo>
                <a:lnTo>
                  <a:pt x="0" y="2987404"/>
                </a:lnTo>
                <a:lnTo>
                  <a:pt x="12799" y="2965225"/>
                </a:lnTo>
                <a:lnTo>
                  <a:pt x="0" y="2957830"/>
                </a:lnTo>
                <a:close/>
              </a:path>
              <a:path w="3812540" h="3546475">
                <a:moveTo>
                  <a:pt x="1195779" y="1009891"/>
                </a:moveTo>
                <a:lnTo>
                  <a:pt x="1194960" y="1011313"/>
                </a:lnTo>
                <a:lnTo>
                  <a:pt x="1196384" y="1012139"/>
                </a:lnTo>
                <a:lnTo>
                  <a:pt x="1197203" y="1010716"/>
                </a:lnTo>
                <a:lnTo>
                  <a:pt x="1195779" y="1009891"/>
                </a:lnTo>
                <a:close/>
              </a:path>
              <a:path w="3812540" h="3546475">
                <a:moveTo>
                  <a:pt x="1160660" y="1069657"/>
                </a:moveTo>
                <a:lnTo>
                  <a:pt x="1159291" y="1072032"/>
                </a:lnTo>
                <a:lnTo>
                  <a:pt x="1161667" y="1073403"/>
                </a:lnTo>
                <a:lnTo>
                  <a:pt x="1163036" y="1071029"/>
                </a:lnTo>
                <a:lnTo>
                  <a:pt x="1160660" y="1069657"/>
                </a:lnTo>
                <a:close/>
              </a:path>
              <a:path w="3812540" h="3546475">
                <a:moveTo>
                  <a:pt x="1125492" y="1129245"/>
                </a:moveTo>
                <a:lnTo>
                  <a:pt x="1123439" y="1132801"/>
                </a:lnTo>
                <a:lnTo>
                  <a:pt x="1126995" y="1134859"/>
                </a:lnTo>
                <a:lnTo>
                  <a:pt x="1129050" y="1131303"/>
                </a:lnTo>
                <a:lnTo>
                  <a:pt x="1125492" y="1129245"/>
                </a:lnTo>
                <a:close/>
              </a:path>
              <a:path w="3812540" h="3546475">
                <a:moveTo>
                  <a:pt x="1090369" y="1189012"/>
                </a:moveTo>
                <a:lnTo>
                  <a:pt x="1087765" y="1193520"/>
                </a:lnTo>
                <a:lnTo>
                  <a:pt x="1092274" y="1196124"/>
                </a:lnTo>
                <a:lnTo>
                  <a:pt x="1094873" y="1191615"/>
                </a:lnTo>
                <a:lnTo>
                  <a:pt x="1090369" y="1189012"/>
                </a:lnTo>
                <a:close/>
              </a:path>
              <a:path w="3812540" h="3546475">
                <a:moveTo>
                  <a:pt x="1055201" y="1248587"/>
                </a:moveTo>
                <a:lnTo>
                  <a:pt x="1051911" y="1254290"/>
                </a:lnTo>
                <a:lnTo>
                  <a:pt x="1057607" y="1257579"/>
                </a:lnTo>
                <a:lnTo>
                  <a:pt x="1060891" y="1251877"/>
                </a:lnTo>
                <a:lnTo>
                  <a:pt x="1055201" y="1248587"/>
                </a:lnTo>
                <a:close/>
              </a:path>
              <a:path w="3812540" h="3546475">
                <a:moveTo>
                  <a:pt x="1020077" y="1308366"/>
                </a:moveTo>
                <a:lnTo>
                  <a:pt x="1016242" y="1315008"/>
                </a:lnTo>
                <a:lnTo>
                  <a:pt x="1022885" y="1318844"/>
                </a:lnTo>
                <a:lnTo>
                  <a:pt x="1026720" y="1312189"/>
                </a:lnTo>
                <a:lnTo>
                  <a:pt x="1020077" y="1308366"/>
                </a:lnTo>
                <a:close/>
              </a:path>
              <a:path w="3812540" h="3546475">
                <a:moveTo>
                  <a:pt x="984959" y="1368132"/>
                </a:moveTo>
                <a:lnTo>
                  <a:pt x="980578" y="1375727"/>
                </a:lnTo>
                <a:lnTo>
                  <a:pt x="988169" y="1380108"/>
                </a:lnTo>
                <a:lnTo>
                  <a:pt x="992549" y="1372514"/>
                </a:lnTo>
                <a:lnTo>
                  <a:pt x="984959" y="1368132"/>
                </a:lnTo>
                <a:close/>
              </a:path>
              <a:path w="3812540" h="3546475">
                <a:moveTo>
                  <a:pt x="949791" y="1427708"/>
                </a:moveTo>
                <a:lnTo>
                  <a:pt x="944721" y="1436496"/>
                </a:lnTo>
                <a:lnTo>
                  <a:pt x="953496" y="1441564"/>
                </a:lnTo>
                <a:lnTo>
                  <a:pt x="958566" y="1432775"/>
                </a:lnTo>
                <a:lnTo>
                  <a:pt x="949791" y="1427708"/>
                </a:lnTo>
                <a:close/>
              </a:path>
              <a:path w="3812540" h="3546475">
                <a:moveTo>
                  <a:pt x="914618" y="1487296"/>
                </a:moveTo>
                <a:lnTo>
                  <a:pt x="908869" y="1497266"/>
                </a:lnTo>
                <a:lnTo>
                  <a:pt x="918824" y="1503019"/>
                </a:lnTo>
                <a:lnTo>
                  <a:pt x="924580" y="1493050"/>
                </a:lnTo>
                <a:lnTo>
                  <a:pt x="914618" y="1487296"/>
                </a:lnTo>
                <a:close/>
              </a:path>
              <a:path w="3812540" h="3546475">
                <a:moveTo>
                  <a:pt x="879500" y="1547063"/>
                </a:moveTo>
                <a:lnTo>
                  <a:pt x="873199" y="1557985"/>
                </a:lnTo>
                <a:lnTo>
                  <a:pt x="884107" y="1564284"/>
                </a:lnTo>
                <a:lnTo>
                  <a:pt x="890408" y="1553362"/>
                </a:lnTo>
                <a:lnTo>
                  <a:pt x="879500" y="1547063"/>
                </a:lnTo>
                <a:close/>
              </a:path>
              <a:path w="3812540" h="3546475">
                <a:moveTo>
                  <a:pt x="844326" y="1606638"/>
                </a:moveTo>
                <a:lnTo>
                  <a:pt x="837341" y="1618741"/>
                </a:lnTo>
                <a:lnTo>
                  <a:pt x="849436" y="1625739"/>
                </a:lnTo>
                <a:lnTo>
                  <a:pt x="856421" y="1613636"/>
                </a:lnTo>
                <a:lnTo>
                  <a:pt x="844326" y="1606638"/>
                </a:lnTo>
                <a:close/>
              </a:path>
              <a:path w="3812540" h="3546475">
                <a:moveTo>
                  <a:pt x="809153" y="1666227"/>
                </a:moveTo>
                <a:lnTo>
                  <a:pt x="801489" y="1679511"/>
                </a:lnTo>
                <a:lnTo>
                  <a:pt x="814769" y="1687182"/>
                </a:lnTo>
                <a:lnTo>
                  <a:pt x="822439" y="1673898"/>
                </a:lnTo>
                <a:lnTo>
                  <a:pt x="809153" y="1666227"/>
                </a:lnTo>
                <a:close/>
              </a:path>
              <a:path w="3812540" h="3546475">
                <a:moveTo>
                  <a:pt x="774039" y="1725993"/>
                </a:moveTo>
                <a:lnTo>
                  <a:pt x="765820" y="1740230"/>
                </a:lnTo>
                <a:lnTo>
                  <a:pt x="780053" y="1748459"/>
                </a:lnTo>
                <a:lnTo>
                  <a:pt x="788268" y="1734210"/>
                </a:lnTo>
                <a:lnTo>
                  <a:pt x="774039" y="1725993"/>
                </a:lnTo>
                <a:close/>
              </a:path>
              <a:path w="3812540" h="3546475">
                <a:moveTo>
                  <a:pt x="738866" y="1785569"/>
                </a:moveTo>
                <a:lnTo>
                  <a:pt x="729961" y="1800999"/>
                </a:lnTo>
                <a:lnTo>
                  <a:pt x="745380" y="1809902"/>
                </a:lnTo>
                <a:lnTo>
                  <a:pt x="754285" y="1794484"/>
                </a:lnTo>
                <a:lnTo>
                  <a:pt x="738866" y="1785569"/>
                </a:lnTo>
                <a:close/>
              </a:path>
              <a:path w="3812540" h="3546475">
                <a:moveTo>
                  <a:pt x="703694" y="1845157"/>
                </a:moveTo>
                <a:lnTo>
                  <a:pt x="694109" y="1861769"/>
                </a:lnTo>
                <a:lnTo>
                  <a:pt x="710713" y="1871357"/>
                </a:lnTo>
                <a:lnTo>
                  <a:pt x="720298" y="1854746"/>
                </a:lnTo>
                <a:lnTo>
                  <a:pt x="703694" y="1845157"/>
                </a:lnTo>
                <a:close/>
              </a:path>
              <a:path w="3812540" h="3546475">
                <a:moveTo>
                  <a:pt x="668576" y="1904923"/>
                </a:moveTo>
                <a:lnTo>
                  <a:pt x="658440" y="1922487"/>
                </a:lnTo>
                <a:lnTo>
                  <a:pt x="675991" y="1932635"/>
                </a:lnTo>
                <a:lnTo>
                  <a:pt x="686122" y="1915058"/>
                </a:lnTo>
                <a:lnTo>
                  <a:pt x="668576" y="1904923"/>
                </a:lnTo>
                <a:close/>
              </a:path>
              <a:path w="3812540" h="3546475">
                <a:moveTo>
                  <a:pt x="633402" y="1964512"/>
                </a:moveTo>
                <a:lnTo>
                  <a:pt x="622583" y="1983257"/>
                </a:lnTo>
                <a:lnTo>
                  <a:pt x="641320" y="1994077"/>
                </a:lnTo>
                <a:lnTo>
                  <a:pt x="652139" y="1975332"/>
                </a:lnTo>
                <a:lnTo>
                  <a:pt x="633402" y="1964512"/>
                </a:lnTo>
                <a:close/>
              </a:path>
              <a:path w="3812540" h="3546475">
                <a:moveTo>
                  <a:pt x="598284" y="2024278"/>
                </a:moveTo>
                <a:lnTo>
                  <a:pt x="586919" y="2043975"/>
                </a:lnTo>
                <a:lnTo>
                  <a:pt x="606604" y="2055355"/>
                </a:lnTo>
                <a:lnTo>
                  <a:pt x="617969" y="2035644"/>
                </a:lnTo>
                <a:lnTo>
                  <a:pt x="598284" y="2024278"/>
                </a:lnTo>
                <a:close/>
              </a:path>
              <a:path w="3812540" h="3546475">
                <a:moveTo>
                  <a:pt x="563115" y="2083853"/>
                </a:moveTo>
                <a:lnTo>
                  <a:pt x="551060" y="2104745"/>
                </a:lnTo>
                <a:lnTo>
                  <a:pt x="571936" y="2116797"/>
                </a:lnTo>
                <a:lnTo>
                  <a:pt x="583986" y="2095918"/>
                </a:lnTo>
                <a:lnTo>
                  <a:pt x="563115" y="2083853"/>
                </a:lnTo>
                <a:close/>
              </a:path>
              <a:path w="3812540" h="3546475">
                <a:moveTo>
                  <a:pt x="527942" y="2143442"/>
                </a:moveTo>
                <a:lnTo>
                  <a:pt x="515203" y="2165514"/>
                </a:lnTo>
                <a:lnTo>
                  <a:pt x="537264" y="2178253"/>
                </a:lnTo>
                <a:lnTo>
                  <a:pt x="549998" y="2156180"/>
                </a:lnTo>
                <a:lnTo>
                  <a:pt x="527942" y="2143442"/>
                </a:lnTo>
                <a:close/>
              </a:path>
              <a:path w="3812540" h="3546475">
                <a:moveTo>
                  <a:pt x="492819" y="2203208"/>
                </a:moveTo>
                <a:lnTo>
                  <a:pt x="479539" y="2226233"/>
                </a:lnTo>
                <a:lnTo>
                  <a:pt x="502542" y="2239517"/>
                </a:lnTo>
                <a:lnTo>
                  <a:pt x="515828" y="2216505"/>
                </a:lnTo>
                <a:lnTo>
                  <a:pt x="492819" y="2203208"/>
                </a:lnTo>
                <a:close/>
              </a:path>
              <a:path w="3812540" h="3546475">
                <a:moveTo>
                  <a:pt x="457650" y="2262784"/>
                </a:moveTo>
                <a:lnTo>
                  <a:pt x="443680" y="2286999"/>
                </a:lnTo>
                <a:lnTo>
                  <a:pt x="467875" y="2300974"/>
                </a:lnTo>
                <a:lnTo>
                  <a:pt x="481840" y="2276765"/>
                </a:lnTo>
                <a:lnTo>
                  <a:pt x="457650" y="2262784"/>
                </a:lnTo>
                <a:close/>
              </a:path>
              <a:path w="3812540" h="3546475">
                <a:moveTo>
                  <a:pt x="422478" y="2322371"/>
                </a:moveTo>
                <a:lnTo>
                  <a:pt x="407828" y="2347761"/>
                </a:lnTo>
                <a:lnTo>
                  <a:pt x="433203" y="2362425"/>
                </a:lnTo>
                <a:lnTo>
                  <a:pt x="447859" y="2337031"/>
                </a:lnTo>
                <a:lnTo>
                  <a:pt x="422478" y="2322371"/>
                </a:lnTo>
                <a:close/>
              </a:path>
              <a:path w="3812540" h="3546475">
                <a:moveTo>
                  <a:pt x="387360" y="2382141"/>
                </a:moveTo>
                <a:lnTo>
                  <a:pt x="372159" y="2408483"/>
                </a:lnTo>
                <a:lnTo>
                  <a:pt x="398487" y="2423693"/>
                </a:lnTo>
                <a:lnTo>
                  <a:pt x="413687" y="2397350"/>
                </a:lnTo>
                <a:lnTo>
                  <a:pt x="387360" y="2382141"/>
                </a:lnTo>
                <a:close/>
              </a:path>
              <a:path w="3812540" h="3546475">
                <a:moveTo>
                  <a:pt x="352191" y="2441722"/>
                </a:moveTo>
                <a:lnTo>
                  <a:pt x="336302" y="2469249"/>
                </a:lnTo>
                <a:lnTo>
                  <a:pt x="363820" y="2485144"/>
                </a:lnTo>
                <a:lnTo>
                  <a:pt x="379704" y="2457616"/>
                </a:lnTo>
                <a:lnTo>
                  <a:pt x="352191" y="2441722"/>
                </a:lnTo>
                <a:close/>
              </a:path>
              <a:path w="3812540" h="3546475">
                <a:moveTo>
                  <a:pt x="317018" y="2501302"/>
                </a:moveTo>
                <a:lnTo>
                  <a:pt x="300448" y="2530021"/>
                </a:lnTo>
                <a:lnTo>
                  <a:pt x="329148" y="2546601"/>
                </a:lnTo>
                <a:lnTo>
                  <a:pt x="345718" y="2517881"/>
                </a:lnTo>
                <a:lnTo>
                  <a:pt x="317018" y="2501302"/>
                </a:lnTo>
                <a:close/>
              </a:path>
              <a:path w="3812540" h="3546475">
                <a:moveTo>
                  <a:pt x="281900" y="2561071"/>
                </a:moveTo>
                <a:lnTo>
                  <a:pt x="264779" y="2590738"/>
                </a:lnTo>
                <a:lnTo>
                  <a:pt x="294431" y="2607863"/>
                </a:lnTo>
                <a:lnTo>
                  <a:pt x="311547" y="2578201"/>
                </a:lnTo>
                <a:lnTo>
                  <a:pt x="281900" y="2561071"/>
                </a:lnTo>
                <a:close/>
              </a:path>
              <a:path w="3812540" h="3546475">
                <a:moveTo>
                  <a:pt x="246726" y="2620657"/>
                </a:moveTo>
                <a:lnTo>
                  <a:pt x="228927" y="2651504"/>
                </a:lnTo>
                <a:lnTo>
                  <a:pt x="259759" y="2669320"/>
                </a:lnTo>
                <a:lnTo>
                  <a:pt x="277559" y="2638468"/>
                </a:lnTo>
                <a:lnTo>
                  <a:pt x="246726" y="2620657"/>
                </a:lnTo>
                <a:close/>
              </a:path>
              <a:path w="3812540" h="3546475">
                <a:moveTo>
                  <a:pt x="211658" y="2680610"/>
                </a:moveTo>
                <a:lnTo>
                  <a:pt x="193446" y="2712172"/>
                </a:lnTo>
                <a:lnTo>
                  <a:pt x="224988" y="2730398"/>
                </a:lnTo>
                <a:lnTo>
                  <a:pt x="243204" y="2698832"/>
                </a:lnTo>
                <a:lnTo>
                  <a:pt x="211658" y="2680610"/>
                </a:lnTo>
                <a:close/>
              </a:path>
              <a:path w="3812540" h="3546475">
                <a:moveTo>
                  <a:pt x="176490" y="2740191"/>
                </a:moveTo>
                <a:lnTo>
                  <a:pt x="157589" y="2772938"/>
                </a:lnTo>
                <a:lnTo>
                  <a:pt x="190320" y="2791849"/>
                </a:lnTo>
                <a:lnTo>
                  <a:pt x="209222" y="2759097"/>
                </a:lnTo>
                <a:lnTo>
                  <a:pt x="176490" y="2740191"/>
                </a:lnTo>
                <a:close/>
              </a:path>
              <a:path w="3812540" h="3546475">
                <a:moveTo>
                  <a:pt x="141316" y="2799772"/>
                </a:moveTo>
                <a:lnTo>
                  <a:pt x="121736" y="2833710"/>
                </a:lnTo>
                <a:lnTo>
                  <a:pt x="155655" y="2853306"/>
                </a:lnTo>
                <a:lnTo>
                  <a:pt x="175234" y="2819368"/>
                </a:lnTo>
                <a:lnTo>
                  <a:pt x="141316" y="2799772"/>
                </a:lnTo>
                <a:close/>
              </a:path>
              <a:path w="3812540" h="3546475">
                <a:moveTo>
                  <a:pt x="106193" y="2859536"/>
                </a:moveTo>
                <a:lnTo>
                  <a:pt x="86067" y="2894427"/>
                </a:lnTo>
                <a:lnTo>
                  <a:pt x="120932" y="2914568"/>
                </a:lnTo>
                <a:lnTo>
                  <a:pt x="141063" y="2879682"/>
                </a:lnTo>
                <a:lnTo>
                  <a:pt x="106193" y="2859536"/>
                </a:lnTo>
                <a:close/>
              </a:path>
              <a:path w="3812540" h="3546475">
                <a:moveTo>
                  <a:pt x="71025" y="2919122"/>
                </a:moveTo>
                <a:lnTo>
                  <a:pt x="50209" y="2955193"/>
                </a:lnTo>
                <a:lnTo>
                  <a:pt x="86260" y="2976025"/>
                </a:lnTo>
                <a:lnTo>
                  <a:pt x="107076" y="2939948"/>
                </a:lnTo>
                <a:lnTo>
                  <a:pt x="71025" y="2919122"/>
                </a:lnTo>
                <a:close/>
              </a:path>
              <a:path w="3812540" h="3546475">
                <a:moveTo>
                  <a:pt x="35852" y="2978703"/>
                </a:moveTo>
                <a:lnTo>
                  <a:pt x="14352" y="3015965"/>
                </a:lnTo>
                <a:lnTo>
                  <a:pt x="51593" y="3037475"/>
                </a:lnTo>
                <a:lnTo>
                  <a:pt x="73094" y="3000218"/>
                </a:lnTo>
                <a:lnTo>
                  <a:pt x="35852" y="2978703"/>
                </a:lnTo>
                <a:close/>
              </a:path>
              <a:path w="3812540" h="3546475">
                <a:moveTo>
                  <a:pt x="734" y="3038472"/>
                </a:moveTo>
                <a:lnTo>
                  <a:pt x="0" y="3039744"/>
                </a:lnTo>
                <a:lnTo>
                  <a:pt x="0" y="3088993"/>
                </a:lnTo>
                <a:lnTo>
                  <a:pt x="16877" y="3098742"/>
                </a:lnTo>
                <a:lnTo>
                  <a:pt x="38923" y="3060534"/>
                </a:lnTo>
                <a:lnTo>
                  <a:pt x="734" y="3038472"/>
                </a:lnTo>
                <a:close/>
              </a:path>
              <a:path w="3812540" h="3546475">
                <a:moveTo>
                  <a:pt x="0" y="3117948"/>
                </a:moveTo>
                <a:lnTo>
                  <a:pt x="0" y="3129355"/>
                </a:lnTo>
                <a:lnTo>
                  <a:pt x="4936" y="3120800"/>
                </a:lnTo>
                <a:lnTo>
                  <a:pt x="0" y="3117948"/>
                </a:lnTo>
                <a:close/>
              </a:path>
              <a:path w="3812540" h="3546475">
                <a:moveTo>
                  <a:pt x="1257503" y="1045705"/>
                </a:moveTo>
                <a:lnTo>
                  <a:pt x="1255920" y="1045705"/>
                </a:lnTo>
                <a:lnTo>
                  <a:pt x="1255633" y="1046200"/>
                </a:lnTo>
                <a:lnTo>
                  <a:pt x="1257216" y="1046200"/>
                </a:lnTo>
                <a:lnTo>
                  <a:pt x="1257503" y="1045705"/>
                </a:lnTo>
                <a:close/>
              </a:path>
              <a:path w="3812540" h="3546475">
                <a:moveTo>
                  <a:pt x="1221193" y="1104785"/>
                </a:moveTo>
                <a:lnTo>
                  <a:pt x="1219964" y="1106919"/>
                </a:lnTo>
                <a:lnTo>
                  <a:pt x="1222096" y="1108151"/>
                </a:lnTo>
                <a:lnTo>
                  <a:pt x="1223327" y="1106017"/>
                </a:lnTo>
                <a:lnTo>
                  <a:pt x="1221193" y="1104785"/>
                </a:lnTo>
                <a:close/>
              </a:path>
              <a:path w="3812540" h="3546475">
                <a:moveTo>
                  <a:pt x="1186026" y="1164374"/>
                </a:moveTo>
                <a:lnTo>
                  <a:pt x="1184106" y="1167688"/>
                </a:lnTo>
                <a:lnTo>
                  <a:pt x="1187424" y="1169606"/>
                </a:lnTo>
                <a:lnTo>
                  <a:pt x="1189344" y="1166279"/>
                </a:lnTo>
                <a:lnTo>
                  <a:pt x="1186026" y="1164374"/>
                </a:lnTo>
                <a:close/>
              </a:path>
              <a:path w="3812540" h="3546475">
                <a:moveTo>
                  <a:pt x="1150853" y="1223949"/>
                </a:moveTo>
                <a:lnTo>
                  <a:pt x="1148248" y="1228458"/>
                </a:lnTo>
                <a:lnTo>
                  <a:pt x="1152758" y="1231061"/>
                </a:lnTo>
                <a:lnTo>
                  <a:pt x="1155362" y="1226553"/>
                </a:lnTo>
                <a:lnTo>
                  <a:pt x="1150853" y="1223949"/>
                </a:lnTo>
                <a:close/>
              </a:path>
              <a:path w="3812540" h="3546475">
                <a:moveTo>
                  <a:pt x="1115734" y="1283715"/>
                </a:moveTo>
                <a:lnTo>
                  <a:pt x="1112584" y="1289176"/>
                </a:lnTo>
                <a:lnTo>
                  <a:pt x="1118041" y="1292326"/>
                </a:lnTo>
                <a:lnTo>
                  <a:pt x="1121191" y="1286865"/>
                </a:lnTo>
                <a:lnTo>
                  <a:pt x="1115734" y="1283715"/>
                </a:lnTo>
                <a:close/>
              </a:path>
              <a:path w="3812540" h="3546475">
                <a:moveTo>
                  <a:pt x="1080561" y="1343304"/>
                </a:moveTo>
                <a:lnTo>
                  <a:pt x="1076726" y="1349946"/>
                </a:lnTo>
                <a:lnTo>
                  <a:pt x="1083369" y="1353781"/>
                </a:lnTo>
                <a:lnTo>
                  <a:pt x="1087203" y="1347139"/>
                </a:lnTo>
                <a:lnTo>
                  <a:pt x="1080561" y="1343304"/>
                </a:lnTo>
                <a:close/>
              </a:path>
              <a:path w="3812540" h="3546475">
                <a:moveTo>
                  <a:pt x="1045443" y="1403070"/>
                </a:moveTo>
                <a:lnTo>
                  <a:pt x="1041057" y="1410665"/>
                </a:lnTo>
                <a:lnTo>
                  <a:pt x="1048652" y="1415046"/>
                </a:lnTo>
                <a:lnTo>
                  <a:pt x="1053033" y="1407452"/>
                </a:lnTo>
                <a:lnTo>
                  <a:pt x="1045443" y="1403070"/>
                </a:lnTo>
                <a:close/>
              </a:path>
              <a:path w="3812540" h="3546475">
                <a:moveTo>
                  <a:pt x="1010269" y="1462646"/>
                </a:moveTo>
                <a:lnTo>
                  <a:pt x="1005204" y="1471434"/>
                </a:lnTo>
                <a:lnTo>
                  <a:pt x="1013980" y="1476501"/>
                </a:lnTo>
                <a:lnTo>
                  <a:pt x="1019045" y="1467726"/>
                </a:lnTo>
                <a:lnTo>
                  <a:pt x="1010269" y="1462646"/>
                </a:lnTo>
                <a:close/>
              </a:path>
              <a:path w="3812540" h="3546475">
                <a:moveTo>
                  <a:pt x="975102" y="1522234"/>
                </a:moveTo>
                <a:lnTo>
                  <a:pt x="969347" y="1532204"/>
                </a:lnTo>
                <a:lnTo>
                  <a:pt x="979308" y="1537957"/>
                </a:lnTo>
                <a:lnTo>
                  <a:pt x="985064" y="1527987"/>
                </a:lnTo>
                <a:lnTo>
                  <a:pt x="975102" y="1522234"/>
                </a:lnTo>
                <a:close/>
              </a:path>
              <a:path w="3812540" h="3546475">
                <a:moveTo>
                  <a:pt x="939984" y="1582000"/>
                </a:moveTo>
                <a:lnTo>
                  <a:pt x="933683" y="1592922"/>
                </a:lnTo>
                <a:lnTo>
                  <a:pt x="944591" y="1599222"/>
                </a:lnTo>
                <a:lnTo>
                  <a:pt x="950892" y="1588312"/>
                </a:lnTo>
                <a:lnTo>
                  <a:pt x="939984" y="1582000"/>
                </a:lnTo>
                <a:close/>
              </a:path>
              <a:path w="3812540" h="3546475">
                <a:moveTo>
                  <a:pt x="904810" y="1641576"/>
                </a:moveTo>
                <a:lnTo>
                  <a:pt x="897825" y="1653692"/>
                </a:lnTo>
                <a:lnTo>
                  <a:pt x="909920" y="1660677"/>
                </a:lnTo>
                <a:lnTo>
                  <a:pt x="916905" y="1648574"/>
                </a:lnTo>
                <a:lnTo>
                  <a:pt x="904810" y="1641576"/>
                </a:lnTo>
                <a:close/>
              </a:path>
              <a:path w="3812540" h="3546475">
                <a:moveTo>
                  <a:pt x="869687" y="1701355"/>
                </a:moveTo>
                <a:lnTo>
                  <a:pt x="862155" y="1714398"/>
                </a:lnTo>
                <a:lnTo>
                  <a:pt x="875203" y="1721942"/>
                </a:lnTo>
                <a:lnTo>
                  <a:pt x="882733" y="1708886"/>
                </a:lnTo>
                <a:lnTo>
                  <a:pt x="869687" y="1701355"/>
                </a:lnTo>
                <a:close/>
              </a:path>
              <a:path w="3812540" h="3546475">
                <a:moveTo>
                  <a:pt x="834569" y="1761121"/>
                </a:moveTo>
                <a:lnTo>
                  <a:pt x="826486" y="1775129"/>
                </a:lnTo>
                <a:lnTo>
                  <a:pt x="840482" y="1783206"/>
                </a:lnTo>
                <a:lnTo>
                  <a:pt x="848563" y="1769211"/>
                </a:lnTo>
                <a:lnTo>
                  <a:pt x="834569" y="1761121"/>
                </a:lnTo>
                <a:close/>
              </a:path>
              <a:path w="3812540" h="3546475">
                <a:moveTo>
                  <a:pt x="799400" y="1820710"/>
                </a:moveTo>
                <a:lnTo>
                  <a:pt x="790634" y="1835886"/>
                </a:lnTo>
                <a:lnTo>
                  <a:pt x="805814" y="1844662"/>
                </a:lnTo>
                <a:lnTo>
                  <a:pt x="814575" y="1829473"/>
                </a:lnTo>
                <a:lnTo>
                  <a:pt x="799400" y="1820710"/>
                </a:lnTo>
                <a:close/>
              </a:path>
              <a:path w="3812540" h="3546475">
                <a:moveTo>
                  <a:pt x="764227" y="1880285"/>
                </a:moveTo>
                <a:lnTo>
                  <a:pt x="754777" y="1896656"/>
                </a:lnTo>
                <a:lnTo>
                  <a:pt x="771142" y="1906117"/>
                </a:lnTo>
                <a:lnTo>
                  <a:pt x="780594" y="1889734"/>
                </a:lnTo>
                <a:lnTo>
                  <a:pt x="764227" y="1880285"/>
                </a:lnTo>
                <a:close/>
              </a:path>
              <a:path w="3812540" h="3546475">
                <a:moveTo>
                  <a:pt x="729109" y="1940051"/>
                </a:moveTo>
                <a:lnTo>
                  <a:pt x="719112" y="1957374"/>
                </a:lnTo>
                <a:lnTo>
                  <a:pt x="736425" y="1967382"/>
                </a:lnTo>
                <a:lnTo>
                  <a:pt x="746422" y="1950059"/>
                </a:lnTo>
                <a:lnTo>
                  <a:pt x="729109" y="1940051"/>
                </a:lnTo>
                <a:close/>
              </a:path>
              <a:path w="3812540" h="3546475">
                <a:moveTo>
                  <a:pt x="693935" y="1999640"/>
                </a:moveTo>
                <a:lnTo>
                  <a:pt x="683254" y="2018144"/>
                </a:lnTo>
                <a:lnTo>
                  <a:pt x="701754" y="2028837"/>
                </a:lnTo>
                <a:lnTo>
                  <a:pt x="712435" y="2010320"/>
                </a:lnTo>
                <a:lnTo>
                  <a:pt x="693935" y="1999640"/>
                </a:lnTo>
                <a:close/>
              </a:path>
              <a:path w="3812540" h="3546475">
                <a:moveTo>
                  <a:pt x="658812" y="2059406"/>
                </a:moveTo>
                <a:lnTo>
                  <a:pt x="647585" y="2078862"/>
                </a:lnTo>
                <a:lnTo>
                  <a:pt x="667038" y="2090102"/>
                </a:lnTo>
                <a:lnTo>
                  <a:pt x="678263" y="2070633"/>
                </a:lnTo>
                <a:lnTo>
                  <a:pt x="658812" y="2059406"/>
                </a:lnTo>
                <a:close/>
              </a:path>
              <a:path w="3812540" h="3546475">
                <a:moveTo>
                  <a:pt x="623644" y="2118982"/>
                </a:moveTo>
                <a:lnTo>
                  <a:pt x="611733" y="2139632"/>
                </a:lnTo>
                <a:lnTo>
                  <a:pt x="632371" y="2151557"/>
                </a:lnTo>
                <a:lnTo>
                  <a:pt x="644282" y="2130907"/>
                </a:lnTo>
                <a:lnTo>
                  <a:pt x="623644" y="2118982"/>
                </a:lnTo>
                <a:close/>
              </a:path>
              <a:path w="3812540" h="3546475">
                <a:moveTo>
                  <a:pt x="588476" y="2178570"/>
                </a:moveTo>
                <a:lnTo>
                  <a:pt x="575875" y="2200401"/>
                </a:lnTo>
                <a:lnTo>
                  <a:pt x="597698" y="2213012"/>
                </a:lnTo>
                <a:lnTo>
                  <a:pt x="610294" y="2191168"/>
                </a:lnTo>
                <a:lnTo>
                  <a:pt x="588476" y="2178570"/>
                </a:lnTo>
                <a:close/>
              </a:path>
              <a:path w="3812540" h="3546475">
                <a:moveTo>
                  <a:pt x="553352" y="2238336"/>
                </a:moveTo>
                <a:lnTo>
                  <a:pt x="540210" y="2261120"/>
                </a:lnTo>
                <a:lnTo>
                  <a:pt x="562977" y="2274265"/>
                </a:lnTo>
                <a:lnTo>
                  <a:pt x="576124" y="2251493"/>
                </a:lnTo>
                <a:lnTo>
                  <a:pt x="553352" y="2238336"/>
                </a:lnTo>
                <a:close/>
              </a:path>
              <a:path w="3812540" h="3546475">
                <a:moveTo>
                  <a:pt x="518185" y="2297913"/>
                </a:moveTo>
                <a:lnTo>
                  <a:pt x="504353" y="2321890"/>
                </a:lnTo>
                <a:lnTo>
                  <a:pt x="528309" y="2335726"/>
                </a:lnTo>
                <a:lnTo>
                  <a:pt x="542141" y="2311755"/>
                </a:lnTo>
                <a:lnTo>
                  <a:pt x="518185" y="2297913"/>
                </a:lnTo>
                <a:close/>
              </a:path>
              <a:path w="3812540" h="3546475">
                <a:moveTo>
                  <a:pt x="483011" y="2357499"/>
                </a:moveTo>
                <a:lnTo>
                  <a:pt x="468496" y="2382657"/>
                </a:lnTo>
                <a:lnTo>
                  <a:pt x="493637" y="2397176"/>
                </a:lnTo>
                <a:lnTo>
                  <a:pt x="508158" y="2372020"/>
                </a:lnTo>
                <a:lnTo>
                  <a:pt x="483011" y="2357499"/>
                </a:lnTo>
                <a:close/>
              </a:path>
              <a:path w="3812540" h="3546475">
                <a:moveTo>
                  <a:pt x="447888" y="2417269"/>
                </a:moveTo>
                <a:lnTo>
                  <a:pt x="432827" y="2443373"/>
                </a:lnTo>
                <a:lnTo>
                  <a:pt x="458920" y="2458445"/>
                </a:lnTo>
                <a:lnTo>
                  <a:pt x="473983" y="2432340"/>
                </a:lnTo>
                <a:lnTo>
                  <a:pt x="447888" y="2417269"/>
                </a:lnTo>
                <a:close/>
              </a:path>
              <a:path w="3812540" h="3546475">
                <a:moveTo>
                  <a:pt x="412724" y="2476845"/>
                </a:moveTo>
                <a:lnTo>
                  <a:pt x="396974" y="2504140"/>
                </a:lnTo>
                <a:lnTo>
                  <a:pt x="424254" y="2519900"/>
                </a:lnTo>
                <a:lnTo>
                  <a:pt x="440000" y="2492606"/>
                </a:lnTo>
                <a:lnTo>
                  <a:pt x="412724" y="2476845"/>
                </a:lnTo>
                <a:close/>
              </a:path>
              <a:path w="3812540" h="3546475">
                <a:moveTo>
                  <a:pt x="377551" y="2536431"/>
                </a:moveTo>
                <a:lnTo>
                  <a:pt x="361116" y="2564907"/>
                </a:lnTo>
                <a:lnTo>
                  <a:pt x="389582" y="2581352"/>
                </a:lnTo>
                <a:lnTo>
                  <a:pt x="406012" y="2552871"/>
                </a:lnTo>
                <a:lnTo>
                  <a:pt x="377551" y="2536431"/>
                </a:lnTo>
                <a:close/>
              </a:path>
              <a:path w="3812540" h="3546475">
                <a:moveTo>
                  <a:pt x="342433" y="2596199"/>
                </a:moveTo>
                <a:lnTo>
                  <a:pt x="325452" y="2625628"/>
                </a:lnTo>
                <a:lnTo>
                  <a:pt x="354860" y="2642619"/>
                </a:lnTo>
                <a:lnTo>
                  <a:pt x="371842" y="2613186"/>
                </a:lnTo>
                <a:lnTo>
                  <a:pt x="342433" y="2596199"/>
                </a:lnTo>
                <a:close/>
              </a:path>
              <a:path w="3812540" h="3546475">
                <a:moveTo>
                  <a:pt x="307261" y="2655780"/>
                </a:moveTo>
                <a:lnTo>
                  <a:pt x="289594" y="2686395"/>
                </a:lnTo>
                <a:lnTo>
                  <a:pt x="320193" y="2704071"/>
                </a:lnTo>
                <a:lnTo>
                  <a:pt x="337859" y="2673456"/>
                </a:lnTo>
                <a:lnTo>
                  <a:pt x="307261" y="2655780"/>
                </a:lnTo>
                <a:close/>
              </a:path>
              <a:path w="3812540" h="3546475">
                <a:moveTo>
                  <a:pt x="272141" y="2715550"/>
                </a:moveTo>
                <a:lnTo>
                  <a:pt x="253930" y="2747116"/>
                </a:lnTo>
                <a:lnTo>
                  <a:pt x="285471" y="2765338"/>
                </a:lnTo>
                <a:lnTo>
                  <a:pt x="303688" y="2733772"/>
                </a:lnTo>
                <a:lnTo>
                  <a:pt x="272141" y="2715550"/>
                </a:lnTo>
                <a:close/>
              </a:path>
              <a:path w="3812540" h="3546475">
                <a:moveTo>
                  <a:pt x="236974" y="2775131"/>
                </a:moveTo>
                <a:lnTo>
                  <a:pt x="218072" y="2807883"/>
                </a:lnTo>
                <a:lnTo>
                  <a:pt x="250804" y="2826789"/>
                </a:lnTo>
                <a:lnTo>
                  <a:pt x="269706" y="2794043"/>
                </a:lnTo>
                <a:lnTo>
                  <a:pt x="236974" y="2775131"/>
                </a:lnTo>
                <a:close/>
              </a:path>
              <a:path w="3812540" h="3546475">
                <a:moveTo>
                  <a:pt x="201851" y="2834900"/>
                </a:moveTo>
                <a:lnTo>
                  <a:pt x="182403" y="2868600"/>
                </a:lnTo>
                <a:lnTo>
                  <a:pt x="216084" y="2888057"/>
                </a:lnTo>
                <a:lnTo>
                  <a:pt x="235530" y="2854357"/>
                </a:lnTo>
                <a:lnTo>
                  <a:pt x="201851" y="2834900"/>
                </a:lnTo>
                <a:close/>
              </a:path>
              <a:path w="3812540" h="3546475">
                <a:moveTo>
                  <a:pt x="166677" y="2894482"/>
                </a:moveTo>
                <a:lnTo>
                  <a:pt x="146551" y="2929366"/>
                </a:lnTo>
                <a:lnTo>
                  <a:pt x="181416" y="2949508"/>
                </a:lnTo>
                <a:lnTo>
                  <a:pt x="201542" y="2914623"/>
                </a:lnTo>
                <a:lnTo>
                  <a:pt x="166677" y="2894482"/>
                </a:lnTo>
                <a:close/>
              </a:path>
              <a:path w="3812540" h="3546475">
                <a:moveTo>
                  <a:pt x="131559" y="2954250"/>
                </a:moveTo>
                <a:lnTo>
                  <a:pt x="110881" y="2990084"/>
                </a:lnTo>
                <a:lnTo>
                  <a:pt x="146695" y="3010776"/>
                </a:lnTo>
                <a:lnTo>
                  <a:pt x="167372" y="2974943"/>
                </a:lnTo>
                <a:lnTo>
                  <a:pt x="131559" y="2954250"/>
                </a:lnTo>
                <a:close/>
              </a:path>
              <a:path w="3812540" h="3546475">
                <a:moveTo>
                  <a:pt x="96386" y="3013831"/>
                </a:moveTo>
                <a:lnTo>
                  <a:pt x="75029" y="3050854"/>
                </a:lnTo>
                <a:lnTo>
                  <a:pt x="112022" y="3072227"/>
                </a:lnTo>
                <a:lnTo>
                  <a:pt x="133389" y="3035208"/>
                </a:lnTo>
                <a:lnTo>
                  <a:pt x="96386" y="3013831"/>
                </a:lnTo>
                <a:close/>
              </a:path>
              <a:path w="3812540" h="3546475">
                <a:moveTo>
                  <a:pt x="0" y="3520884"/>
                </a:moveTo>
                <a:lnTo>
                  <a:pt x="0" y="3546284"/>
                </a:lnTo>
                <a:lnTo>
                  <a:pt x="4519" y="3546284"/>
                </a:lnTo>
                <a:lnTo>
                  <a:pt x="15527" y="3533584"/>
                </a:lnTo>
                <a:lnTo>
                  <a:pt x="0" y="3520884"/>
                </a:lnTo>
                <a:close/>
              </a:path>
              <a:path w="3812540" h="3546475">
                <a:moveTo>
                  <a:pt x="67066" y="3482784"/>
                </a:moveTo>
                <a:lnTo>
                  <a:pt x="42277" y="3520884"/>
                </a:lnTo>
                <a:lnTo>
                  <a:pt x="85209" y="3546284"/>
                </a:lnTo>
                <a:lnTo>
                  <a:pt x="109993" y="3508184"/>
                </a:lnTo>
                <a:lnTo>
                  <a:pt x="67066" y="3482784"/>
                </a:lnTo>
                <a:close/>
              </a:path>
              <a:path w="3812540" h="3546475">
                <a:moveTo>
                  <a:pt x="127551" y="3520884"/>
                </a:moveTo>
                <a:lnTo>
                  <a:pt x="107774" y="3546284"/>
                </a:lnTo>
                <a:lnTo>
                  <a:pt x="170482" y="3546284"/>
                </a:lnTo>
                <a:lnTo>
                  <a:pt x="127551" y="3520884"/>
                </a:lnTo>
                <a:close/>
              </a:path>
              <a:path w="3812540" h="3546475">
                <a:moveTo>
                  <a:pt x="223252" y="3495484"/>
                </a:moveTo>
                <a:lnTo>
                  <a:pt x="199285" y="3533584"/>
                </a:lnTo>
                <a:lnTo>
                  <a:pt x="229038" y="3546284"/>
                </a:lnTo>
                <a:lnTo>
                  <a:pt x="244713" y="3546284"/>
                </a:lnTo>
                <a:lnTo>
                  <a:pt x="264760" y="3520884"/>
                </a:lnTo>
                <a:lnTo>
                  <a:pt x="223252" y="3495484"/>
                </a:lnTo>
                <a:close/>
              </a:path>
              <a:path w="3812540" h="3546475">
                <a:moveTo>
                  <a:pt x="283785" y="3533584"/>
                </a:moveTo>
                <a:lnTo>
                  <a:pt x="270171" y="3546284"/>
                </a:lnTo>
                <a:lnTo>
                  <a:pt x="324624" y="3546284"/>
                </a:lnTo>
                <a:lnTo>
                  <a:pt x="283785" y="3533584"/>
                </a:lnTo>
                <a:close/>
              </a:path>
              <a:path w="3812540" h="3546475">
                <a:moveTo>
                  <a:pt x="379437" y="3508184"/>
                </a:moveTo>
                <a:lnTo>
                  <a:pt x="356294" y="3546284"/>
                </a:lnTo>
                <a:lnTo>
                  <a:pt x="405053" y="3546284"/>
                </a:lnTo>
                <a:lnTo>
                  <a:pt x="419521" y="3533584"/>
                </a:lnTo>
                <a:lnTo>
                  <a:pt x="379437" y="3508184"/>
                </a:lnTo>
                <a:close/>
              </a:path>
              <a:path w="3812540" h="3546475">
                <a:moveTo>
                  <a:pt x="439971" y="3533584"/>
                </a:moveTo>
                <a:lnTo>
                  <a:pt x="432409" y="3546284"/>
                </a:lnTo>
                <a:lnTo>
                  <a:pt x="462658" y="3546284"/>
                </a:lnTo>
                <a:lnTo>
                  <a:pt x="439971" y="3533584"/>
                </a:lnTo>
                <a:close/>
              </a:path>
              <a:path w="3812540" h="3546475">
                <a:moveTo>
                  <a:pt x="475143" y="3482784"/>
                </a:moveTo>
                <a:lnTo>
                  <a:pt x="452819" y="3520884"/>
                </a:lnTo>
                <a:lnTo>
                  <a:pt x="491484" y="3546284"/>
                </a:lnTo>
                <a:lnTo>
                  <a:pt x="513803" y="3508184"/>
                </a:lnTo>
                <a:lnTo>
                  <a:pt x="475143" y="3482784"/>
                </a:lnTo>
                <a:close/>
              </a:path>
              <a:path w="3812540" h="3546475">
                <a:moveTo>
                  <a:pt x="535677" y="3520884"/>
                </a:moveTo>
                <a:lnTo>
                  <a:pt x="514001" y="3546284"/>
                </a:lnTo>
                <a:lnTo>
                  <a:pt x="565234" y="3546284"/>
                </a:lnTo>
                <a:lnTo>
                  <a:pt x="574099" y="3533584"/>
                </a:lnTo>
                <a:lnTo>
                  <a:pt x="535677" y="3520884"/>
                </a:lnTo>
                <a:close/>
              </a:path>
              <a:path w="3812540" h="3546475">
                <a:moveTo>
                  <a:pt x="631278" y="3495484"/>
                </a:moveTo>
                <a:lnTo>
                  <a:pt x="609639" y="3533584"/>
                </a:lnTo>
                <a:lnTo>
                  <a:pt x="647114" y="3546284"/>
                </a:lnTo>
                <a:lnTo>
                  <a:pt x="668754" y="3508184"/>
                </a:lnTo>
                <a:lnTo>
                  <a:pt x="631278" y="3495484"/>
                </a:lnTo>
                <a:close/>
              </a:path>
              <a:path w="3812540" h="3546475">
                <a:moveTo>
                  <a:pt x="691812" y="3520884"/>
                </a:moveTo>
                <a:lnTo>
                  <a:pt x="676080" y="3546284"/>
                </a:lnTo>
                <a:lnTo>
                  <a:pt x="729049" y="3546284"/>
                </a:lnTo>
                <a:lnTo>
                  <a:pt x="691812" y="3520884"/>
                </a:lnTo>
                <a:close/>
              </a:path>
              <a:path w="3812540" h="3546475">
                <a:moveTo>
                  <a:pt x="787514" y="3495484"/>
                </a:moveTo>
                <a:lnTo>
                  <a:pt x="766837" y="3533584"/>
                </a:lnTo>
                <a:lnTo>
                  <a:pt x="794333" y="3546284"/>
                </a:lnTo>
                <a:lnTo>
                  <a:pt x="805429" y="3546284"/>
                </a:lnTo>
                <a:lnTo>
                  <a:pt x="823332" y="3520884"/>
                </a:lnTo>
                <a:lnTo>
                  <a:pt x="787514" y="3495484"/>
                </a:lnTo>
                <a:close/>
              </a:path>
              <a:path w="3812540" h="3546475">
                <a:moveTo>
                  <a:pt x="848047" y="3533584"/>
                </a:moveTo>
                <a:lnTo>
                  <a:pt x="838474" y="3546284"/>
                </a:lnTo>
                <a:lnTo>
                  <a:pt x="876773" y="3546284"/>
                </a:lnTo>
                <a:lnTo>
                  <a:pt x="848047" y="3533584"/>
                </a:lnTo>
                <a:close/>
              </a:path>
              <a:path w="3812540" h="3546475">
                <a:moveTo>
                  <a:pt x="943703" y="3508184"/>
                </a:moveTo>
                <a:lnTo>
                  <a:pt x="923846" y="3546284"/>
                </a:lnTo>
                <a:lnTo>
                  <a:pt x="965765" y="3546284"/>
                </a:lnTo>
                <a:lnTo>
                  <a:pt x="978092" y="3533584"/>
                </a:lnTo>
                <a:lnTo>
                  <a:pt x="943703" y="3508184"/>
                </a:lnTo>
                <a:close/>
              </a:path>
              <a:path w="3812540" h="3546475">
                <a:moveTo>
                  <a:pt x="1099889" y="3520884"/>
                </a:moveTo>
                <a:lnTo>
                  <a:pt x="1082144" y="3546284"/>
                </a:lnTo>
                <a:lnTo>
                  <a:pt x="1132855" y="3546284"/>
                </a:lnTo>
                <a:lnTo>
                  <a:pt x="1099889" y="3520884"/>
                </a:lnTo>
                <a:close/>
              </a:path>
              <a:path w="3812540" h="3546475">
                <a:moveTo>
                  <a:pt x="1195590" y="3495484"/>
                </a:moveTo>
                <a:lnTo>
                  <a:pt x="1177378" y="3533584"/>
                </a:lnTo>
                <a:lnTo>
                  <a:pt x="1208925" y="3546284"/>
                </a:lnTo>
                <a:lnTo>
                  <a:pt x="1227137" y="3520884"/>
                </a:lnTo>
                <a:lnTo>
                  <a:pt x="1195590" y="3495484"/>
                </a:lnTo>
                <a:close/>
              </a:path>
              <a:path w="3812540" h="3546475">
                <a:moveTo>
                  <a:pt x="1256123" y="3533584"/>
                </a:moveTo>
                <a:lnTo>
                  <a:pt x="1244542" y="3546284"/>
                </a:lnTo>
                <a:lnTo>
                  <a:pt x="1287437" y="3546284"/>
                </a:lnTo>
                <a:lnTo>
                  <a:pt x="1256123" y="3533584"/>
                </a:lnTo>
                <a:close/>
              </a:path>
              <a:path w="3812540" h="3546475">
                <a:moveTo>
                  <a:pt x="1351775" y="3508184"/>
                </a:moveTo>
                <a:lnTo>
                  <a:pt x="1334388" y="3533584"/>
                </a:lnTo>
                <a:lnTo>
                  <a:pt x="1359626" y="3546284"/>
                </a:lnTo>
                <a:lnTo>
                  <a:pt x="1366142" y="3546284"/>
                </a:lnTo>
                <a:lnTo>
                  <a:pt x="1381899" y="3520884"/>
                </a:lnTo>
                <a:lnTo>
                  <a:pt x="1351775" y="3508184"/>
                </a:lnTo>
                <a:close/>
              </a:path>
              <a:path w="3812540" h="3546475">
                <a:moveTo>
                  <a:pt x="1507972" y="3520884"/>
                </a:moveTo>
                <a:lnTo>
                  <a:pt x="1491399" y="3546284"/>
                </a:lnTo>
                <a:lnTo>
                  <a:pt x="1526478" y="3546284"/>
                </a:lnTo>
                <a:lnTo>
                  <a:pt x="1536661" y="3533584"/>
                </a:lnTo>
                <a:lnTo>
                  <a:pt x="1507972" y="3520884"/>
                </a:lnTo>
                <a:close/>
              </a:path>
              <a:path w="3812540" h="3546475">
                <a:moveTo>
                  <a:pt x="1664157" y="3533584"/>
                </a:moveTo>
                <a:lnTo>
                  <a:pt x="1650452" y="3546284"/>
                </a:lnTo>
                <a:lnTo>
                  <a:pt x="1691436" y="3546284"/>
                </a:lnTo>
                <a:lnTo>
                  <a:pt x="1664157" y="3533584"/>
                </a:lnTo>
                <a:close/>
              </a:path>
              <a:path w="3812540" h="3546475">
                <a:moveTo>
                  <a:pt x="1759851" y="3508184"/>
                </a:moveTo>
                <a:lnTo>
                  <a:pt x="1744929" y="3533584"/>
                </a:lnTo>
                <a:lnTo>
                  <a:pt x="1770786" y="3546284"/>
                </a:lnTo>
                <a:lnTo>
                  <a:pt x="1785708" y="3520884"/>
                </a:lnTo>
                <a:lnTo>
                  <a:pt x="1759851" y="3508184"/>
                </a:lnTo>
                <a:close/>
              </a:path>
              <a:path w="3812540" h="3546475">
                <a:moveTo>
                  <a:pt x="1820341" y="3533584"/>
                </a:moveTo>
                <a:lnTo>
                  <a:pt x="1812688" y="3546284"/>
                </a:lnTo>
                <a:lnTo>
                  <a:pt x="1843311" y="3546284"/>
                </a:lnTo>
                <a:lnTo>
                  <a:pt x="1820341" y="3533584"/>
                </a:lnTo>
                <a:close/>
              </a:path>
              <a:path w="3812540" h="3546475">
                <a:moveTo>
                  <a:pt x="1915998" y="3520884"/>
                </a:moveTo>
                <a:lnTo>
                  <a:pt x="1901761" y="3533584"/>
                </a:lnTo>
                <a:lnTo>
                  <a:pt x="1924646" y="3546284"/>
                </a:lnTo>
                <a:lnTo>
                  <a:pt x="1927017" y="3546284"/>
                </a:lnTo>
                <a:lnTo>
                  <a:pt x="1940661" y="3533584"/>
                </a:lnTo>
                <a:lnTo>
                  <a:pt x="1915998" y="3520884"/>
                </a:lnTo>
                <a:close/>
              </a:path>
              <a:path w="3812540" h="3546475">
                <a:moveTo>
                  <a:pt x="2072233" y="3520884"/>
                </a:moveTo>
                <a:lnTo>
                  <a:pt x="2058949" y="3546284"/>
                </a:lnTo>
                <a:lnTo>
                  <a:pt x="2087199" y="3546284"/>
                </a:lnTo>
                <a:lnTo>
                  <a:pt x="2095245" y="3533584"/>
                </a:lnTo>
                <a:lnTo>
                  <a:pt x="2072233" y="3520884"/>
                </a:lnTo>
                <a:close/>
              </a:path>
              <a:path w="3812540" h="3546475">
                <a:moveTo>
                  <a:pt x="2228418" y="3533584"/>
                </a:moveTo>
                <a:lnTo>
                  <a:pt x="2218755" y="3546284"/>
                </a:lnTo>
                <a:lnTo>
                  <a:pt x="2250008" y="3546284"/>
                </a:lnTo>
                <a:lnTo>
                  <a:pt x="2228418" y="3533584"/>
                </a:lnTo>
                <a:close/>
              </a:path>
              <a:path w="3812540" h="3546475">
                <a:moveTo>
                  <a:pt x="2324125" y="3508184"/>
                </a:moveTo>
                <a:lnTo>
                  <a:pt x="2312492" y="3533584"/>
                </a:lnTo>
                <a:lnTo>
                  <a:pt x="2332646" y="3546284"/>
                </a:lnTo>
                <a:lnTo>
                  <a:pt x="2344280" y="3520884"/>
                </a:lnTo>
                <a:lnTo>
                  <a:pt x="2324125" y="3508184"/>
                </a:lnTo>
                <a:close/>
              </a:path>
              <a:path w="3812540" h="3546475">
                <a:moveTo>
                  <a:pt x="2480259" y="3520884"/>
                </a:moveTo>
                <a:lnTo>
                  <a:pt x="2469311" y="3546284"/>
                </a:lnTo>
                <a:lnTo>
                  <a:pt x="2488285" y="3546284"/>
                </a:lnTo>
                <a:lnTo>
                  <a:pt x="2499245" y="3533584"/>
                </a:lnTo>
                <a:lnTo>
                  <a:pt x="2480259" y="3520884"/>
                </a:lnTo>
                <a:close/>
              </a:path>
              <a:path w="3812540" h="3546475">
                <a:moveTo>
                  <a:pt x="2636507" y="3533584"/>
                </a:moveTo>
                <a:lnTo>
                  <a:pt x="2626499" y="3546284"/>
                </a:lnTo>
                <a:lnTo>
                  <a:pt x="2653817" y="3546284"/>
                </a:lnTo>
                <a:lnTo>
                  <a:pt x="2636507" y="3533584"/>
                </a:lnTo>
                <a:close/>
              </a:path>
              <a:path w="3812540" h="3546475">
                <a:moveTo>
                  <a:pt x="2903054" y="3520884"/>
                </a:moveTo>
                <a:lnTo>
                  <a:pt x="2888348" y="3520884"/>
                </a:lnTo>
                <a:lnTo>
                  <a:pt x="2879851" y="3533584"/>
                </a:lnTo>
                <a:lnTo>
                  <a:pt x="2894558" y="3546284"/>
                </a:lnTo>
                <a:lnTo>
                  <a:pt x="2903054" y="3520884"/>
                </a:lnTo>
                <a:close/>
              </a:path>
              <a:path w="3812540" h="3546475">
                <a:moveTo>
                  <a:pt x="3057816" y="3533584"/>
                </a:moveTo>
                <a:lnTo>
                  <a:pt x="3044532" y="3533584"/>
                </a:lnTo>
                <a:lnTo>
                  <a:pt x="3036861" y="3546284"/>
                </a:lnTo>
                <a:lnTo>
                  <a:pt x="3050146" y="3546284"/>
                </a:lnTo>
                <a:lnTo>
                  <a:pt x="3057816" y="3533584"/>
                </a:lnTo>
                <a:close/>
              </a:path>
              <a:path w="3812540" h="3546475">
                <a:moveTo>
                  <a:pt x="3200768" y="3533584"/>
                </a:moveTo>
                <a:lnTo>
                  <a:pt x="3194062" y="3546284"/>
                </a:lnTo>
                <a:lnTo>
                  <a:pt x="3212401" y="3546284"/>
                </a:lnTo>
                <a:lnTo>
                  <a:pt x="3200768" y="3533584"/>
                </a:lnTo>
                <a:close/>
              </a:path>
              <a:path w="3812540" h="3546475">
                <a:moveTo>
                  <a:pt x="318903" y="3470084"/>
                </a:moveTo>
                <a:lnTo>
                  <a:pt x="295626" y="3508184"/>
                </a:lnTo>
                <a:lnTo>
                  <a:pt x="335944" y="3533584"/>
                </a:lnTo>
                <a:lnTo>
                  <a:pt x="359225" y="3495484"/>
                </a:lnTo>
                <a:lnTo>
                  <a:pt x="318903" y="3470084"/>
                </a:lnTo>
                <a:close/>
              </a:path>
              <a:path w="3812540" h="3546475">
                <a:moveTo>
                  <a:pt x="883170" y="3470084"/>
                </a:moveTo>
                <a:lnTo>
                  <a:pt x="863173" y="3508184"/>
                </a:lnTo>
                <a:lnTo>
                  <a:pt x="897806" y="3533584"/>
                </a:lnTo>
                <a:lnTo>
                  <a:pt x="917798" y="3495484"/>
                </a:lnTo>
                <a:lnTo>
                  <a:pt x="883170" y="3470084"/>
                </a:lnTo>
                <a:close/>
              </a:path>
              <a:path w="3812540" h="3546475">
                <a:moveTo>
                  <a:pt x="1039356" y="3482784"/>
                </a:moveTo>
                <a:lnTo>
                  <a:pt x="1020182" y="3520884"/>
                </a:lnTo>
                <a:lnTo>
                  <a:pt x="1053390" y="3533584"/>
                </a:lnTo>
                <a:lnTo>
                  <a:pt x="1072559" y="3508184"/>
                </a:lnTo>
                <a:lnTo>
                  <a:pt x="1039356" y="3482784"/>
                </a:lnTo>
                <a:close/>
              </a:path>
              <a:path w="3812540" h="3546475">
                <a:moveTo>
                  <a:pt x="1447431" y="3482784"/>
                </a:moveTo>
                <a:lnTo>
                  <a:pt x="1430731" y="3508184"/>
                </a:lnTo>
                <a:lnTo>
                  <a:pt x="1459661" y="3533584"/>
                </a:lnTo>
                <a:lnTo>
                  <a:pt x="1476374" y="3495484"/>
                </a:lnTo>
                <a:lnTo>
                  <a:pt x="1447431" y="3482784"/>
                </a:lnTo>
                <a:close/>
              </a:path>
              <a:path w="3812540" h="3546475">
                <a:moveTo>
                  <a:pt x="1603616" y="3495484"/>
                </a:moveTo>
                <a:lnTo>
                  <a:pt x="1587741" y="3520884"/>
                </a:lnTo>
                <a:lnTo>
                  <a:pt x="1615249" y="3533584"/>
                </a:lnTo>
                <a:lnTo>
                  <a:pt x="1631137" y="3508184"/>
                </a:lnTo>
                <a:lnTo>
                  <a:pt x="1603616" y="3495484"/>
                </a:lnTo>
                <a:close/>
              </a:path>
              <a:path w="3812540" h="3546475">
                <a:moveTo>
                  <a:pt x="2167889" y="3495484"/>
                </a:moveTo>
                <a:lnTo>
                  <a:pt x="2155291" y="3520884"/>
                </a:lnTo>
                <a:lnTo>
                  <a:pt x="2177110" y="3533584"/>
                </a:lnTo>
                <a:lnTo>
                  <a:pt x="2189708" y="3508184"/>
                </a:lnTo>
                <a:lnTo>
                  <a:pt x="2167889" y="3495484"/>
                </a:lnTo>
                <a:close/>
              </a:path>
              <a:path w="3812540" h="3546475">
                <a:moveTo>
                  <a:pt x="2732150" y="3508184"/>
                </a:moveTo>
                <a:lnTo>
                  <a:pt x="2722841" y="3520884"/>
                </a:lnTo>
                <a:lnTo>
                  <a:pt x="2738970" y="3533584"/>
                </a:lnTo>
                <a:lnTo>
                  <a:pt x="2748279" y="3520884"/>
                </a:lnTo>
                <a:lnTo>
                  <a:pt x="2732150" y="3508184"/>
                </a:lnTo>
                <a:close/>
              </a:path>
              <a:path w="3812540" h="3546475">
                <a:moveTo>
                  <a:pt x="6533" y="3444684"/>
                </a:moveTo>
                <a:lnTo>
                  <a:pt x="0" y="3457384"/>
                </a:lnTo>
                <a:lnTo>
                  <a:pt x="0" y="3508184"/>
                </a:lnTo>
                <a:lnTo>
                  <a:pt x="24779" y="3520884"/>
                </a:lnTo>
                <a:lnTo>
                  <a:pt x="49698" y="3470084"/>
                </a:lnTo>
                <a:lnTo>
                  <a:pt x="6533" y="3444684"/>
                </a:lnTo>
                <a:close/>
              </a:path>
              <a:path w="3812540" h="3546475">
                <a:moveTo>
                  <a:pt x="162718" y="3457384"/>
                </a:moveTo>
                <a:lnTo>
                  <a:pt x="138617" y="3495484"/>
                </a:lnTo>
                <a:lnTo>
                  <a:pt x="180365" y="3520884"/>
                </a:lnTo>
                <a:lnTo>
                  <a:pt x="204464" y="3482784"/>
                </a:lnTo>
                <a:lnTo>
                  <a:pt x="162718" y="3457384"/>
                </a:lnTo>
                <a:close/>
              </a:path>
              <a:path w="3812540" h="3546475">
                <a:moveTo>
                  <a:pt x="726986" y="3470084"/>
                </a:moveTo>
                <a:lnTo>
                  <a:pt x="706169" y="3508184"/>
                </a:lnTo>
                <a:lnTo>
                  <a:pt x="742220" y="3520884"/>
                </a:lnTo>
                <a:lnTo>
                  <a:pt x="763032" y="3482784"/>
                </a:lnTo>
                <a:lnTo>
                  <a:pt x="726986" y="3470084"/>
                </a:lnTo>
                <a:close/>
              </a:path>
              <a:path w="3812540" h="3546475">
                <a:moveTo>
                  <a:pt x="1291247" y="3470084"/>
                </a:moveTo>
                <a:lnTo>
                  <a:pt x="1273721" y="3508184"/>
                </a:lnTo>
                <a:lnTo>
                  <a:pt x="1304074" y="3520884"/>
                </a:lnTo>
                <a:lnTo>
                  <a:pt x="1321600" y="3495484"/>
                </a:lnTo>
                <a:lnTo>
                  <a:pt x="1291247" y="3470084"/>
                </a:lnTo>
                <a:close/>
              </a:path>
              <a:path w="3812540" h="3546475">
                <a:moveTo>
                  <a:pt x="1855508" y="3482784"/>
                </a:moveTo>
                <a:lnTo>
                  <a:pt x="1841271" y="3508184"/>
                </a:lnTo>
                <a:lnTo>
                  <a:pt x="1865934" y="3520884"/>
                </a:lnTo>
                <a:lnTo>
                  <a:pt x="1880184" y="3495484"/>
                </a:lnTo>
                <a:lnTo>
                  <a:pt x="1855508" y="3482784"/>
                </a:lnTo>
                <a:close/>
              </a:path>
              <a:path w="3812540" h="3546475">
                <a:moveTo>
                  <a:pt x="2011705" y="3495484"/>
                </a:moveTo>
                <a:lnTo>
                  <a:pt x="1998281" y="3508184"/>
                </a:lnTo>
                <a:lnTo>
                  <a:pt x="2021522" y="3520884"/>
                </a:lnTo>
                <a:lnTo>
                  <a:pt x="2034946" y="3508184"/>
                </a:lnTo>
                <a:lnTo>
                  <a:pt x="2011705" y="3495484"/>
                </a:lnTo>
                <a:close/>
              </a:path>
              <a:path w="3812540" h="3546475">
                <a:moveTo>
                  <a:pt x="2419781" y="3482784"/>
                </a:moveTo>
                <a:lnTo>
                  <a:pt x="2408821" y="3508184"/>
                </a:lnTo>
                <a:lnTo>
                  <a:pt x="2427795" y="3520884"/>
                </a:lnTo>
                <a:lnTo>
                  <a:pt x="2438755" y="3495484"/>
                </a:lnTo>
                <a:lnTo>
                  <a:pt x="2419781" y="3482784"/>
                </a:lnTo>
                <a:close/>
              </a:path>
              <a:path w="3812540" h="3546475">
                <a:moveTo>
                  <a:pt x="2575966" y="3495484"/>
                </a:moveTo>
                <a:lnTo>
                  <a:pt x="2565831" y="3520884"/>
                </a:lnTo>
                <a:lnTo>
                  <a:pt x="2583383" y="3520884"/>
                </a:lnTo>
                <a:lnTo>
                  <a:pt x="2593517" y="3508184"/>
                </a:lnTo>
                <a:lnTo>
                  <a:pt x="2575966" y="3495484"/>
                </a:lnTo>
                <a:close/>
              </a:path>
              <a:path w="3812540" h="3546475">
                <a:moveTo>
                  <a:pt x="2997517" y="3495484"/>
                </a:moveTo>
                <a:lnTo>
                  <a:pt x="2984004" y="3495484"/>
                </a:lnTo>
                <a:lnTo>
                  <a:pt x="2976194" y="3508184"/>
                </a:lnTo>
                <a:lnTo>
                  <a:pt x="2989719" y="3520884"/>
                </a:lnTo>
                <a:lnTo>
                  <a:pt x="2997517" y="3495484"/>
                </a:lnTo>
                <a:close/>
              </a:path>
              <a:path w="3812540" h="3546475">
                <a:moveTo>
                  <a:pt x="3152101" y="3508184"/>
                </a:moveTo>
                <a:lnTo>
                  <a:pt x="3140239" y="3508184"/>
                </a:lnTo>
                <a:lnTo>
                  <a:pt x="3133394" y="3520884"/>
                </a:lnTo>
                <a:lnTo>
                  <a:pt x="3145256" y="3520884"/>
                </a:lnTo>
                <a:lnTo>
                  <a:pt x="3152101" y="3508184"/>
                </a:lnTo>
                <a:close/>
              </a:path>
              <a:path w="3812540" h="3546475">
                <a:moveTo>
                  <a:pt x="414610" y="3444684"/>
                </a:moveTo>
                <a:lnTo>
                  <a:pt x="392146" y="3482784"/>
                </a:lnTo>
                <a:lnTo>
                  <a:pt x="431050" y="3508184"/>
                </a:lnTo>
                <a:lnTo>
                  <a:pt x="453509" y="3470084"/>
                </a:lnTo>
                <a:lnTo>
                  <a:pt x="414610" y="3444684"/>
                </a:lnTo>
                <a:close/>
              </a:path>
              <a:path w="3812540" h="3546475">
                <a:moveTo>
                  <a:pt x="570795" y="3457384"/>
                </a:moveTo>
                <a:lnTo>
                  <a:pt x="549155" y="3495484"/>
                </a:lnTo>
                <a:lnTo>
                  <a:pt x="586635" y="3508184"/>
                </a:lnTo>
                <a:lnTo>
                  <a:pt x="608270" y="3482784"/>
                </a:lnTo>
                <a:lnTo>
                  <a:pt x="570795" y="3457384"/>
                </a:lnTo>
                <a:close/>
              </a:path>
              <a:path w="3812540" h="3546475">
                <a:moveTo>
                  <a:pt x="978872" y="3457384"/>
                </a:moveTo>
                <a:lnTo>
                  <a:pt x="959698" y="3482784"/>
                </a:lnTo>
                <a:lnTo>
                  <a:pt x="992906" y="3508184"/>
                </a:lnTo>
                <a:lnTo>
                  <a:pt x="1012080" y="3470084"/>
                </a:lnTo>
                <a:lnTo>
                  <a:pt x="978872" y="3457384"/>
                </a:lnTo>
                <a:close/>
              </a:path>
              <a:path w="3812540" h="3546475">
                <a:moveTo>
                  <a:pt x="1135057" y="3457384"/>
                </a:moveTo>
                <a:lnTo>
                  <a:pt x="1116707" y="3495484"/>
                </a:lnTo>
                <a:lnTo>
                  <a:pt x="1148486" y="3508184"/>
                </a:lnTo>
                <a:lnTo>
                  <a:pt x="1166837" y="3482784"/>
                </a:lnTo>
                <a:lnTo>
                  <a:pt x="1135057" y="3457384"/>
                </a:lnTo>
                <a:close/>
              </a:path>
              <a:path w="3812540" h="3546475">
                <a:moveTo>
                  <a:pt x="1543088" y="3457384"/>
                </a:moveTo>
                <a:lnTo>
                  <a:pt x="1527060" y="3482784"/>
                </a:lnTo>
                <a:lnTo>
                  <a:pt x="1554822" y="3508184"/>
                </a:lnTo>
                <a:lnTo>
                  <a:pt x="1570837" y="3470084"/>
                </a:lnTo>
                <a:lnTo>
                  <a:pt x="1543088" y="3457384"/>
                </a:lnTo>
                <a:close/>
              </a:path>
              <a:path w="3812540" h="3546475">
                <a:moveTo>
                  <a:pt x="1699323" y="3470084"/>
                </a:moveTo>
                <a:lnTo>
                  <a:pt x="1684261" y="3495484"/>
                </a:lnTo>
                <a:lnTo>
                  <a:pt x="1710347" y="3508184"/>
                </a:lnTo>
                <a:lnTo>
                  <a:pt x="1725409" y="3482784"/>
                </a:lnTo>
                <a:lnTo>
                  <a:pt x="1699323" y="3470084"/>
                </a:lnTo>
                <a:close/>
              </a:path>
              <a:path w="3812540" h="3546475">
                <a:moveTo>
                  <a:pt x="2263597" y="3470084"/>
                </a:moveTo>
                <a:lnTo>
                  <a:pt x="2251811" y="3495484"/>
                </a:lnTo>
                <a:lnTo>
                  <a:pt x="2272207" y="3508184"/>
                </a:lnTo>
                <a:lnTo>
                  <a:pt x="2283993" y="3482784"/>
                </a:lnTo>
                <a:lnTo>
                  <a:pt x="2263597" y="3470084"/>
                </a:lnTo>
                <a:close/>
              </a:path>
              <a:path w="3812540" h="3546475">
                <a:moveTo>
                  <a:pt x="2827858" y="3482784"/>
                </a:moveTo>
                <a:lnTo>
                  <a:pt x="2819374" y="3495484"/>
                </a:lnTo>
                <a:lnTo>
                  <a:pt x="2834068" y="3508184"/>
                </a:lnTo>
                <a:lnTo>
                  <a:pt x="2842564" y="3495484"/>
                </a:lnTo>
                <a:lnTo>
                  <a:pt x="2827858" y="3482784"/>
                </a:lnTo>
                <a:close/>
              </a:path>
              <a:path w="3812540" h="3546475">
                <a:moveTo>
                  <a:pt x="102234" y="3419284"/>
                </a:moveTo>
                <a:lnTo>
                  <a:pt x="78134" y="3470084"/>
                </a:lnTo>
                <a:lnTo>
                  <a:pt x="119881" y="3495484"/>
                </a:lnTo>
                <a:lnTo>
                  <a:pt x="143981" y="3444684"/>
                </a:lnTo>
                <a:lnTo>
                  <a:pt x="102234" y="3419284"/>
                </a:lnTo>
                <a:close/>
              </a:path>
              <a:path w="3812540" h="3546475">
                <a:moveTo>
                  <a:pt x="258375" y="3431984"/>
                </a:moveTo>
                <a:lnTo>
                  <a:pt x="234955" y="3470084"/>
                </a:lnTo>
                <a:lnTo>
                  <a:pt x="275515" y="3495484"/>
                </a:lnTo>
                <a:lnTo>
                  <a:pt x="298931" y="3457384"/>
                </a:lnTo>
                <a:lnTo>
                  <a:pt x="258375" y="3431984"/>
                </a:lnTo>
                <a:close/>
              </a:path>
              <a:path w="3812540" h="3546475">
                <a:moveTo>
                  <a:pt x="822686" y="3444684"/>
                </a:moveTo>
                <a:lnTo>
                  <a:pt x="802694" y="3470084"/>
                </a:lnTo>
                <a:lnTo>
                  <a:pt x="837322" y="3495484"/>
                </a:lnTo>
                <a:lnTo>
                  <a:pt x="857314" y="3457384"/>
                </a:lnTo>
                <a:lnTo>
                  <a:pt x="822686" y="3444684"/>
                </a:lnTo>
                <a:close/>
              </a:path>
              <a:path w="3812540" h="3546475">
                <a:moveTo>
                  <a:pt x="1386903" y="3444684"/>
                </a:moveTo>
                <a:lnTo>
                  <a:pt x="1370063" y="3482784"/>
                </a:lnTo>
                <a:lnTo>
                  <a:pt x="1399222" y="3495484"/>
                </a:lnTo>
                <a:lnTo>
                  <a:pt x="1416075" y="3470084"/>
                </a:lnTo>
                <a:lnTo>
                  <a:pt x="1386903" y="3444684"/>
                </a:lnTo>
                <a:close/>
              </a:path>
              <a:path w="3812540" h="3546475">
                <a:moveTo>
                  <a:pt x="1951164" y="3457384"/>
                </a:moveTo>
                <a:lnTo>
                  <a:pt x="1937613" y="3482784"/>
                </a:lnTo>
                <a:lnTo>
                  <a:pt x="1961095" y="3495484"/>
                </a:lnTo>
                <a:lnTo>
                  <a:pt x="1974646" y="3470084"/>
                </a:lnTo>
                <a:lnTo>
                  <a:pt x="1951164" y="3457384"/>
                </a:lnTo>
                <a:close/>
              </a:path>
              <a:path w="3812540" h="3546475">
                <a:moveTo>
                  <a:pt x="2107361" y="3470084"/>
                </a:moveTo>
                <a:lnTo>
                  <a:pt x="2094610" y="3482784"/>
                </a:lnTo>
                <a:lnTo>
                  <a:pt x="2116683" y="3495484"/>
                </a:lnTo>
                <a:lnTo>
                  <a:pt x="2129408" y="3482784"/>
                </a:lnTo>
                <a:lnTo>
                  <a:pt x="2107361" y="3470084"/>
                </a:lnTo>
                <a:close/>
              </a:path>
              <a:path w="3812540" h="3546475">
                <a:moveTo>
                  <a:pt x="2515438" y="3457384"/>
                </a:moveTo>
                <a:lnTo>
                  <a:pt x="2505163" y="3482784"/>
                </a:lnTo>
                <a:lnTo>
                  <a:pt x="2522956" y="3495484"/>
                </a:lnTo>
                <a:lnTo>
                  <a:pt x="2533218" y="3470084"/>
                </a:lnTo>
                <a:lnTo>
                  <a:pt x="2515438" y="3457384"/>
                </a:lnTo>
                <a:close/>
              </a:path>
              <a:path w="3812540" h="3546475">
                <a:moveTo>
                  <a:pt x="2671622" y="3470084"/>
                </a:moveTo>
                <a:lnTo>
                  <a:pt x="2662173" y="3482784"/>
                </a:lnTo>
                <a:lnTo>
                  <a:pt x="2678544" y="3495484"/>
                </a:lnTo>
                <a:lnTo>
                  <a:pt x="2687992" y="3482784"/>
                </a:lnTo>
                <a:lnTo>
                  <a:pt x="2671622" y="3470084"/>
                </a:lnTo>
                <a:close/>
              </a:path>
              <a:path w="3812540" h="3546475">
                <a:moveTo>
                  <a:pt x="3246564" y="3482784"/>
                </a:moveTo>
                <a:lnTo>
                  <a:pt x="3235896" y="3482784"/>
                </a:lnTo>
                <a:lnTo>
                  <a:pt x="3229724" y="3495484"/>
                </a:lnTo>
                <a:lnTo>
                  <a:pt x="3240404" y="3495484"/>
                </a:lnTo>
                <a:lnTo>
                  <a:pt x="3246564" y="3482784"/>
                </a:lnTo>
                <a:close/>
              </a:path>
              <a:path w="3812540" h="3546475">
                <a:moveTo>
                  <a:pt x="510261" y="3419284"/>
                </a:moveTo>
                <a:lnTo>
                  <a:pt x="488488" y="3457384"/>
                </a:lnTo>
                <a:lnTo>
                  <a:pt x="526201" y="3482784"/>
                </a:lnTo>
                <a:lnTo>
                  <a:pt x="547975" y="3444684"/>
                </a:lnTo>
                <a:lnTo>
                  <a:pt x="510261" y="3419284"/>
                </a:lnTo>
                <a:close/>
              </a:path>
              <a:path w="3812540" h="3546475">
                <a:moveTo>
                  <a:pt x="666447" y="3431984"/>
                </a:moveTo>
                <a:lnTo>
                  <a:pt x="645497" y="3470084"/>
                </a:lnTo>
                <a:lnTo>
                  <a:pt x="681786" y="3482784"/>
                </a:lnTo>
                <a:lnTo>
                  <a:pt x="702736" y="3457384"/>
                </a:lnTo>
                <a:lnTo>
                  <a:pt x="666447" y="3431984"/>
                </a:lnTo>
                <a:close/>
              </a:path>
              <a:path w="3812540" h="3546475">
                <a:moveTo>
                  <a:pt x="1074524" y="3431984"/>
                </a:moveTo>
                <a:lnTo>
                  <a:pt x="1056039" y="3457384"/>
                </a:lnTo>
                <a:lnTo>
                  <a:pt x="1088057" y="3482784"/>
                </a:lnTo>
                <a:lnTo>
                  <a:pt x="1106542" y="3444684"/>
                </a:lnTo>
                <a:lnTo>
                  <a:pt x="1074524" y="3431984"/>
                </a:lnTo>
                <a:close/>
              </a:path>
              <a:path w="3812540" h="3546475">
                <a:moveTo>
                  <a:pt x="1230709" y="3431984"/>
                </a:moveTo>
                <a:lnTo>
                  <a:pt x="1213048" y="3470084"/>
                </a:lnTo>
                <a:lnTo>
                  <a:pt x="1243642" y="3482784"/>
                </a:lnTo>
                <a:lnTo>
                  <a:pt x="1261308" y="3457384"/>
                </a:lnTo>
                <a:lnTo>
                  <a:pt x="1230709" y="3431984"/>
                </a:lnTo>
                <a:close/>
              </a:path>
              <a:path w="3812540" h="3546475">
                <a:moveTo>
                  <a:pt x="1794979" y="3444684"/>
                </a:moveTo>
                <a:lnTo>
                  <a:pt x="1780603" y="3470084"/>
                </a:lnTo>
                <a:lnTo>
                  <a:pt x="1805508" y="3482784"/>
                </a:lnTo>
                <a:lnTo>
                  <a:pt x="1819884" y="3457384"/>
                </a:lnTo>
                <a:lnTo>
                  <a:pt x="1794979" y="3444684"/>
                </a:lnTo>
                <a:close/>
              </a:path>
              <a:path w="3812540" h="3546475">
                <a:moveTo>
                  <a:pt x="2378455" y="3457384"/>
                </a:moveTo>
                <a:lnTo>
                  <a:pt x="2359253" y="3457384"/>
                </a:lnTo>
                <a:lnTo>
                  <a:pt x="2348153" y="3470084"/>
                </a:lnTo>
                <a:lnTo>
                  <a:pt x="2367368" y="3482784"/>
                </a:lnTo>
                <a:lnTo>
                  <a:pt x="2378455" y="3457384"/>
                </a:lnTo>
                <a:close/>
              </a:path>
              <a:path w="3812540" h="3546475">
                <a:moveTo>
                  <a:pt x="2923514" y="3457384"/>
                </a:moveTo>
                <a:lnTo>
                  <a:pt x="2915716" y="3470084"/>
                </a:lnTo>
                <a:lnTo>
                  <a:pt x="2929229" y="3482784"/>
                </a:lnTo>
                <a:lnTo>
                  <a:pt x="2937039" y="3470084"/>
                </a:lnTo>
                <a:lnTo>
                  <a:pt x="2923514" y="3457384"/>
                </a:lnTo>
                <a:close/>
              </a:path>
              <a:path w="3812540" h="3546475">
                <a:moveTo>
                  <a:pt x="3091802" y="3470084"/>
                </a:moveTo>
                <a:lnTo>
                  <a:pt x="3079699" y="3470084"/>
                </a:lnTo>
                <a:lnTo>
                  <a:pt x="3072714" y="3482784"/>
                </a:lnTo>
                <a:lnTo>
                  <a:pt x="3084817" y="3482784"/>
                </a:lnTo>
                <a:lnTo>
                  <a:pt x="3091802" y="3470084"/>
                </a:lnTo>
                <a:close/>
              </a:path>
              <a:path w="3812540" h="3546475">
                <a:moveTo>
                  <a:pt x="354077" y="3406584"/>
                </a:moveTo>
                <a:lnTo>
                  <a:pt x="331480" y="3444684"/>
                </a:lnTo>
                <a:lnTo>
                  <a:pt x="370616" y="3470084"/>
                </a:lnTo>
                <a:lnTo>
                  <a:pt x="393213" y="3431984"/>
                </a:lnTo>
                <a:lnTo>
                  <a:pt x="354077" y="3406584"/>
                </a:lnTo>
                <a:close/>
              </a:path>
              <a:path w="3812540" h="3546475">
                <a:moveTo>
                  <a:pt x="918339" y="3419284"/>
                </a:moveTo>
                <a:lnTo>
                  <a:pt x="899030" y="3444684"/>
                </a:lnTo>
                <a:lnTo>
                  <a:pt x="932472" y="3470084"/>
                </a:lnTo>
                <a:lnTo>
                  <a:pt x="951781" y="3431984"/>
                </a:lnTo>
                <a:lnTo>
                  <a:pt x="918339" y="3419284"/>
                </a:lnTo>
                <a:close/>
              </a:path>
              <a:path w="3812540" h="3546475">
                <a:moveTo>
                  <a:pt x="1482559" y="3419284"/>
                </a:moveTo>
                <a:lnTo>
                  <a:pt x="1466392" y="3457384"/>
                </a:lnTo>
                <a:lnTo>
                  <a:pt x="1494383" y="3470084"/>
                </a:lnTo>
                <a:lnTo>
                  <a:pt x="1510537" y="3444684"/>
                </a:lnTo>
                <a:lnTo>
                  <a:pt x="1482559" y="3419284"/>
                </a:lnTo>
                <a:close/>
              </a:path>
              <a:path w="3812540" h="3546475">
                <a:moveTo>
                  <a:pt x="1638795" y="3431984"/>
                </a:moveTo>
                <a:lnTo>
                  <a:pt x="1623593" y="3457384"/>
                </a:lnTo>
                <a:lnTo>
                  <a:pt x="1649920" y="3470084"/>
                </a:lnTo>
                <a:lnTo>
                  <a:pt x="1665122" y="3444684"/>
                </a:lnTo>
                <a:lnTo>
                  <a:pt x="1638795" y="3431984"/>
                </a:lnTo>
                <a:close/>
              </a:path>
              <a:path w="3812540" h="3546475">
                <a:moveTo>
                  <a:pt x="2046820" y="3431984"/>
                </a:moveTo>
                <a:lnTo>
                  <a:pt x="2033955" y="3457384"/>
                </a:lnTo>
                <a:lnTo>
                  <a:pt x="2056244" y="3470084"/>
                </a:lnTo>
                <a:lnTo>
                  <a:pt x="2069121" y="3444684"/>
                </a:lnTo>
                <a:lnTo>
                  <a:pt x="2046820" y="3431984"/>
                </a:lnTo>
                <a:close/>
              </a:path>
              <a:path w="3812540" h="3546475">
                <a:moveTo>
                  <a:pt x="2203056" y="3444684"/>
                </a:moveTo>
                <a:lnTo>
                  <a:pt x="2191143" y="3457384"/>
                </a:lnTo>
                <a:lnTo>
                  <a:pt x="2211781" y="3470084"/>
                </a:lnTo>
                <a:lnTo>
                  <a:pt x="2223693" y="3457384"/>
                </a:lnTo>
                <a:lnTo>
                  <a:pt x="2203056" y="3444684"/>
                </a:lnTo>
                <a:close/>
              </a:path>
              <a:path w="3812540" h="3546475">
                <a:moveTo>
                  <a:pt x="2767329" y="3444684"/>
                </a:moveTo>
                <a:lnTo>
                  <a:pt x="2758693" y="3457384"/>
                </a:lnTo>
                <a:lnTo>
                  <a:pt x="2773641" y="3470084"/>
                </a:lnTo>
                <a:lnTo>
                  <a:pt x="2782265" y="3457384"/>
                </a:lnTo>
                <a:lnTo>
                  <a:pt x="2767329" y="3444684"/>
                </a:lnTo>
                <a:close/>
              </a:path>
              <a:path w="3812540" h="3546475">
                <a:moveTo>
                  <a:pt x="41701" y="3393884"/>
                </a:moveTo>
                <a:lnTo>
                  <a:pt x="17462" y="3431984"/>
                </a:lnTo>
                <a:lnTo>
                  <a:pt x="59446" y="3457384"/>
                </a:lnTo>
                <a:lnTo>
                  <a:pt x="83686" y="3419284"/>
                </a:lnTo>
                <a:lnTo>
                  <a:pt x="41701" y="3393884"/>
                </a:lnTo>
                <a:close/>
              </a:path>
              <a:path w="3812540" h="3546475">
                <a:moveTo>
                  <a:pt x="197836" y="3393884"/>
                </a:moveTo>
                <a:lnTo>
                  <a:pt x="174282" y="3444684"/>
                </a:lnTo>
                <a:lnTo>
                  <a:pt x="215080" y="3457384"/>
                </a:lnTo>
                <a:lnTo>
                  <a:pt x="238635" y="3419284"/>
                </a:lnTo>
                <a:lnTo>
                  <a:pt x="197836" y="3393884"/>
                </a:lnTo>
                <a:close/>
              </a:path>
              <a:path w="3812540" h="3546475">
                <a:moveTo>
                  <a:pt x="605919" y="3393884"/>
                </a:moveTo>
                <a:lnTo>
                  <a:pt x="584824" y="3431984"/>
                </a:lnTo>
                <a:lnTo>
                  <a:pt x="621352" y="3457384"/>
                </a:lnTo>
                <a:lnTo>
                  <a:pt x="642440" y="3419284"/>
                </a:lnTo>
                <a:lnTo>
                  <a:pt x="605919" y="3393884"/>
                </a:lnTo>
                <a:close/>
              </a:path>
              <a:path w="3812540" h="3546475">
                <a:moveTo>
                  <a:pt x="762153" y="3406584"/>
                </a:moveTo>
                <a:lnTo>
                  <a:pt x="742022" y="3444684"/>
                </a:lnTo>
                <a:lnTo>
                  <a:pt x="776888" y="3457384"/>
                </a:lnTo>
                <a:lnTo>
                  <a:pt x="797018" y="3431984"/>
                </a:lnTo>
                <a:lnTo>
                  <a:pt x="762153" y="3406584"/>
                </a:lnTo>
                <a:close/>
              </a:path>
              <a:path w="3812540" h="3546475">
                <a:moveTo>
                  <a:pt x="1170180" y="3406584"/>
                </a:moveTo>
                <a:lnTo>
                  <a:pt x="1152376" y="3431984"/>
                </a:lnTo>
                <a:lnTo>
                  <a:pt x="1183213" y="3457384"/>
                </a:lnTo>
                <a:lnTo>
                  <a:pt x="1201013" y="3419284"/>
                </a:lnTo>
                <a:lnTo>
                  <a:pt x="1170180" y="3406584"/>
                </a:lnTo>
                <a:close/>
              </a:path>
              <a:path w="3812540" h="3546475">
                <a:moveTo>
                  <a:pt x="1326413" y="3419284"/>
                </a:moveTo>
                <a:lnTo>
                  <a:pt x="1309573" y="3444684"/>
                </a:lnTo>
                <a:lnTo>
                  <a:pt x="1338745" y="3457384"/>
                </a:lnTo>
                <a:lnTo>
                  <a:pt x="1355585" y="3431984"/>
                </a:lnTo>
                <a:lnTo>
                  <a:pt x="1326413" y="3419284"/>
                </a:lnTo>
                <a:close/>
              </a:path>
              <a:path w="3812540" h="3546475">
                <a:moveTo>
                  <a:pt x="1890687" y="3419284"/>
                </a:moveTo>
                <a:lnTo>
                  <a:pt x="1877123" y="3444684"/>
                </a:lnTo>
                <a:lnTo>
                  <a:pt x="1900605" y="3457384"/>
                </a:lnTo>
                <a:lnTo>
                  <a:pt x="1914156" y="3431984"/>
                </a:lnTo>
                <a:lnTo>
                  <a:pt x="1890687" y="3419284"/>
                </a:lnTo>
                <a:close/>
              </a:path>
              <a:path w="3812540" h="3546475">
                <a:moveTo>
                  <a:pt x="2472931" y="3431984"/>
                </a:moveTo>
                <a:lnTo>
                  <a:pt x="2454897" y="3431984"/>
                </a:lnTo>
                <a:lnTo>
                  <a:pt x="2444495" y="3444684"/>
                </a:lnTo>
                <a:lnTo>
                  <a:pt x="2462517" y="3457384"/>
                </a:lnTo>
                <a:lnTo>
                  <a:pt x="2472931" y="3431984"/>
                </a:lnTo>
                <a:close/>
              </a:path>
              <a:path w="3812540" h="3546475">
                <a:moveTo>
                  <a:pt x="2611094" y="3431984"/>
                </a:moveTo>
                <a:lnTo>
                  <a:pt x="2601505" y="3457384"/>
                </a:lnTo>
                <a:lnTo>
                  <a:pt x="2618104" y="3457384"/>
                </a:lnTo>
                <a:lnTo>
                  <a:pt x="2627693" y="3444684"/>
                </a:lnTo>
                <a:lnTo>
                  <a:pt x="2611094" y="3431984"/>
                </a:lnTo>
                <a:close/>
              </a:path>
              <a:path w="3812540" h="3546475">
                <a:moveTo>
                  <a:pt x="3019170" y="3431984"/>
                </a:moveTo>
                <a:lnTo>
                  <a:pt x="3012046" y="3444684"/>
                </a:lnTo>
                <a:lnTo>
                  <a:pt x="3024390" y="3457384"/>
                </a:lnTo>
                <a:lnTo>
                  <a:pt x="3031502" y="3444684"/>
                </a:lnTo>
                <a:lnTo>
                  <a:pt x="3019170" y="3431984"/>
                </a:lnTo>
                <a:close/>
              </a:path>
              <a:path w="3812540" h="3546475">
                <a:moveTo>
                  <a:pt x="3186086" y="3444684"/>
                </a:moveTo>
                <a:lnTo>
                  <a:pt x="3175406" y="3444684"/>
                </a:lnTo>
                <a:lnTo>
                  <a:pt x="3169246" y="3457384"/>
                </a:lnTo>
                <a:lnTo>
                  <a:pt x="3179927" y="3457384"/>
                </a:lnTo>
                <a:lnTo>
                  <a:pt x="3186086" y="3444684"/>
                </a:lnTo>
                <a:close/>
              </a:path>
              <a:path w="3812540" h="3546475">
                <a:moveTo>
                  <a:pt x="449728" y="3381184"/>
                </a:moveTo>
                <a:lnTo>
                  <a:pt x="427821" y="3419284"/>
                </a:lnTo>
                <a:lnTo>
                  <a:pt x="465767" y="3444684"/>
                </a:lnTo>
                <a:lnTo>
                  <a:pt x="487679" y="3406584"/>
                </a:lnTo>
                <a:lnTo>
                  <a:pt x="449728" y="3381184"/>
                </a:lnTo>
                <a:close/>
              </a:path>
              <a:path w="3812540" h="3546475">
                <a:moveTo>
                  <a:pt x="1013990" y="3393884"/>
                </a:moveTo>
                <a:lnTo>
                  <a:pt x="995367" y="3419284"/>
                </a:lnTo>
                <a:lnTo>
                  <a:pt x="1027622" y="3444684"/>
                </a:lnTo>
                <a:lnTo>
                  <a:pt x="1046251" y="3406584"/>
                </a:lnTo>
                <a:lnTo>
                  <a:pt x="1013990" y="3393884"/>
                </a:lnTo>
                <a:close/>
              </a:path>
              <a:path w="3812540" h="3546475">
                <a:moveTo>
                  <a:pt x="1578254" y="3393884"/>
                </a:moveTo>
                <a:lnTo>
                  <a:pt x="1562912" y="3419284"/>
                </a:lnTo>
                <a:lnTo>
                  <a:pt x="1589481" y="3444684"/>
                </a:lnTo>
                <a:lnTo>
                  <a:pt x="1604822" y="3419284"/>
                </a:lnTo>
                <a:lnTo>
                  <a:pt x="1578254" y="3393884"/>
                </a:lnTo>
                <a:close/>
              </a:path>
              <a:path w="3812540" h="3546475">
                <a:moveTo>
                  <a:pt x="1734438" y="3406584"/>
                </a:moveTo>
                <a:lnTo>
                  <a:pt x="1719922" y="3431984"/>
                </a:lnTo>
                <a:lnTo>
                  <a:pt x="1745068" y="3444684"/>
                </a:lnTo>
                <a:lnTo>
                  <a:pt x="1759584" y="3419284"/>
                </a:lnTo>
                <a:lnTo>
                  <a:pt x="1734438" y="3406584"/>
                </a:lnTo>
                <a:close/>
              </a:path>
              <a:path w="3812540" h="3546475">
                <a:moveTo>
                  <a:pt x="2142527" y="3406584"/>
                </a:moveTo>
                <a:lnTo>
                  <a:pt x="2130475" y="3431984"/>
                </a:lnTo>
                <a:lnTo>
                  <a:pt x="2151354" y="3444684"/>
                </a:lnTo>
                <a:lnTo>
                  <a:pt x="2163394" y="3419284"/>
                </a:lnTo>
                <a:lnTo>
                  <a:pt x="2142527" y="3406584"/>
                </a:lnTo>
                <a:close/>
              </a:path>
              <a:path w="3812540" h="3546475">
                <a:moveTo>
                  <a:pt x="2298712" y="3419284"/>
                </a:moveTo>
                <a:lnTo>
                  <a:pt x="2287485" y="3431984"/>
                </a:lnTo>
                <a:lnTo>
                  <a:pt x="2306929" y="3444684"/>
                </a:lnTo>
                <a:lnTo>
                  <a:pt x="2318168" y="3431984"/>
                </a:lnTo>
                <a:lnTo>
                  <a:pt x="2298712" y="3419284"/>
                </a:lnTo>
                <a:close/>
              </a:path>
              <a:path w="3812540" h="3546475">
                <a:moveTo>
                  <a:pt x="2862986" y="3419284"/>
                </a:moveTo>
                <a:lnTo>
                  <a:pt x="2855036" y="3431984"/>
                </a:lnTo>
                <a:lnTo>
                  <a:pt x="2868790" y="3444684"/>
                </a:lnTo>
                <a:lnTo>
                  <a:pt x="2876740" y="3431984"/>
                </a:lnTo>
                <a:lnTo>
                  <a:pt x="2862986" y="3419284"/>
                </a:lnTo>
                <a:close/>
              </a:path>
              <a:path w="3812540" h="3546475">
                <a:moveTo>
                  <a:pt x="137358" y="3368484"/>
                </a:moveTo>
                <a:lnTo>
                  <a:pt x="113798" y="3406584"/>
                </a:lnTo>
                <a:lnTo>
                  <a:pt x="154597" y="3431984"/>
                </a:lnTo>
                <a:lnTo>
                  <a:pt x="178151" y="3393884"/>
                </a:lnTo>
                <a:lnTo>
                  <a:pt x="137358" y="3368484"/>
                </a:lnTo>
                <a:close/>
              </a:path>
              <a:path w="3812540" h="3546475">
                <a:moveTo>
                  <a:pt x="293543" y="3368484"/>
                </a:moveTo>
                <a:lnTo>
                  <a:pt x="270812" y="3419284"/>
                </a:lnTo>
                <a:lnTo>
                  <a:pt x="310182" y="3431984"/>
                </a:lnTo>
                <a:lnTo>
                  <a:pt x="332919" y="3393884"/>
                </a:lnTo>
                <a:lnTo>
                  <a:pt x="293543" y="3368484"/>
                </a:lnTo>
                <a:close/>
              </a:path>
              <a:path w="3812540" h="3546475">
                <a:moveTo>
                  <a:pt x="701620" y="3368484"/>
                </a:moveTo>
                <a:lnTo>
                  <a:pt x="681354" y="3406584"/>
                </a:lnTo>
                <a:lnTo>
                  <a:pt x="716459" y="3431984"/>
                </a:lnTo>
                <a:lnTo>
                  <a:pt x="736724" y="3393884"/>
                </a:lnTo>
                <a:lnTo>
                  <a:pt x="701620" y="3368484"/>
                </a:lnTo>
                <a:close/>
              </a:path>
              <a:path w="3812540" h="3546475">
                <a:moveTo>
                  <a:pt x="857806" y="3381184"/>
                </a:moveTo>
                <a:lnTo>
                  <a:pt x="838358" y="3419284"/>
                </a:lnTo>
                <a:lnTo>
                  <a:pt x="872039" y="3431984"/>
                </a:lnTo>
                <a:lnTo>
                  <a:pt x="891485" y="3406584"/>
                </a:lnTo>
                <a:lnTo>
                  <a:pt x="857806" y="3381184"/>
                </a:lnTo>
                <a:close/>
              </a:path>
              <a:path w="3812540" h="3546475">
                <a:moveTo>
                  <a:pt x="1422069" y="3393884"/>
                </a:moveTo>
                <a:lnTo>
                  <a:pt x="1405915" y="3419284"/>
                </a:lnTo>
                <a:lnTo>
                  <a:pt x="1433893" y="3431984"/>
                </a:lnTo>
                <a:lnTo>
                  <a:pt x="1450060" y="3406584"/>
                </a:lnTo>
                <a:lnTo>
                  <a:pt x="1422069" y="3393884"/>
                </a:lnTo>
                <a:close/>
              </a:path>
              <a:path w="3812540" h="3546475">
                <a:moveTo>
                  <a:pt x="1986343" y="3393884"/>
                </a:moveTo>
                <a:lnTo>
                  <a:pt x="1973465" y="3419284"/>
                </a:lnTo>
                <a:lnTo>
                  <a:pt x="1995754" y="3431984"/>
                </a:lnTo>
                <a:lnTo>
                  <a:pt x="2008631" y="3406584"/>
                </a:lnTo>
                <a:lnTo>
                  <a:pt x="1986343" y="3393884"/>
                </a:lnTo>
                <a:close/>
              </a:path>
              <a:path w="3812540" h="3546475">
                <a:moveTo>
                  <a:pt x="2567393" y="3406584"/>
                </a:moveTo>
                <a:lnTo>
                  <a:pt x="2550553" y="3406584"/>
                </a:lnTo>
                <a:lnTo>
                  <a:pt x="2540838" y="3419284"/>
                </a:lnTo>
                <a:lnTo>
                  <a:pt x="2557678" y="3431984"/>
                </a:lnTo>
                <a:lnTo>
                  <a:pt x="2567393" y="3406584"/>
                </a:lnTo>
                <a:close/>
              </a:path>
              <a:path w="3812540" h="3546475">
                <a:moveTo>
                  <a:pt x="2721978" y="3419284"/>
                </a:moveTo>
                <a:lnTo>
                  <a:pt x="2706788" y="3419284"/>
                </a:lnTo>
                <a:lnTo>
                  <a:pt x="2698025" y="3431984"/>
                </a:lnTo>
                <a:lnTo>
                  <a:pt x="2713215" y="3431984"/>
                </a:lnTo>
                <a:lnTo>
                  <a:pt x="2721978" y="3419284"/>
                </a:lnTo>
                <a:close/>
              </a:path>
              <a:path w="3812540" h="3546475">
                <a:moveTo>
                  <a:pt x="3114878" y="3406584"/>
                </a:moveTo>
                <a:lnTo>
                  <a:pt x="3108578" y="3419284"/>
                </a:lnTo>
                <a:lnTo>
                  <a:pt x="3119488" y="3431984"/>
                </a:lnTo>
                <a:lnTo>
                  <a:pt x="3125787" y="3419284"/>
                </a:lnTo>
                <a:lnTo>
                  <a:pt x="3114878" y="3406584"/>
                </a:lnTo>
                <a:close/>
              </a:path>
              <a:path w="3812540" h="3546475">
                <a:moveTo>
                  <a:pt x="0" y="3368484"/>
                </a:moveTo>
                <a:lnTo>
                  <a:pt x="0" y="3419284"/>
                </a:lnTo>
                <a:lnTo>
                  <a:pt x="23385" y="3381184"/>
                </a:lnTo>
                <a:lnTo>
                  <a:pt x="0" y="3368484"/>
                </a:lnTo>
                <a:close/>
              </a:path>
              <a:path w="3812540" h="3546475">
                <a:moveTo>
                  <a:pt x="545435" y="3355784"/>
                </a:moveTo>
                <a:lnTo>
                  <a:pt x="524341" y="3393884"/>
                </a:lnTo>
                <a:lnTo>
                  <a:pt x="560873" y="3419284"/>
                </a:lnTo>
                <a:lnTo>
                  <a:pt x="581957" y="3381184"/>
                </a:lnTo>
                <a:lnTo>
                  <a:pt x="545435" y="3355784"/>
                </a:lnTo>
                <a:close/>
              </a:path>
              <a:path w="3812540" h="3546475">
                <a:moveTo>
                  <a:pt x="1109647" y="3368484"/>
                </a:moveTo>
                <a:lnTo>
                  <a:pt x="1091708" y="3393884"/>
                </a:lnTo>
                <a:lnTo>
                  <a:pt x="1122779" y="3419284"/>
                </a:lnTo>
                <a:lnTo>
                  <a:pt x="1140717" y="3381184"/>
                </a:lnTo>
                <a:lnTo>
                  <a:pt x="1109647" y="3368484"/>
                </a:lnTo>
                <a:close/>
              </a:path>
              <a:path w="3812540" h="3546475">
                <a:moveTo>
                  <a:pt x="1265882" y="3381184"/>
                </a:moveTo>
                <a:lnTo>
                  <a:pt x="1248901" y="3406584"/>
                </a:lnTo>
                <a:lnTo>
                  <a:pt x="1278318" y="3419284"/>
                </a:lnTo>
                <a:lnTo>
                  <a:pt x="1295285" y="3393884"/>
                </a:lnTo>
                <a:lnTo>
                  <a:pt x="1265882" y="3381184"/>
                </a:lnTo>
                <a:close/>
              </a:path>
              <a:path w="3812540" h="3546475">
                <a:moveTo>
                  <a:pt x="1673910" y="3368484"/>
                </a:moveTo>
                <a:lnTo>
                  <a:pt x="1659254" y="3393884"/>
                </a:lnTo>
                <a:lnTo>
                  <a:pt x="1684642" y="3419284"/>
                </a:lnTo>
                <a:lnTo>
                  <a:pt x="1699285" y="3393884"/>
                </a:lnTo>
                <a:lnTo>
                  <a:pt x="1673910" y="3368484"/>
                </a:lnTo>
                <a:close/>
              </a:path>
              <a:path w="3812540" h="3546475">
                <a:moveTo>
                  <a:pt x="1830146" y="3381184"/>
                </a:moveTo>
                <a:lnTo>
                  <a:pt x="1816455" y="3406584"/>
                </a:lnTo>
                <a:lnTo>
                  <a:pt x="1840179" y="3419284"/>
                </a:lnTo>
                <a:lnTo>
                  <a:pt x="1853869" y="3393884"/>
                </a:lnTo>
                <a:lnTo>
                  <a:pt x="1830146" y="3381184"/>
                </a:lnTo>
                <a:close/>
              </a:path>
              <a:path w="3812540" h="3546475">
                <a:moveTo>
                  <a:pt x="2394419" y="3393884"/>
                </a:moveTo>
                <a:lnTo>
                  <a:pt x="2384018" y="3406584"/>
                </a:lnTo>
                <a:lnTo>
                  <a:pt x="2402039" y="3419284"/>
                </a:lnTo>
                <a:lnTo>
                  <a:pt x="2412441" y="3406584"/>
                </a:lnTo>
                <a:lnTo>
                  <a:pt x="2394419" y="3393884"/>
                </a:lnTo>
                <a:close/>
              </a:path>
              <a:path w="3812540" h="3546475">
                <a:moveTo>
                  <a:pt x="2958642" y="3393884"/>
                </a:moveTo>
                <a:lnTo>
                  <a:pt x="2951378" y="3406584"/>
                </a:lnTo>
                <a:lnTo>
                  <a:pt x="2963951" y="3419284"/>
                </a:lnTo>
                <a:lnTo>
                  <a:pt x="2971215" y="3406584"/>
                </a:lnTo>
                <a:lnTo>
                  <a:pt x="2958642" y="3393884"/>
                </a:lnTo>
                <a:close/>
              </a:path>
              <a:path w="3812540" h="3546475">
                <a:moveTo>
                  <a:pt x="233010" y="3343084"/>
                </a:moveTo>
                <a:lnTo>
                  <a:pt x="210140" y="3381184"/>
                </a:lnTo>
                <a:lnTo>
                  <a:pt x="249753" y="3406584"/>
                </a:lnTo>
                <a:lnTo>
                  <a:pt x="272618" y="3368484"/>
                </a:lnTo>
                <a:lnTo>
                  <a:pt x="233010" y="3343084"/>
                </a:lnTo>
                <a:close/>
              </a:path>
              <a:path w="3812540" h="3546475">
                <a:moveTo>
                  <a:pt x="389244" y="3355784"/>
                </a:moveTo>
                <a:lnTo>
                  <a:pt x="367337" y="3393884"/>
                </a:lnTo>
                <a:lnTo>
                  <a:pt x="405283" y="3406584"/>
                </a:lnTo>
                <a:lnTo>
                  <a:pt x="427196" y="3368484"/>
                </a:lnTo>
                <a:lnTo>
                  <a:pt x="389244" y="3355784"/>
                </a:lnTo>
                <a:close/>
              </a:path>
              <a:path w="3812540" h="3546475">
                <a:moveTo>
                  <a:pt x="953507" y="3355784"/>
                </a:moveTo>
                <a:lnTo>
                  <a:pt x="934883" y="3393884"/>
                </a:lnTo>
                <a:lnTo>
                  <a:pt x="967139" y="3406584"/>
                </a:lnTo>
                <a:lnTo>
                  <a:pt x="985767" y="3381184"/>
                </a:lnTo>
                <a:lnTo>
                  <a:pt x="953507" y="3355784"/>
                </a:lnTo>
                <a:close/>
              </a:path>
              <a:path w="3812540" h="3546475">
                <a:moveTo>
                  <a:pt x="1517726" y="3368484"/>
                </a:moveTo>
                <a:lnTo>
                  <a:pt x="1502257" y="3393884"/>
                </a:lnTo>
                <a:lnTo>
                  <a:pt x="1529054" y="3406584"/>
                </a:lnTo>
                <a:lnTo>
                  <a:pt x="1544523" y="3381184"/>
                </a:lnTo>
                <a:lnTo>
                  <a:pt x="1517726" y="3368484"/>
                </a:lnTo>
                <a:close/>
              </a:path>
              <a:path w="3812540" h="3546475">
                <a:moveTo>
                  <a:pt x="2081987" y="3368484"/>
                </a:moveTo>
                <a:lnTo>
                  <a:pt x="2069807" y="3393884"/>
                </a:lnTo>
                <a:lnTo>
                  <a:pt x="2090915" y="3406584"/>
                </a:lnTo>
                <a:lnTo>
                  <a:pt x="2103094" y="3381184"/>
                </a:lnTo>
                <a:lnTo>
                  <a:pt x="2081987" y="3368484"/>
                </a:lnTo>
                <a:close/>
              </a:path>
              <a:path w="3812540" h="3546475">
                <a:moveTo>
                  <a:pt x="2238235" y="3381184"/>
                </a:moveTo>
                <a:lnTo>
                  <a:pt x="2226995" y="3406584"/>
                </a:lnTo>
                <a:lnTo>
                  <a:pt x="2246452" y="3406584"/>
                </a:lnTo>
                <a:lnTo>
                  <a:pt x="2257678" y="3393884"/>
                </a:lnTo>
                <a:lnTo>
                  <a:pt x="2238235" y="3381184"/>
                </a:lnTo>
                <a:close/>
              </a:path>
              <a:path w="3812540" h="3546475">
                <a:moveTo>
                  <a:pt x="2661678" y="3381184"/>
                </a:moveTo>
                <a:lnTo>
                  <a:pt x="2646260" y="3381184"/>
                </a:lnTo>
                <a:lnTo>
                  <a:pt x="2637358" y="3393884"/>
                </a:lnTo>
                <a:lnTo>
                  <a:pt x="2652775" y="3406584"/>
                </a:lnTo>
                <a:lnTo>
                  <a:pt x="2661678" y="3381184"/>
                </a:lnTo>
                <a:close/>
              </a:path>
              <a:path w="3812540" h="3546475">
                <a:moveTo>
                  <a:pt x="2816440" y="3393884"/>
                </a:moveTo>
                <a:lnTo>
                  <a:pt x="2802445" y="3393884"/>
                </a:lnTo>
                <a:lnTo>
                  <a:pt x="2794368" y="3406584"/>
                </a:lnTo>
                <a:lnTo>
                  <a:pt x="2808363" y="3406584"/>
                </a:lnTo>
                <a:lnTo>
                  <a:pt x="2816440" y="3393884"/>
                </a:lnTo>
                <a:close/>
              </a:path>
              <a:path w="3812540" h="3546475">
                <a:moveTo>
                  <a:pt x="3210534" y="3381184"/>
                </a:moveTo>
                <a:lnTo>
                  <a:pt x="3204908" y="3393884"/>
                </a:lnTo>
                <a:lnTo>
                  <a:pt x="3214636" y="3406584"/>
                </a:lnTo>
                <a:lnTo>
                  <a:pt x="3220249" y="3393884"/>
                </a:lnTo>
                <a:lnTo>
                  <a:pt x="3210534" y="3381184"/>
                </a:lnTo>
                <a:close/>
              </a:path>
              <a:path w="3812540" h="3546475">
                <a:moveTo>
                  <a:pt x="76820" y="3330384"/>
                </a:moveTo>
                <a:lnTo>
                  <a:pt x="53131" y="3368484"/>
                </a:lnTo>
                <a:lnTo>
                  <a:pt x="94163" y="3393884"/>
                </a:lnTo>
                <a:lnTo>
                  <a:pt x="117857" y="3355784"/>
                </a:lnTo>
                <a:lnTo>
                  <a:pt x="76820" y="3330384"/>
                </a:lnTo>
                <a:close/>
              </a:path>
              <a:path w="3812540" h="3546475">
                <a:moveTo>
                  <a:pt x="641087" y="3330384"/>
                </a:moveTo>
                <a:lnTo>
                  <a:pt x="620683" y="3368484"/>
                </a:lnTo>
                <a:lnTo>
                  <a:pt x="656024" y="3393884"/>
                </a:lnTo>
                <a:lnTo>
                  <a:pt x="676428" y="3355784"/>
                </a:lnTo>
                <a:lnTo>
                  <a:pt x="641087" y="3330384"/>
                </a:lnTo>
                <a:close/>
              </a:path>
              <a:path w="3812540" h="3546475">
                <a:moveTo>
                  <a:pt x="797271" y="3343084"/>
                </a:moveTo>
                <a:lnTo>
                  <a:pt x="777690" y="3381184"/>
                </a:lnTo>
                <a:lnTo>
                  <a:pt x="811609" y="3393884"/>
                </a:lnTo>
                <a:lnTo>
                  <a:pt x="831189" y="3368484"/>
                </a:lnTo>
                <a:lnTo>
                  <a:pt x="797271" y="3343084"/>
                </a:lnTo>
                <a:close/>
              </a:path>
              <a:path w="3812540" h="3546475">
                <a:moveTo>
                  <a:pt x="1205349" y="3343084"/>
                </a:moveTo>
                <a:lnTo>
                  <a:pt x="1188228" y="3368484"/>
                </a:lnTo>
                <a:lnTo>
                  <a:pt x="1217880" y="3393884"/>
                </a:lnTo>
                <a:lnTo>
                  <a:pt x="1235000" y="3355784"/>
                </a:lnTo>
                <a:lnTo>
                  <a:pt x="1205349" y="3343084"/>
                </a:lnTo>
                <a:close/>
              </a:path>
              <a:path w="3812540" h="3546475">
                <a:moveTo>
                  <a:pt x="1361528" y="3355784"/>
                </a:moveTo>
                <a:lnTo>
                  <a:pt x="1345247" y="3381184"/>
                </a:lnTo>
                <a:lnTo>
                  <a:pt x="1373466" y="3393884"/>
                </a:lnTo>
                <a:lnTo>
                  <a:pt x="1389760" y="3368484"/>
                </a:lnTo>
                <a:lnTo>
                  <a:pt x="1361528" y="3355784"/>
                </a:lnTo>
                <a:close/>
              </a:path>
              <a:path w="3812540" h="3546475">
                <a:moveTo>
                  <a:pt x="1769617" y="3355784"/>
                </a:moveTo>
                <a:lnTo>
                  <a:pt x="1755787" y="3368484"/>
                </a:lnTo>
                <a:lnTo>
                  <a:pt x="1779739" y="3393884"/>
                </a:lnTo>
                <a:lnTo>
                  <a:pt x="1793570" y="3368484"/>
                </a:lnTo>
                <a:lnTo>
                  <a:pt x="1769617" y="3355784"/>
                </a:lnTo>
                <a:close/>
              </a:path>
              <a:path w="3812540" h="3546475">
                <a:moveTo>
                  <a:pt x="1925802" y="3355784"/>
                </a:moveTo>
                <a:lnTo>
                  <a:pt x="1912797" y="3381184"/>
                </a:lnTo>
                <a:lnTo>
                  <a:pt x="1935327" y="3393884"/>
                </a:lnTo>
                <a:lnTo>
                  <a:pt x="1948345" y="3368484"/>
                </a:lnTo>
                <a:lnTo>
                  <a:pt x="1925802" y="3355784"/>
                </a:lnTo>
                <a:close/>
              </a:path>
              <a:path w="3812540" h="3546475">
                <a:moveTo>
                  <a:pt x="2490063" y="3368484"/>
                </a:moveTo>
                <a:lnTo>
                  <a:pt x="2480347" y="3381184"/>
                </a:lnTo>
                <a:lnTo>
                  <a:pt x="2497188" y="3393884"/>
                </a:lnTo>
                <a:lnTo>
                  <a:pt x="2506916" y="3381184"/>
                </a:lnTo>
                <a:lnTo>
                  <a:pt x="2490063" y="3368484"/>
                </a:lnTo>
                <a:close/>
              </a:path>
              <a:path w="3812540" h="3546475">
                <a:moveTo>
                  <a:pt x="3054337" y="3368484"/>
                </a:moveTo>
                <a:lnTo>
                  <a:pt x="3047910" y="3381184"/>
                </a:lnTo>
                <a:lnTo>
                  <a:pt x="3059048" y="3393884"/>
                </a:lnTo>
                <a:lnTo>
                  <a:pt x="3065487" y="3381184"/>
                </a:lnTo>
                <a:lnTo>
                  <a:pt x="3054337" y="3368484"/>
                </a:lnTo>
                <a:close/>
              </a:path>
              <a:path w="3812540" h="3546475">
                <a:moveTo>
                  <a:pt x="328716" y="3317684"/>
                </a:moveTo>
                <a:lnTo>
                  <a:pt x="306665" y="3355784"/>
                </a:lnTo>
                <a:lnTo>
                  <a:pt x="344849" y="3381184"/>
                </a:lnTo>
                <a:lnTo>
                  <a:pt x="366900" y="3343084"/>
                </a:lnTo>
                <a:lnTo>
                  <a:pt x="328716" y="3317684"/>
                </a:lnTo>
                <a:close/>
              </a:path>
              <a:path w="3812540" h="3546475">
                <a:moveTo>
                  <a:pt x="484897" y="3330384"/>
                </a:moveTo>
                <a:lnTo>
                  <a:pt x="463674" y="3368484"/>
                </a:lnTo>
                <a:lnTo>
                  <a:pt x="500439" y="3381184"/>
                </a:lnTo>
                <a:lnTo>
                  <a:pt x="521662" y="3343084"/>
                </a:lnTo>
                <a:lnTo>
                  <a:pt x="484897" y="3330384"/>
                </a:lnTo>
                <a:close/>
              </a:path>
              <a:path w="3812540" h="3546475">
                <a:moveTo>
                  <a:pt x="1049163" y="3330384"/>
                </a:moveTo>
                <a:lnTo>
                  <a:pt x="1031224" y="3368484"/>
                </a:lnTo>
                <a:lnTo>
                  <a:pt x="1062295" y="3381184"/>
                </a:lnTo>
                <a:lnTo>
                  <a:pt x="1080234" y="3355784"/>
                </a:lnTo>
                <a:lnTo>
                  <a:pt x="1049163" y="3330384"/>
                </a:lnTo>
                <a:close/>
              </a:path>
              <a:path w="3812540" h="3546475">
                <a:moveTo>
                  <a:pt x="1613382" y="3343084"/>
                </a:moveTo>
                <a:lnTo>
                  <a:pt x="1598587" y="3368484"/>
                </a:lnTo>
                <a:lnTo>
                  <a:pt x="1624202" y="3381184"/>
                </a:lnTo>
                <a:lnTo>
                  <a:pt x="1638998" y="3355784"/>
                </a:lnTo>
                <a:lnTo>
                  <a:pt x="1613382" y="3343084"/>
                </a:lnTo>
                <a:close/>
              </a:path>
              <a:path w="3812540" h="3546475">
                <a:moveTo>
                  <a:pt x="2177694" y="3343084"/>
                </a:moveTo>
                <a:lnTo>
                  <a:pt x="2166327" y="3368484"/>
                </a:lnTo>
                <a:lnTo>
                  <a:pt x="2186012" y="3381184"/>
                </a:lnTo>
                <a:lnTo>
                  <a:pt x="2197379" y="3355784"/>
                </a:lnTo>
                <a:lnTo>
                  <a:pt x="2177694" y="3343084"/>
                </a:lnTo>
                <a:close/>
              </a:path>
              <a:path w="3812540" h="3546475">
                <a:moveTo>
                  <a:pt x="2333878" y="3355784"/>
                </a:moveTo>
                <a:lnTo>
                  <a:pt x="2323337" y="3381184"/>
                </a:lnTo>
                <a:lnTo>
                  <a:pt x="2341600" y="3381184"/>
                </a:lnTo>
                <a:lnTo>
                  <a:pt x="2352154" y="3368484"/>
                </a:lnTo>
                <a:lnTo>
                  <a:pt x="2333878" y="3355784"/>
                </a:lnTo>
                <a:close/>
              </a:path>
              <a:path w="3812540" h="3546475">
                <a:moveTo>
                  <a:pt x="2755963" y="3355784"/>
                </a:moveTo>
                <a:lnTo>
                  <a:pt x="2741967" y="3355784"/>
                </a:lnTo>
                <a:lnTo>
                  <a:pt x="2733878" y="3368484"/>
                </a:lnTo>
                <a:lnTo>
                  <a:pt x="2747873" y="3381184"/>
                </a:lnTo>
                <a:lnTo>
                  <a:pt x="2755963" y="3355784"/>
                </a:lnTo>
                <a:close/>
              </a:path>
              <a:path w="3812540" h="3546475">
                <a:moveTo>
                  <a:pt x="2910903" y="3368484"/>
                </a:moveTo>
                <a:lnTo>
                  <a:pt x="2898101" y="3368484"/>
                </a:lnTo>
                <a:lnTo>
                  <a:pt x="2890710" y="3381184"/>
                </a:lnTo>
                <a:lnTo>
                  <a:pt x="2903511" y="3381184"/>
                </a:lnTo>
                <a:lnTo>
                  <a:pt x="2910903" y="3368484"/>
                </a:lnTo>
                <a:close/>
              </a:path>
              <a:path w="3812540" h="3546475">
                <a:moveTo>
                  <a:pt x="172477" y="3304984"/>
                </a:moveTo>
                <a:lnTo>
                  <a:pt x="149467" y="3343084"/>
                </a:lnTo>
                <a:lnTo>
                  <a:pt x="189318" y="3368484"/>
                </a:lnTo>
                <a:lnTo>
                  <a:pt x="212323" y="3330384"/>
                </a:lnTo>
                <a:lnTo>
                  <a:pt x="172477" y="3304984"/>
                </a:lnTo>
                <a:close/>
              </a:path>
              <a:path w="3812540" h="3546475">
                <a:moveTo>
                  <a:pt x="736738" y="3304984"/>
                </a:moveTo>
                <a:lnTo>
                  <a:pt x="717024" y="3343084"/>
                </a:lnTo>
                <a:lnTo>
                  <a:pt x="751175" y="3368484"/>
                </a:lnTo>
                <a:lnTo>
                  <a:pt x="770895" y="3330384"/>
                </a:lnTo>
                <a:lnTo>
                  <a:pt x="736738" y="3304984"/>
                </a:lnTo>
                <a:close/>
              </a:path>
              <a:path w="3812540" h="3546475">
                <a:moveTo>
                  <a:pt x="892973" y="3317684"/>
                </a:moveTo>
                <a:lnTo>
                  <a:pt x="874215" y="3355784"/>
                </a:lnTo>
                <a:lnTo>
                  <a:pt x="906710" y="3368484"/>
                </a:lnTo>
                <a:lnTo>
                  <a:pt x="925473" y="3343084"/>
                </a:lnTo>
                <a:lnTo>
                  <a:pt x="892973" y="3317684"/>
                </a:lnTo>
                <a:close/>
              </a:path>
              <a:path w="3812540" h="3546475">
                <a:moveTo>
                  <a:pt x="1301000" y="3317684"/>
                </a:moveTo>
                <a:lnTo>
                  <a:pt x="1284566" y="3343084"/>
                </a:lnTo>
                <a:lnTo>
                  <a:pt x="1313027" y="3368484"/>
                </a:lnTo>
                <a:lnTo>
                  <a:pt x="1329461" y="3330384"/>
                </a:lnTo>
                <a:lnTo>
                  <a:pt x="1301000" y="3317684"/>
                </a:lnTo>
                <a:close/>
              </a:path>
              <a:path w="3812540" h="3546475">
                <a:moveTo>
                  <a:pt x="1457236" y="3330384"/>
                </a:moveTo>
                <a:lnTo>
                  <a:pt x="1441767" y="3355784"/>
                </a:lnTo>
                <a:lnTo>
                  <a:pt x="1468564" y="3368484"/>
                </a:lnTo>
                <a:lnTo>
                  <a:pt x="1484045" y="3343084"/>
                </a:lnTo>
                <a:lnTo>
                  <a:pt x="1457236" y="3330384"/>
                </a:lnTo>
                <a:close/>
              </a:path>
              <a:path w="3812540" h="3546475">
                <a:moveTo>
                  <a:pt x="2021458" y="3330384"/>
                </a:moveTo>
                <a:lnTo>
                  <a:pt x="2009127" y="3355784"/>
                </a:lnTo>
                <a:lnTo>
                  <a:pt x="2030475" y="3368484"/>
                </a:lnTo>
                <a:lnTo>
                  <a:pt x="2042807" y="3343084"/>
                </a:lnTo>
                <a:lnTo>
                  <a:pt x="2021458" y="3330384"/>
                </a:lnTo>
                <a:close/>
              </a:path>
              <a:path w="3812540" h="3546475">
                <a:moveTo>
                  <a:pt x="2585719" y="3343084"/>
                </a:moveTo>
                <a:lnTo>
                  <a:pt x="2576690" y="3355784"/>
                </a:lnTo>
                <a:lnTo>
                  <a:pt x="2592336" y="3368484"/>
                </a:lnTo>
                <a:lnTo>
                  <a:pt x="2601378" y="3355784"/>
                </a:lnTo>
                <a:lnTo>
                  <a:pt x="2585719" y="3343084"/>
                </a:lnTo>
                <a:close/>
              </a:path>
              <a:path w="3812540" h="3546475">
                <a:moveTo>
                  <a:pt x="3159950" y="3355784"/>
                </a:moveTo>
                <a:lnTo>
                  <a:pt x="3144240" y="3355784"/>
                </a:lnTo>
                <a:lnTo>
                  <a:pt x="3154209" y="3368484"/>
                </a:lnTo>
                <a:lnTo>
                  <a:pt x="3159950" y="3355784"/>
                </a:lnTo>
                <a:close/>
              </a:path>
              <a:path w="3812540" h="3546475">
                <a:moveTo>
                  <a:pt x="16286" y="3292284"/>
                </a:moveTo>
                <a:lnTo>
                  <a:pt x="0" y="3317684"/>
                </a:lnTo>
                <a:lnTo>
                  <a:pt x="0" y="3343084"/>
                </a:lnTo>
                <a:lnTo>
                  <a:pt x="33729" y="3355784"/>
                </a:lnTo>
                <a:lnTo>
                  <a:pt x="57561" y="3317684"/>
                </a:lnTo>
                <a:lnTo>
                  <a:pt x="16286" y="3292284"/>
                </a:lnTo>
                <a:close/>
              </a:path>
              <a:path w="3812540" h="3546475">
                <a:moveTo>
                  <a:pt x="580553" y="3304984"/>
                </a:moveTo>
                <a:lnTo>
                  <a:pt x="560010" y="3330384"/>
                </a:lnTo>
                <a:lnTo>
                  <a:pt x="595590" y="3355784"/>
                </a:lnTo>
                <a:lnTo>
                  <a:pt x="616134" y="3317684"/>
                </a:lnTo>
                <a:lnTo>
                  <a:pt x="580553" y="3304984"/>
                </a:lnTo>
                <a:close/>
              </a:path>
              <a:path w="3812540" h="3546475">
                <a:moveTo>
                  <a:pt x="1144816" y="3304984"/>
                </a:moveTo>
                <a:lnTo>
                  <a:pt x="1127561" y="3343084"/>
                </a:lnTo>
                <a:lnTo>
                  <a:pt x="1157446" y="3355784"/>
                </a:lnTo>
                <a:lnTo>
                  <a:pt x="1174700" y="3330384"/>
                </a:lnTo>
                <a:lnTo>
                  <a:pt x="1144816" y="3304984"/>
                </a:lnTo>
                <a:close/>
              </a:path>
              <a:path w="3812540" h="3546475">
                <a:moveTo>
                  <a:pt x="1709077" y="3317684"/>
                </a:moveTo>
                <a:lnTo>
                  <a:pt x="1695107" y="3343084"/>
                </a:lnTo>
                <a:lnTo>
                  <a:pt x="1719313" y="3355784"/>
                </a:lnTo>
                <a:lnTo>
                  <a:pt x="1733283" y="3330384"/>
                </a:lnTo>
                <a:lnTo>
                  <a:pt x="1709077" y="3317684"/>
                </a:lnTo>
                <a:close/>
              </a:path>
              <a:path w="3812540" h="3546475">
                <a:moveTo>
                  <a:pt x="1865261" y="3330384"/>
                </a:moveTo>
                <a:lnTo>
                  <a:pt x="1852117" y="3343084"/>
                </a:lnTo>
                <a:lnTo>
                  <a:pt x="1874888" y="3355784"/>
                </a:lnTo>
                <a:lnTo>
                  <a:pt x="1888032" y="3343084"/>
                </a:lnTo>
                <a:lnTo>
                  <a:pt x="1865261" y="3330384"/>
                </a:lnTo>
                <a:close/>
              </a:path>
              <a:path w="3812540" h="3546475">
                <a:moveTo>
                  <a:pt x="2273350" y="3317684"/>
                </a:moveTo>
                <a:lnTo>
                  <a:pt x="2262669" y="3343084"/>
                </a:lnTo>
                <a:lnTo>
                  <a:pt x="2281173" y="3355784"/>
                </a:lnTo>
                <a:lnTo>
                  <a:pt x="2291854" y="3330384"/>
                </a:lnTo>
                <a:lnTo>
                  <a:pt x="2273350" y="3317684"/>
                </a:lnTo>
                <a:close/>
              </a:path>
              <a:path w="3812540" h="3546475">
                <a:moveTo>
                  <a:pt x="2429535" y="3330384"/>
                </a:moveTo>
                <a:lnTo>
                  <a:pt x="2419680" y="3343084"/>
                </a:lnTo>
                <a:lnTo>
                  <a:pt x="2436761" y="3355784"/>
                </a:lnTo>
                <a:lnTo>
                  <a:pt x="2446616" y="3343084"/>
                </a:lnTo>
                <a:lnTo>
                  <a:pt x="2429535" y="3330384"/>
                </a:lnTo>
                <a:close/>
              </a:path>
              <a:path w="3812540" h="3546475">
                <a:moveTo>
                  <a:pt x="3005188" y="3343084"/>
                </a:moveTo>
                <a:lnTo>
                  <a:pt x="2993808" y="3343084"/>
                </a:lnTo>
                <a:lnTo>
                  <a:pt x="2987230" y="3355784"/>
                </a:lnTo>
                <a:lnTo>
                  <a:pt x="2998622" y="3355784"/>
                </a:lnTo>
                <a:lnTo>
                  <a:pt x="3005188" y="3343084"/>
                </a:lnTo>
                <a:close/>
              </a:path>
              <a:path w="3812540" h="3546475">
                <a:moveTo>
                  <a:pt x="268178" y="3279584"/>
                </a:moveTo>
                <a:lnTo>
                  <a:pt x="245992" y="3317684"/>
                </a:lnTo>
                <a:lnTo>
                  <a:pt x="284420" y="3343084"/>
                </a:lnTo>
                <a:lnTo>
                  <a:pt x="306600" y="3304984"/>
                </a:lnTo>
                <a:lnTo>
                  <a:pt x="268178" y="3279584"/>
                </a:lnTo>
                <a:close/>
              </a:path>
              <a:path w="3812540" h="3546475">
                <a:moveTo>
                  <a:pt x="424364" y="3292284"/>
                </a:moveTo>
                <a:lnTo>
                  <a:pt x="403001" y="3330384"/>
                </a:lnTo>
                <a:lnTo>
                  <a:pt x="440005" y="3343084"/>
                </a:lnTo>
                <a:lnTo>
                  <a:pt x="461366" y="3317684"/>
                </a:lnTo>
                <a:lnTo>
                  <a:pt x="424364" y="3292284"/>
                </a:lnTo>
                <a:close/>
              </a:path>
              <a:path w="3812540" h="3546475">
                <a:moveTo>
                  <a:pt x="832445" y="3292284"/>
                </a:moveTo>
                <a:lnTo>
                  <a:pt x="813549" y="3317684"/>
                </a:lnTo>
                <a:lnTo>
                  <a:pt x="846275" y="3343084"/>
                </a:lnTo>
                <a:lnTo>
                  <a:pt x="865172" y="3304984"/>
                </a:lnTo>
                <a:lnTo>
                  <a:pt x="832445" y="3292284"/>
                </a:lnTo>
                <a:close/>
              </a:path>
              <a:path w="3812540" h="3546475">
                <a:moveTo>
                  <a:pt x="988630" y="3292284"/>
                </a:moveTo>
                <a:lnTo>
                  <a:pt x="970553" y="3330384"/>
                </a:lnTo>
                <a:lnTo>
                  <a:pt x="1001861" y="3343084"/>
                </a:lnTo>
                <a:lnTo>
                  <a:pt x="1019939" y="3317684"/>
                </a:lnTo>
                <a:lnTo>
                  <a:pt x="988630" y="3292284"/>
                </a:lnTo>
                <a:close/>
              </a:path>
              <a:path w="3812540" h="3546475">
                <a:moveTo>
                  <a:pt x="1552892" y="3304984"/>
                </a:moveTo>
                <a:lnTo>
                  <a:pt x="1538109" y="3330384"/>
                </a:lnTo>
                <a:lnTo>
                  <a:pt x="1563725" y="3343084"/>
                </a:lnTo>
                <a:lnTo>
                  <a:pt x="1578508" y="3317684"/>
                </a:lnTo>
                <a:lnTo>
                  <a:pt x="1552892" y="3304984"/>
                </a:lnTo>
                <a:close/>
              </a:path>
              <a:path w="3812540" h="3546475">
                <a:moveTo>
                  <a:pt x="2137092" y="3317684"/>
                </a:moveTo>
                <a:lnTo>
                  <a:pt x="2117166" y="3317684"/>
                </a:lnTo>
                <a:lnTo>
                  <a:pt x="2105659" y="3330384"/>
                </a:lnTo>
                <a:lnTo>
                  <a:pt x="2125586" y="3343084"/>
                </a:lnTo>
                <a:lnTo>
                  <a:pt x="2137092" y="3317684"/>
                </a:lnTo>
                <a:close/>
              </a:path>
              <a:path w="3812540" h="3546475">
                <a:moveTo>
                  <a:pt x="2681427" y="3317684"/>
                </a:moveTo>
                <a:lnTo>
                  <a:pt x="2673210" y="3330384"/>
                </a:lnTo>
                <a:lnTo>
                  <a:pt x="2687446" y="3343084"/>
                </a:lnTo>
                <a:lnTo>
                  <a:pt x="2695663" y="3330384"/>
                </a:lnTo>
                <a:lnTo>
                  <a:pt x="2681427" y="3317684"/>
                </a:lnTo>
                <a:close/>
              </a:path>
              <a:path w="3812540" h="3546475">
                <a:moveTo>
                  <a:pt x="2850425" y="3330384"/>
                </a:moveTo>
                <a:lnTo>
                  <a:pt x="2837611" y="3330384"/>
                </a:lnTo>
                <a:lnTo>
                  <a:pt x="2830220" y="3343084"/>
                </a:lnTo>
                <a:lnTo>
                  <a:pt x="2843034" y="3343084"/>
                </a:lnTo>
                <a:lnTo>
                  <a:pt x="2850425" y="3330384"/>
                </a:lnTo>
                <a:close/>
              </a:path>
              <a:path w="3812540" h="3546475">
                <a:moveTo>
                  <a:pt x="3254235" y="3330384"/>
                </a:moveTo>
                <a:lnTo>
                  <a:pt x="3240773" y="3330384"/>
                </a:lnTo>
                <a:lnTo>
                  <a:pt x="3249307" y="3343084"/>
                </a:lnTo>
                <a:lnTo>
                  <a:pt x="3254235" y="3330384"/>
                </a:lnTo>
                <a:close/>
              </a:path>
              <a:path w="3812540" h="3546475">
                <a:moveTo>
                  <a:pt x="111943" y="3266884"/>
                </a:moveTo>
                <a:lnTo>
                  <a:pt x="88800" y="3304984"/>
                </a:lnTo>
                <a:lnTo>
                  <a:pt x="128884" y="3330384"/>
                </a:lnTo>
                <a:lnTo>
                  <a:pt x="152027" y="3292284"/>
                </a:lnTo>
                <a:lnTo>
                  <a:pt x="111943" y="3266884"/>
                </a:lnTo>
                <a:close/>
              </a:path>
              <a:path w="3812540" h="3546475">
                <a:moveTo>
                  <a:pt x="676205" y="3279584"/>
                </a:moveTo>
                <a:lnTo>
                  <a:pt x="656347" y="3304984"/>
                </a:lnTo>
                <a:lnTo>
                  <a:pt x="690741" y="3330384"/>
                </a:lnTo>
                <a:lnTo>
                  <a:pt x="710599" y="3292284"/>
                </a:lnTo>
                <a:lnTo>
                  <a:pt x="676205" y="3279584"/>
                </a:lnTo>
                <a:close/>
              </a:path>
              <a:path w="3812540" h="3546475">
                <a:moveTo>
                  <a:pt x="1240467" y="3279584"/>
                </a:moveTo>
                <a:lnTo>
                  <a:pt x="1223902" y="3317684"/>
                </a:lnTo>
                <a:lnTo>
                  <a:pt x="1252602" y="3330384"/>
                </a:lnTo>
                <a:lnTo>
                  <a:pt x="1269171" y="3304984"/>
                </a:lnTo>
                <a:lnTo>
                  <a:pt x="1240467" y="3279584"/>
                </a:lnTo>
                <a:close/>
              </a:path>
              <a:path w="3812540" h="3546475">
                <a:moveTo>
                  <a:pt x="1396707" y="3292284"/>
                </a:moveTo>
                <a:lnTo>
                  <a:pt x="1381099" y="3317684"/>
                </a:lnTo>
                <a:lnTo>
                  <a:pt x="1408137" y="3330384"/>
                </a:lnTo>
                <a:lnTo>
                  <a:pt x="1423746" y="3304984"/>
                </a:lnTo>
                <a:lnTo>
                  <a:pt x="1396707" y="3292284"/>
                </a:lnTo>
                <a:close/>
              </a:path>
              <a:path w="3812540" h="3546475">
                <a:moveTo>
                  <a:pt x="1804784" y="3292284"/>
                </a:moveTo>
                <a:lnTo>
                  <a:pt x="1791639" y="3317684"/>
                </a:lnTo>
                <a:lnTo>
                  <a:pt x="1814410" y="3330384"/>
                </a:lnTo>
                <a:lnTo>
                  <a:pt x="1827555" y="3304984"/>
                </a:lnTo>
                <a:lnTo>
                  <a:pt x="1804784" y="3292284"/>
                </a:lnTo>
                <a:close/>
              </a:path>
              <a:path w="3812540" h="3546475">
                <a:moveTo>
                  <a:pt x="1960968" y="3304984"/>
                </a:moveTo>
                <a:lnTo>
                  <a:pt x="1948649" y="3317684"/>
                </a:lnTo>
                <a:lnTo>
                  <a:pt x="1969998" y="3330384"/>
                </a:lnTo>
                <a:lnTo>
                  <a:pt x="1982317" y="3317684"/>
                </a:lnTo>
                <a:lnTo>
                  <a:pt x="1960968" y="3304984"/>
                </a:lnTo>
                <a:close/>
              </a:path>
              <a:path w="3812540" h="3546475">
                <a:moveTo>
                  <a:pt x="2369007" y="3292284"/>
                </a:moveTo>
                <a:lnTo>
                  <a:pt x="2359012" y="3317684"/>
                </a:lnTo>
                <a:lnTo>
                  <a:pt x="2376322" y="3330384"/>
                </a:lnTo>
                <a:lnTo>
                  <a:pt x="2386317" y="3304984"/>
                </a:lnTo>
                <a:lnTo>
                  <a:pt x="2369007" y="3292284"/>
                </a:lnTo>
                <a:close/>
              </a:path>
              <a:path w="3812540" h="3546475">
                <a:moveTo>
                  <a:pt x="2525191" y="3304984"/>
                </a:moveTo>
                <a:lnTo>
                  <a:pt x="2516022" y="3317684"/>
                </a:lnTo>
                <a:lnTo>
                  <a:pt x="2531909" y="3330384"/>
                </a:lnTo>
                <a:lnTo>
                  <a:pt x="2541092" y="3317684"/>
                </a:lnTo>
                <a:lnTo>
                  <a:pt x="2525191" y="3304984"/>
                </a:lnTo>
                <a:close/>
              </a:path>
              <a:path w="3812540" h="3546475">
                <a:moveTo>
                  <a:pt x="3099663" y="3317684"/>
                </a:moveTo>
                <a:lnTo>
                  <a:pt x="3089465" y="3317684"/>
                </a:lnTo>
                <a:lnTo>
                  <a:pt x="3083572" y="3330384"/>
                </a:lnTo>
                <a:lnTo>
                  <a:pt x="3093770" y="3330384"/>
                </a:lnTo>
                <a:lnTo>
                  <a:pt x="3099663" y="3317684"/>
                </a:lnTo>
                <a:close/>
              </a:path>
              <a:path w="3812540" h="3546475">
                <a:moveTo>
                  <a:pt x="363834" y="3254184"/>
                </a:moveTo>
                <a:lnTo>
                  <a:pt x="342334" y="3292284"/>
                </a:lnTo>
                <a:lnTo>
                  <a:pt x="379571" y="3317684"/>
                </a:lnTo>
                <a:lnTo>
                  <a:pt x="401072" y="3279584"/>
                </a:lnTo>
                <a:lnTo>
                  <a:pt x="363834" y="3254184"/>
                </a:lnTo>
                <a:close/>
              </a:path>
              <a:path w="3812540" h="3546475">
                <a:moveTo>
                  <a:pt x="520070" y="3266884"/>
                </a:moveTo>
                <a:lnTo>
                  <a:pt x="499526" y="3304984"/>
                </a:lnTo>
                <a:lnTo>
                  <a:pt x="535106" y="3317684"/>
                </a:lnTo>
                <a:lnTo>
                  <a:pt x="555650" y="3292284"/>
                </a:lnTo>
                <a:lnTo>
                  <a:pt x="520070" y="3266884"/>
                </a:lnTo>
                <a:close/>
              </a:path>
              <a:path w="3812540" h="3546475">
                <a:moveTo>
                  <a:pt x="928096" y="3266884"/>
                </a:moveTo>
                <a:lnTo>
                  <a:pt x="909885" y="3292284"/>
                </a:lnTo>
                <a:lnTo>
                  <a:pt x="941431" y="3317684"/>
                </a:lnTo>
                <a:lnTo>
                  <a:pt x="959643" y="3279584"/>
                </a:lnTo>
                <a:lnTo>
                  <a:pt x="928096" y="3266884"/>
                </a:lnTo>
                <a:close/>
              </a:path>
              <a:path w="3812540" h="3546475">
                <a:moveTo>
                  <a:pt x="1084282" y="3266884"/>
                </a:moveTo>
                <a:lnTo>
                  <a:pt x="1066893" y="3304984"/>
                </a:lnTo>
                <a:lnTo>
                  <a:pt x="1097017" y="3317684"/>
                </a:lnTo>
                <a:lnTo>
                  <a:pt x="1114404" y="3292284"/>
                </a:lnTo>
                <a:lnTo>
                  <a:pt x="1084282" y="3266884"/>
                </a:lnTo>
                <a:close/>
              </a:path>
              <a:path w="3812540" h="3546475">
                <a:moveTo>
                  <a:pt x="1648548" y="3279584"/>
                </a:moveTo>
                <a:lnTo>
                  <a:pt x="1634439" y="3304984"/>
                </a:lnTo>
                <a:lnTo>
                  <a:pt x="1658873" y="3317684"/>
                </a:lnTo>
                <a:lnTo>
                  <a:pt x="1672983" y="3292284"/>
                </a:lnTo>
                <a:lnTo>
                  <a:pt x="1648548" y="3279584"/>
                </a:lnTo>
                <a:close/>
              </a:path>
              <a:path w="3812540" h="3546475">
                <a:moveTo>
                  <a:pt x="2231554" y="3292284"/>
                </a:moveTo>
                <a:lnTo>
                  <a:pt x="2212822" y="3292284"/>
                </a:lnTo>
                <a:lnTo>
                  <a:pt x="2202002" y="3304984"/>
                </a:lnTo>
                <a:lnTo>
                  <a:pt x="2220734" y="3317684"/>
                </a:lnTo>
                <a:lnTo>
                  <a:pt x="2231554" y="3292284"/>
                </a:lnTo>
                <a:close/>
              </a:path>
              <a:path w="3812540" h="3546475">
                <a:moveTo>
                  <a:pt x="2777083" y="3292284"/>
                </a:moveTo>
                <a:lnTo>
                  <a:pt x="2769552" y="3304984"/>
                </a:lnTo>
                <a:lnTo>
                  <a:pt x="2782595" y="3317684"/>
                </a:lnTo>
                <a:lnTo>
                  <a:pt x="2790126" y="3304984"/>
                </a:lnTo>
                <a:lnTo>
                  <a:pt x="2777083" y="3292284"/>
                </a:lnTo>
                <a:close/>
              </a:path>
              <a:path w="3812540" h="3546475">
                <a:moveTo>
                  <a:pt x="2944888" y="3304984"/>
                </a:moveTo>
                <a:lnTo>
                  <a:pt x="2933268" y="3304984"/>
                </a:lnTo>
                <a:lnTo>
                  <a:pt x="2926562" y="3317684"/>
                </a:lnTo>
                <a:lnTo>
                  <a:pt x="2938182" y="3317684"/>
                </a:lnTo>
                <a:lnTo>
                  <a:pt x="2944888" y="3304984"/>
                </a:lnTo>
                <a:close/>
              </a:path>
              <a:path w="3812540" h="3546475">
                <a:moveTo>
                  <a:pt x="207644" y="3241484"/>
                </a:moveTo>
                <a:lnTo>
                  <a:pt x="185326" y="3279584"/>
                </a:lnTo>
                <a:lnTo>
                  <a:pt x="223986" y="3304984"/>
                </a:lnTo>
                <a:lnTo>
                  <a:pt x="246310" y="3266884"/>
                </a:lnTo>
                <a:lnTo>
                  <a:pt x="207644" y="3241484"/>
                </a:lnTo>
                <a:close/>
              </a:path>
              <a:path w="3812540" h="3546475">
                <a:moveTo>
                  <a:pt x="771912" y="3254184"/>
                </a:moveTo>
                <a:lnTo>
                  <a:pt x="752876" y="3279584"/>
                </a:lnTo>
                <a:lnTo>
                  <a:pt x="785846" y="3304984"/>
                </a:lnTo>
                <a:lnTo>
                  <a:pt x="804882" y="3266884"/>
                </a:lnTo>
                <a:lnTo>
                  <a:pt x="771912" y="3254184"/>
                </a:lnTo>
                <a:close/>
              </a:path>
              <a:path w="3812540" h="3546475">
                <a:moveTo>
                  <a:pt x="1336179" y="3254184"/>
                </a:moveTo>
                <a:lnTo>
                  <a:pt x="1320418" y="3292284"/>
                </a:lnTo>
                <a:lnTo>
                  <a:pt x="1347698" y="3304984"/>
                </a:lnTo>
                <a:lnTo>
                  <a:pt x="1363446" y="3279584"/>
                </a:lnTo>
                <a:lnTo>
                  <a:pt x="1336179" y="3254184"/>
                </a:lnTo>
                <a:close/>
              </a:path>
              <a:path w="3812540" h="3546475">
                <a:moveTo>
                  <a:pt x="1492364" y="3266884"/>
                </a:moveTo>
                <a:lnTo>
                  <a:pt x="1477441" y="3292284"/>
                </a:lnTo>
                <a:lnTo>
                  <a:pt x="1503286" y="3304984"/>
                </a:lnTo>
                <a:lnTo>
                  <a:pt x="1518221" y="3279584"/>
                </a:lnTo>
                <a:lnTo>
                  <a:pt x="1492364" y="3266884"/>
                </a:lnTo>
                <a:close/>
              </a:path>
              <a:path w="3812540" h="3546475">
                <a:moveTo>
                  <a:pt x="1900440" y="3266884"/>
                </a:moveTo>
                <a:lnTo>
                  <a:pt x="1887981" y="3292284"/>
                </a:lnTo>
                <a:lnTo>
                  <a:pt x="1909559" y="3304984"/>
                </a:lnTo>
                <a:lnTo>
                  <a:pt x="1922030" y="3279584"/>
                </a:lnTo>
                <a:lnTo>
                  <a:pt x="1900440" y="3266884"/>
                </a:lnTo>
                <a:close/>
              </a:path>
              <a:path w="3812540" h="3546475">
                <a:moveTo>
                  <a:pt x="2056625" y="3279584"/>
                </a:moveTo>
                <a:lnTo>
                  <a:pt x="2044991" y="3292284"/>
                </a:lnTo>
                <a:lnTo>
                  <a:pt x="2065159" y="3304984"/>
                </a:lnTo>
                <a:lnTo>
                  <a:pt x="2076792" y="3292284"/>
                </a:lnTo>
                <a:lnTo>
                  <a:pt x="2056625" y="3279584"/>
                </a:lnTo>
                <a:close/>
              </a:path>
              <a:path w="3812540" h="3546475">
                <a:moveTo>
                  <a:pt x="2620898" y="3279584"/>
                </a:moveTo>
                <a:lnTo>
                  <a:pt x="2612542" y="3292284"/>
                </a:lnTo>
                <a:lnTo>
                  <a:pt x="2627020" y="3304984"/>
                </a:lnTo>
                <a:lnTo>
                  <a:pt x="2635364" y="3292284"/>
                </a:lnTo>
                <a:lnTo>
                  <a:pt x="2620898" y="3279584"/>
                </a:lnTo>
                <a:close/>
              </a:path>
              <a:path w="3812540" h="3546475">
                <a:moveTo>
                  <a:pt x="3193935" y="3292284"/>
                </a:moveTo>
                <a:lnTo>
                  <a:pt x="3185159" y="3292284"/>
                </a:lnTo>
                <a:lnTo>
                  <a:pt x="3180105" y="3304984"/>
                </a:lnTo>
                <a:lnTo>
                  <a:pt x="3188880" y="3304984"/>
                </a:lnTo>
                <a:lnTo>
                  <a:pt x="3193935" y="3292284"/>
                </a:lnTo>
                <a:close/>
              </a:path>
              <a:path w="3812540" h="3546475">
                <a:moveTo>
                  <a:pt x="51459" y="3228784"/>
                </a:moveTo>
                <a:lnTo>
                  <a:pt x="28317" y="3279584"/>
                </a:lnTo>
                <a:lnTo>
                  <a:pt x="68401" y="3292284"/>
                </a:lnTo>
                <a:lnTo>
                  <a:pt x="91544" y="3254184"/>
                </a:lnTo>
                <a:lnTo>
                  <a:pt x="51459" y="3228784"/>
                </a:lnTo>
                <a:close/>
              </a:path>
              <a:path w="3812540" h="3546475">
                <a:moveTo>
                  <a:pt x="459536" y="3228784"/>
                </a:moveTo>
                <a:lnTo>
                  <a:pt x="438859" y="3266884"/>
                </a:lnTo>
                <a:lnTo>
                  <a:pt x="474677" y="3292284"/>
                </a:lnTo>
                <a:lnTo>
                  <a:pt x="495349" y="3254184"/>
                </a:lnTo>
                <a:lnTo>
                  <a:pt x="459536" y="3228784"/>
                </a:lnTo>
                <a:close/>
              </a:path>
              <a:path w="3812540" h="3546475">
                <a:moveTo>
                  <a:pt x="615721" y="3241484"/>
                </a:moveTo>
                <a:lnTo>
                  <a:pt x="595868" y="3279584"/>
                </a:lnTo>
                <a:lnTo>
                  <a:pt x="630257" y="3292284"/>
                </a:lnTo>
                <a:lnTo>
                  <a:pt x="650115" y="3266884"/>
                </a:lnTo>
                <a:lnTo>
                  <a:pt x="615721" y="3241484"/>
                </a:lnTo>
                <a:close/>
              </a:path>
              <a:path w="3812540" h="3546475">
                <a:moveTo>
                  <a:pt x="1179939" y="3254184"/>
                </a:moveTo>
                <a:lnTo>
                  <a:pt x="1163231" y="3279584"/>
                </a:lnTo>
                <a:lnTo>
                  <a:pt x="1192162" y="3292284"/>
                </a:lnTo>
                <a:lnTo>
                  <a:pt x="1208871" y="3266884"/>
                </a:lnTo>
                <a:lnTo>
                  <a:pt x="1179939" y="3254184"/>
                </a:lnTo>
                <a:close/>
              </a:path>
              <a:path w="3812540" h="3546475">
                <a:moveTo>
                  <a:pt x="1744256" y="3254184"/>
                </a:moveTo>
                <a:lnTo>
                  <a:pt x="1730971" y="3279584"/>
                </a:lnTo>
                <a:lnTo>
                  <a:pt x="1753984" y="3292284"/>
                </a:lnTo>
                <a:lnTo>
                  <a:pt x="1767268" y="3266884"/>
                </a:lnTo>
                <a:lnTo>
                  <a:pt x="1744256" y="3254184"/>
                </a:lnTo>
                <a:close/>
              </a:path>
              <a:path w="3812540" h="3546475">
                <a:moveTo>
                  <a:pt x="2325839" y="3266884"/>
                </a:moveTo>
                <a:lnTo>
                  <a:pt x="2308516" y="3266884"/>
                </a:lnTo>
                <a:lnTo>
                  <a:pt x="2298522" y="3279584"/>
                </a:lnTo>
                <a:lnTo>
                  <a:pt x="2315844" y="3292284"/>
                </a:lnTo>
                <a:lnTo>
                  <a:pt x="2325839" y="3266884"/>
                </a:lnTo>
                <a:close/>
              </a:path>
              <a:path w="3812540" h="3546475">
                <a:moveTo>
                  <a:pt x="2464663" y="3266884"/>
                </a:moveTo>
                <a:lnTo>
                  <a:pt x="2455341" y="3292284"/>
                </a:lnTo>
                <a:lnTo>
                  <a:pt x="2471470" y="3292284"/>
                </a:lnTo>
                <a:lnTo>
                  <a:pt x="2480792" y="3279584"/>
                </a:lnTo>
                <a:lnTo>
                  <a:pt x="2464663" y="3266884"/>
                </a:lnTo>
                <a:close/>
              </a:path>
              <a:path w="3812540" h="3546475">
                <a:moveTo>
                  <a:pt x="2872790" y="3266884"/>
                </a:moveTo>
                <a:lnTo>
                  <a:pt x="2866072" y="3279584"/>
                </a:lnTo>
                <a:lnTo>
                  <a:pt x="2877705" y="3292284"/>
                </a:lnTo>
                <a:lnTo>
                  <a:pt x="2884411" y="3279584"/>
                </a:lnTo>
                <a:lnTo>
                  <a:pt x="2872790" y="3266884"/>
                </a:lnTo>
                <a:close/>
              </a:path>
              <a:path w="3812540" h="3546475">
                <a:moveTo>
                  <a:pt x="3039173" y="3279584"/>
                </a:moveTo>
                <a:lnTo>
                  <a:pt x="3028975" y="3279584"/>
                </a:lnTo>
                <a:lnTo>
                  <a:pt x="3023095" y="3292284"/>
                </a:lnTo>
                <a:lnTo>
                  <a:pt x="3033280" y="3292284"/>
                </a:lnTo>
                <a:lnTo>
                  <a:pt x="3039173" y="3279584"/>
                </a:lnTo>
                <a:close/>
              </a:path>
              <a:path w="3812540" h="3546475">
                <a:moveTo>
                  <a:pt x="303301" y="3216084"/>
                </a:moveTo>
                <a:lnTo>
                  <a:pt x="281661" y="3254184"/>
                </a:lnTo>
                <a:lnTo>
                  <a:pt x="319142" y="3279584"/>
                </a:lnTo>
                <a:lnTo>
                  <a:pt x="340776" y="3241484"/>
                </a:lnTo>
                <a:lnTo>
                  <a:pt x="303301" y="3216084"/>
                </a:lnTo>
                <a:close/>
              </a:path>
              <a:path w="3812540" h="3546475">
                <a:moveTo>
                  <a:pt x="867613" y="3228784"/>
                </a:moveTo>
                <a:lnTo>
                  <a:pt x="849401" y="3254184"/>
                </a:lnTo>
                <a:lnTo>
                  <a:pt x="880948" y="3279584"/>
                </a:lnTo>
                <a:lnTo>
                  <a:pt x="899159" y="3241484"/>
                </a:lnTo>
                <a:lnTo>
                  <a:pt x="867613" y="3228784"/>
                </a:lnTo>
                <a:close/>
              </a:path>
              <a:path w="3812540" h="3546475">
                <a:moveTo>
                  <a:pt x="1023799" y="3241484"/>
                </a:moveTo>
                <a:lnTo>
                  <a:pt x="1006410" y="3266884"/>
                </a:lnTo>
                <a:lnTo>
                  <a:pt x="1036533" y="3279584"/>
                </a:lnTo>
                <a:lnTo>
                  <a:pt x="1053920" y="3254184"/>
                </a:lnTo>
                <a:lnTo>
                  <a:pt x="1023799" y="3241484"/>
                </a:lnTo>
                <a:close/>
              </a:path>
              <a:path w="3812540" h="3546475">
                <a:moveTo>
                  <a:pt x="1431823" y="3228784"/>
                </a:moveTo>
                <a:lnTo>
                  <a:pt x="1416761" y="3254184"/>
                </a:lnTo>
                <a:lnTo>
                  <a:pt x="1442859" y="3279584"/>
                </a:lnTo>
                <a:lnTo>
                  <a:pt x="1457921" y="3254184"/>
                </a:lnTo>
                <a:lnTo>
                  <a:pt x="1431823" y="3228784"/>
                </a:lnTo>
                <a:close/>
              </a:path>
              <a:path w="3812540" h="3546475">
                <a:moveTo>
                  <a:pt x="1588020" y="3241484"/>
                </a:moveTo>
                <a:lnTo>
                  <a:pt x="1573771" y="3266884"/>
                </a:lnTo>
                <a:lnTo>
                  <a:pt x="1598434" y="3279584"/>
                </a:lnTo>
                <a:lnTo>
                  <a:pt x="1612684" y="3254184"/>
                </a:lnTo>
                <a:lnTo>
                  <a:pt x="1588020" y="3241484"/>
                </a:lnTo>
                <a:close/>
              </a:path>
              <a:path w="3812540" h="3546475">
                <a:moveTo>
                  <a:pt x="2152281" y="3254184"/>
                </a:moveTo>
                <a:lnTo>
                  <a:pt x="2141334" y="3266884"/>
                </a:lnTo>
                <a:lnTo>
                  <a:pt x="2160295" y="3279584"/>
                </a:lnTo>
                <a:lnTo>
                  <a:pt x="2171255" y="3266884"/>
                </a:lnTo>
                <a:lnTo>
                  <a:pt x="2152281" y="3254184"/>
                </a:lnTo>
                <a:close/>
              </a:path>
              <a:path w="3812540" h="3546475">
                <a:moveTo>
                  <a:pt x="2716555" y="3254184"/>
                </a:moveTo>
                <a:lnTo>
                  <a:pt x="2708884" y="3266884"/>
                </a:lnTo>
                <a:lnTo>
                  <a:pt x="2722168" y="3279584"/>
                </a:lnTo>
                <a:lnTo>
                  <a:pt x="2729826" y="3266884"/>
                </a:lnTo>
                <a:lnTo>
                  <a:pt x="2716555" y="3254184"/>
                </a:lnTo>
                <a:close/>
              </a:path>
              <a:path w="3812540" h="3546475">
                <a:moveTo>
                  <a:pt x="0" y="3203384"/>
                </a:moveTo>
                <a:lnTo>
                  <a:pt x="0" y="3254184"/>
                </a:lnTo>
                <a:lnTo>
                  <a:pt x="7972" y="3266884"/>
                </a:lnTo>
                <a:lnTo>
                  <a:pt x="31248" y="3216084"/>
                </a:lnTo>
                <a:lnTo>
                  <a:pt x="0" y="3203384"/>
                </a:lnTo>
                <a:close/>
              </a:path>
              <a:path w="3812540" h="3546475">
                <a:moveTo>
                  <a:pt x="147111" y="3203384"/>
                </a:moveTo>
                <a:lnTo>
                  <a:pt x="124653" y="3254184"/>
                </a:lnTo>
                <a:lnTo>
                  <a:pt x="163551" y="3266884"/>
                </a:lnTo>
                <a:lnTo>
                  <a:pt x="186010" y="3228784"/>
                </a:lnTo>
                <a:lnTo>
                  <a:pt x="147111" y="3203384"/>
                </a:lnTo>
                <a:close/>
              </a:path>
              <a:path w="3812540" h="3546475">
                <a:moveTo>
                  <a:pt x="555188" y="3203384"/>
                </a:moveTo>
                <a:lnTo>
                  <a:pt x="535200" y="3241484"/>
                </a:lnTo>
                <a:lnTo>
                  <a:pt x="569828" y="3266884"/>
                </a:lnTo>
                <a:lnTo>
                  <a:pt x="589820" y="3228784"/>
                </a:lnTo>
                <a:lnTo>
                  <a:pt x="555188" y="3203384"/>
                </a:lnTo>
                <a:close/>
              </a:path>
              <a:path w="3812540" h="3546475">
                <a:moveTo>
                  <a:pt x="711379" y="3216084"/>
                </a:moveTo>
                <a:lnTo>
                  <a:pt x="692204" y="3254184"/>
                </a:lnTo>
                <a:lnTo>
                  <a:pt x="725412" y="3266884"/>
                </a:lnTo>
                <a:lnTo>
                  <a:pt x="744586" y="3241484"/>
                </a:lnTo>
                <a:lnTo>
                  <a:pt x="711379" y="3216084"/>
                </a:lnTo>
                <a:close/>
              </a:path>
              <a:path w="3812540" h="3546475">
                <a:moveTo>
                  <a:pt x="1275638" y="3228784"/>
                </a:moveTo>
                <a:lnTo>
                  <a:pt x="1259756" y="3254184"/>
                </a:lnTo>
                <a:lnTo>
                  <a:pt x="1287271" y="3266884"/>
                </a:lnTo>
                <a:lnTo>
                  <a:pt x="1303159" y="3241484"/>
                </a:lnTo>
                <a:lnTo>
                  <a:pt x="1275638" y="3228784"/>
                </a:lnTo>
                <a:close/>
              </a:path>
              <a:path w="3812540" h="3546475">
                <a:moveTo>
                  <a:pt x="1839912" y="3228784"/>
                </a:moveTo>
                <a:lnTo>
                  <a:pt x="1827301" y="3254184"/>
                </a:lnTo>
                <a:lnTo>
                  <a:pt x="1849132" y="3266884"/>
                </a:lnTo>
                <a:lnTo>
                  <a:pt x="1861731" y="3241484"/>
                </a:lnTo>
                <a:lnTo>
                  <a:pt x="1839912" y="3228784"/>
                </a:lnTo>
                <a:close/>
              </a:path>
              <a:path w="3812540" h="3546475">
                <a:moveTo>
                  <a:pt x="1996147" y="3241484"/>
                </a:moveTo>
                <a:lnTo>
                  <a:pt x="1984514" y="3266884"/>
                </a:lnTo>
                <a:lnTo>
                  <a:pt x="2004669" y="3266884"/>
                </a:lnTo>
                <a:lnTo>
                  <a:pt x="2016302" y="3254184"/>
                </a:lnTo>
                <a:lnTo>
                  <a:pt x="1996147" y="3241484"/>
                </a:lnTo>
                <a:close/>
              </a:path>
              <a:path w="3812540" h="3546475">
                <a:moveTo>
                  <a:pt x="2420302" y="3241484"/>
                </a:moveTo>
                <a:lnTo>
                  <a:pt x="2404173" y="3241484"/>
                </a:lnTo>
                <a:lnTo>
                  <a:pt x="2394864" y="3254184"/>
                </a:lnTo>
                <a:lnTo>
                  <a:pt x="2410993" y="3266884"/>
                </a:lnTo>
                <a:lnTo>
                  <a:pt x="2420302" y="3241484"/>
                </a:lnTo>
                <a:close/>
              </a:path>
              <a:path w="3812540" h="3546475">
                <a:moveTo>
                  <a:pt x="2575064" y="3254184"/>
                </a:moveTo>
                <a:lnTo>
                  <a:pt x="2560370" y="3254184"/>
                </a:lnTo>
                <a:lnTo>
                  <a:pt x="2551874" y="3266884"/>
                </a:lnTo>
                <a:lnTo>
                  <a:pt x="2566580" y="3266884"/>
                </a:lnTo>
                <a:lnTo>
                  <a:pt x="2575064" y="3254184"/>
                </a:lnTo>
                <a:close/>
              </a:path>
              <a:path w="3812540" h="3546475">
                <a:moveTo>
                  <a:pt x="2968447" y="3241484"/>
                </a:moveTo>
                <a:lnTo>
                  <a:pt x="2962414" y="3254184"/>
                </a:lnTo>
                <a:lnTo>
                  <a:pt x="2972853" y="3266884"/>
                </a:lnTo>
                <a:lnTo>
                  <a:pt x="2978873" y="3254184"/>
                </a:lnTo>
                <a:lnTo>
                  <a:pt x="2968447" y="3241484"/>
                </a:lnTo>
                <a:close/>
              </a:path>
              <a:path w="3812540" h="3546475">
                <a:moveTo>
                  <a:pt x="3133648" y="3254184"/>
                </a:moveTo>
                <a:lnTo>
                  <a:pt x="3124631" y="3254184"/>
                </a:lnTo>
                <a:lnTo>
                  <a:pt x="3119424" y="3266884"/>
                </a:lnTo>
                <a:lnTo>
                  <a:pt x="3128441" y="3266884"/>
                </a:lnTo>
                <a:lnTo>
                  <a:pt x="3133648" y="3254184"/>
                </a:lnTo>
                <a:close/>
              </a:path>
              <a:path w="3812540" h="3546475">
                <a:moveTo>
                  <a:pt x="399003" y="3190684"/>
                </a:moveTo>
                <a:lnTo>
                  <a:pt x="378186" y="3228784"/>
                </a:lnTo>
                <a:lnTo>
                  <a:pt x="414243" y="3254184"/>
                </a:lnTo>
                <a:lnTo>
                  <a:pt x="435058" y="3216084"/>
                </a:lnTo>
                <a:lnTo>
                  <a:pt x="399003" y="3190684"/>
                </a:lnTo>
                <a:close/>
              </a:path>
              <a:path w="3812540" h="3546475">
                <a:moveTo>
                  <a:pt x="963269" y="3203384"/>
                </a:moveTo>
                <a:lnTo>
                  <a:pt x="945738" y="3228784"/>
                </a:lnTo>
                <a:lnTo>
                  <a:pt x="976099" y="3254184"/>
                </a:lnTo>
                <a:lnTo>
                  <a:pt x="993631" y="3216084"/>
                </a:lnTo>
                <a:lnTo>
                  <a:pt x="963269" y="3203384"/>
                </a:lnTo>
                <a:close/>
              </a:path>
              <a:path w="3812540" h="3546475">
                <a:moveTo>
                  <a:pt x="1119455" y="3216084"/>
                </a:moveTo>
                <a:lnTo>
                  <a:pt x="1102747" y="3241484"/>
                </a:lnTo>
                <a:lnTo>
                  <a:pt x="1131684" y="3254184"/>
                </a:lnTo>
                <a:lnTo>
                  <a:pt x="1148392" y="3228784"/>
                </a:lnTo>
                <a:lnTo>
                  <a:pt x="1119455" y="3216084"/>
                </a:lnTo>
                <a:close/>
              </a:path>
              <a:path w="3812540" h="3546475">
                <a:moveTo>
                  <a:pt x="1527530" y="3203384"/>
                </a:moveTo>
                <a:lnTo>
                  <a:pt x="1513293" y="3228784"/>
                </a:lnTo>
                <a:lnTo>
                  <a:pt x="1537957" y="3254184"/>
                </a:lnTo>
                <a:lnTo>
                  <a:pt x="1552193" y="3228784"/>
                </a:lnTo>
                <a:lnTo>
                  <a:pt x="1527530" y="3203384"/>
                </a:lnTo>
                <a:close/>
              </a:path>
              <a:path w="3812540" h="3546475">
                <a:moveTo>
                  <a:pt x="1683715" y="3216084"/>
                </a:moveTo>
                <a:lnTo>
                  <a:pt x="1670303" y="3241484"/>
                </a:lnTo>
                <a:lnTo>
                  <a:pt x="1693544" y="3254184"/>
                </a:lnTo>
                <a:lnTo>
                  <a:pt x="1706968" y="3228784"/>
                </a:lnTo>
                <a:lnTo>
                  <a:pt x="1683715" y="3216084"/>
                </a:lnTo>
                <a:close/>
              </a:path>
              <a:path w="3812540" h="3546475">
                <a:moveTo>
                  <a:pt x="2247988" y="3228784"/>
                </a:moveTo>
                <a:lnTo>
                  <a:pt x="2237854" y="3241484"/>
                </a:lnTo>
                <a:lnTo>
                  <a:pt x="2255405" y="3254184"/>
                </a:lnTo>
                <a:lnTo>
                  <a:pt x="2265540" y="3241484"/>
                </a:lnTo>
                <a:lnTo>
                  <a:pt x="2247988" y="3228784"/>
                </a:lnTo>
                <a:close/>
              </a:path>
              <a:path w="3812540" h="3546475">
                <a:moveTo>
                  <a:pt x="2812262" y="3228784"/>
                </a:moveTo>
                <a:lnTo>
                  <a:pt x="2805404" y="3241484"/>
                </a:lnTo>
                <a:lnTo>
                  <a:pt x="2817266" y="3254184"/>
                </a:lnTo>
                <a:lnTo>
                  <a:pt x="2824111" y="3241484"/>
                </a:lnTo>
                <a:lnTo>
                  <a:pt x="2812262" y="3228784"/>
                </a:lnTo>
                <a:close/>
              </a:path>
              <a:path w="3812540" h="3546475">
                <a:moveTo>
                  <a:pt x="86632" y="3177984"/>
                </a:moveTo>
                <a:lnTo>
                  <a:pt x="64169" y="3216084"/>
                </a:lnTo>
                <a:lnTo>
                  <a:pt x="103068" y="3241484"/>
                </a:lnTo>
                <a:lnTo>
                  <a:pt x="125526" y="3203384"/>
                </a:lnTo>
                <a:lnTo>
                  <a:pt x="86632" y="3177984"/>
                </a:lnTo>
                <a:close/>
              </a:path>
              <a:path w="3812540" h="3546475">
                <a:moveTo>
                  <a:pt x="242768" y="3190684"/>
                </a:moveTo>
                <a:lnTo>
                  <a:pt x="220995" y="3228784"/>
                </a:lnTo>
                <a:lnTo>
                  <a:pt x="258707" y="3241484"/>
                </a:lnTo>
                <a:lnTo>
                  <a:pt x="280482" y="3203384"/>
                </a:lnTo>
                <a:lnTo>
                  <a:pt x="242768" y="3190684"/>
                </a:lnTo>
                <a:close/>
              </a:path>
              <a:path w="3812540" h="3546475">
                <a:moveTo>
                  <a:pt x="807079" y="3190684"/>
                </a:moveTo>
                <a:lnTo>
                  <a:pt x="788734" y="3228784"/>
                </a:lnTo>
                <a:lnTo>
                  <a:pt x="820513" y="3241484"/>
                </a:lnTo>
                <a:lnTo>
                  <a:pt x="838864" y="3216084"/>
                </a:lnTo>
                <a:lnTo>
                  <a:pt x="807079" y="3190684"/>
                </a:lnTo>
                <a:close/>
              </a:path>
              <a:path w="3812540" h="3546475">
                <a:moveTo>
                  <a:pt x="1371345" y="3203384"/>
                </a:moveTo>
                <a:lnTo>
                  <a:pt x="1356283" y="3228784"/>
                </a:lnTo>
                <a:lnTo>
                  <a:pt x="1382369" y="3241484"/>
                </a:lnTo>
                <a:lnTo>
                  <a:pt x="1397431" y="3216084"/>
                </a:lnTo>
                <a:lnTo>
                  <a:pt x="1371345" y="3203384"/>
                </a:lnTo>
                <a:close/>
              </a:path>
              <a:path w="3812540" h="3546475">
                <a:moveTo>
                  <a:pt x="1935606" y="3203384"/>
                </a:moveTo>
                <a:lnTo>
                  <a:pt x="1923834" y="3228784"/>
                </a:lnTo>
                <a:lnTo>
                  <a:pt x="1944230" y="3241484"/>
                </a:lnTo>
                <a:lnTo>
                  <a:pt x="1956003" y="3216084"/>
                </a:lnTo>
                <a:lnTo>
                  <a:pt x="1935606" y="3203384"/>
                </a:lnTo>
                <a:close/>
              </a:path>
              <a:path w="3812540" h="3546475">
                <a:moveTo>
                  <a:pt x="2091804" y="3216084"/>
                </a:moveTo>
                <a:lnTo>
                  <a:pt x="2080844" y="3241484"/>
                </a:lnTo>
                <a:lnTo>
                  <a:pt x="2099817" y="3241484"/>
                </a:lnTo>
                <a:lnTo>
                  <a:pt x="2110777" y="3228784"/>
                </a:lnTo>
                <a:lnTo>
                  <a:pt x="2091804" y="3216084"/>
                </a:lnTo>
                <a:close/>
              </a:path>
              <a:path w="3812540" h="3546475">
                <a:moveTo>
                  <a:pt x="2514764" y="3216084"/>
                </a:moveTo>
                <a:lnTo>
                  <a:pt x="2499829" y="3216084"/>
                </a:lnTo>
                <a:lnTo>
                  <a:pt x="2491193" y="3228784"/>
                </a:lnTo>
                <a:lnTo>
                  <a:pt x="2506141" y="3241484"/>
                </a:lnTo>
                <a:lnTo>
                  <a:pt x="2514764" y="3216084"/>
                </a:lnTo>
                <a:close/>
              </a:path>
              <a:path w="3812540" h="3546475">
                <a:moveTo>
                  <a:pt x="2669539" y="3228784"/>
                </a:moveTo>
                <a:lnTo>
                  <a:pt x="2656014" y="3228784"/>
                </a:lnTo>
                <a:lnTo>
                  <a:pt x="2648216" y="3241484"/>
                </a:lnTo>
                <a:lnTo>
                  <a:pt x="2661729" y="3241484"/>
                </a:lnTo>
                <a:lnTo>
                  <a:pt x="2669539" y="3228784"/>
                </a:lnTo>
                <a:close/>
              </a:path>
              <a:path w="3812540" h="3546475">
                <a:moveTo>
                  <a:pt x="3227920" y="3228784"/>
                </a:moveTo>
                <a:lnTo>
                  <a:pt x="3220338" y="3228784"/>
                </a:lnTo>
                <a:lnTo>
                  <a:pt x="3215957" y="3241484"/>
                </a:lnTo>
                <a:lnTo>
                  <a:pt x="3223539" y="3241484"/>
                </a:lnTo>
                <a:lnTo>
                  <a:pt x="3227920" y="3228784"/>
                </a:lnTo>
                <a:close/>
              </a:path>
              <a:path w="3812540" h="3546475">
                <a:moveTo>
                  <a:pt x="494659" y="3165284"/>
                </a:moveTo>
                <a:lnTo>
                  <a:pt x="474529" y="3203384"/>
                </a:lnTo>
                <a:lnTo>
                  <a:pt x="509394" y="3228784"/>
                </a:lnTo>
                <a:lnTo>
                  <a:pt x="529525" y="3190684"/>
                </a:lnTo>
                <a:lnTo>
                  <a:pt x="494659" y="3165284"/>
                </a:lnTo>
                <a:close/>
              </a:path>
              <a:path w="3812540" h="3546475">
                <a:moveTo>
                  <a:pt x="650845" y="3177984"/>
                </a:moveTo>
                <a:lnTo>
                  <a:pt x="631532" y="3216084"/>
                </a:lnTo>
                <a:lnTo>
                  <a:pt x="664978" y="3228784"/>
                </a:lnTo>
                <a:lnTo>
                  <a:pt x="684287" y="3203384"/>
                </a:lnTo>
                <a:lnTo>
                  <a:pt x="650845" y="3177984"/>
                </a:lnTo>
                <a:close/>
              </a:path>
              <a:path w="3812540" h="3546475">
                <a:moveTo>
                  <a:pt x="1058922" y="3177984"/>
                </a:moveTo>
                <a:lnTo>
                  <a:pt x="1042079" y="3203384"/>
                </a:lnTo>
                <a:lnTo>
                  <a:pt x="1071255" y="3228784"/>
                </a:lnTo>
                <a:lnTo>
                  <a:pt x="1088097" y="3190684"/>
                </a:lnTo>
                <a:lnTo>
                  <a:pt x="1058922" y="3177984"/>
                </a:lnTo>
                <a:close/>
              </a:path>
              <a:path w="3812540" h="3546475">
                <a:moveTo>
                  <a:pt x="1215106" y="3190684"/>
                </a:moveTo>
                <a:lnTo>
                  <a:pt x="1199088" y="3216084"/>
                </a:lnTo>
                <a:lnTo>
                  <a:pt x="1226835" y="3228784"/>
                </a:lnTo>
                <a:lnTo>
                  <a:pt x="1242858" y="3203384"/>
                </a:lnTo>
                <a:lnTo>
                  <a:pt x="1215106" y="3190684"/>
                </a:lnTo>
                <a:close/>
              </a:path>
              <a:path w="3812540" h="3546475">
                <a:moveTo>
                  <a:pt x="1779371" y="3190684"/>
                </a:moveTo>
                <a:lnTo>
                  <a:pt x="1766633" y="3216084"/>
                </a:lnTo>
                <a:lnTo>
                  <a:pt x="1788693" y="3228784"/>
                </a:lnTo>
                <a:lnTo>
                  <a:pt x="1801431" y="3203384"/>
                </a:lnTo>
                <a:lnTo>
                  <a:pt x="1779371" y="3190684"/>
                </a:lnTo>
                <a:close/>
              </a:path>
              <a:path w="3812540" h="3546475">
                <a:moveTo>
                  <a:pt x="2343645" y="3203384"/>
                </a:moveTo>
                <a:lnTo>
                  <a:pt x="2334196" y="3216084"/>
                </a:lnTo>
                <a:lnTo>
                  <a:pt x="2350553" y="3228784"/>
                </a:lnTo>
                <a:lnTo>
                  <a:pt x="2360002" y="3216084"/>
                </a:lnTo>
                <a:lnTo>
                  <a:pt x="2343645" y="3203384"/>
                </a:lnTo>
                <a:close/>
              </a:path>
              <a:path w="3812540" h="3546475">
                <a:moveTo>
                  <a:pt x="2907906" y="3203384"/>
                </a:moveTo>
                <a:lnTo>
                  <a:pt x="2901746" y="3216084"/>
                </a:lnTo>
                <a:lnTo>
                  <a:pt x="2912414" y="3228784"/>
                </a:lnTo>
                <a:lnTo>
                  <a:pt x="2918586" y="3216084"/>
                </a:lnTo>
                <a:lnTo>
                  <a:pt x="2907906" y="3203384"/>
                </a:lnTo>
                <a:close/>
              </a:path>
              <a:path w="3812540" h="3546475">
                <a:moveTo>
                  <a:pt x="3064103" y="3216084"/>
                </a:moveTo>
                <a:lnTo>
                  <a:pt x="3058756" y="3228784"/>
                </a:lnTo>
                <a:lnTo>
                  <a:pt x="3073349" y="3228784"/>
                </a:lnTo>
                <a:lnTo>
                  <a:pt x="3064103" y="3216084"/>
                </a:lnTo>
                <a:close/>
              </a:path>
              <a:path w="3812540" h="3546475">
                <a:moveTo>
                  <a:pt x="338475" y="3165284"/>
                </a:moveTo>
                <a:lnTo>
                  <a:pt x="317520" y="3190684"/>
                </a:lnTo>
                <a:lnTo>
                  <a:pt x="353809" y="3216084"/>
                </a:lnTo>
                <a:lnTo>
                  <a:pt x="374764" y="3177984"/>
                </a:lnTo>
                <a:lnTo>
                  <a:pt x="338475" y="3165284"/>
                </a:lnTo>
                <a:close/>
              </a:path>
              <a:path w="3812540" h="3546475">
                <a:moveTo>
                  <a:pt x="902732" y="3165284"/>
                </a:moveTo>
                <a:lnTo>
                  <a:pt x="885070" y="3203384"/>
                </a:lnTo>
                <a:lnTo>
                  <a:pt x="915664" y="3216084"/>
                </a:lnTo>
                <a:lnTo>
                  <a:pt x="933335" y="3190684"/>
                </a:lnTo>
                <a:lnTo>
                  <a:pt x="902732" y="3165284"/>
                </a:lnTo>
                <a:close/>
              </a:path>
              <a:path w="3812540" h="3546475">
                <a:moveTo>
                  <a:pt x="1466989" y="3177984"/>
                </a:moveTo>
                <a:lnTo>
                  <a:pt x="1452613" y="3203384"/>
                </a:lnTo>
                <a:lnTo>
                  <a:pt x="1477530" y="3216084"/>
                </a:lnTo>
                <a:lnTo>
                  <a:pt x="1491907" y="3190684"/>
                </a:lnTo>
                <a:lnTo>
                  <a:pt x="1466989" y="3177984"/>
                </a:lnTo>
                <a:close/>
              </a:path>
              <a:path w="3812540" h="3546475">
                <a:moveTo>
                  <a:pt x="1623186" y="3190684"/>
                </a:moveTo>
                <a:lnTo>
                  <a:pt x="1609623" y="3203384"/>
                </a:lnTo>
                <a:lnTo>
                  <a:pt x="1633105" y="3216084"/>
                </a:lnTo>
                <a:lnTo>
                  <a:pt x="1646669" y="3203384"/>
                </a:lnTo>
                <a:lnTo>
                  <a:pt x="1623186" y="3190684"/>
                </a:lnTo>
                <a:close/>
              </a:path>
              <a:path w="3812540" h="3546475">
                <a:moveTo>
                  <a:pt x="2031263" y="3177984"/>
                </a:moveTo>
                <a:lnTo>
                  <a:pt x="2020176" y="3203384"/>
                </a:lnTo>
                <a:lnTo>
                  <a:pt x="2039391" y="3216084"/>
                </a:lnTo>
                <a:lnTo>
                  <a:pt x="2050478" y="3190684"/>
                </a:lnTo>
                <a:lnTo>
                  <a:pt x="2031263" y="3177984"/>
                </a:lnTo>
                <a:close/>
              </a:path>
              <a:path w="3812540" h="3546475">
                <a:moveTo>
                  <a:pt x="2187460" y="3190684"/>
                </a:moveTo>
                <a:lnTo>
                  <a:pt x="2177186" y="3216084"/>
                </a:lnTo>
                <a:lnTo>
                  <a:pt x="2194966" y="3216084"/>
                </a:lnTo>
                <a:lnTo>
                  <a:pt x="2205240" y="3203384"/>
                </a:lnTo>
                <a:lnTo>
                  <a:pt x="2187460" y="3190684"/>
                </a:lnTo>
                <a:close/>
              </a:path>
              <a:path w="3812540" h="3546475">
                <a:moveTo>
                  <a:pt x="2609049" y="3190684"/>
                </a:moveTo>
                <a:lnTo>
                  <a:pt x="2595536" y="3190684"/>
                </a:lnTo>
                <a:lnTo>
                  <a:pt x="2587726" y="3203384"/>
                </a:lnTo>
                <a:lnTo>
                  <a:pt x="2601251" y="3216084"/>
                </a:lnTo>
                <a:lnTo>
                  <a:pt x="2609049" y="3190684"/>
                </a:lnTo>
                <a:close/>
              </a:path>
              <a:path w="3812540" h="3546475">
                <a:moveTo>
                  <a:pt x="2763811" y="3203384"/>
                </a:moveTo>
                <a:lnTo>
                  <a:pt x="2751721" y="3203384"/>
                </a:lnTo>
                <a:lnTo>
                  <a:pt x="2744736" y="3216084"/>
                </a:lnTo>
                <a:lnTo>
                  <a:pt x="2756826" y="3216084"/>
                </a:lnTo>
                <a:lnTo>
                  <a:pt x="2763811" y="3203384"/>
                </a:lnTo>
                <a:close/>
              </a:path>
              <a:path w="3812540" h="3546475">
                <a:moveTo>
                  <a:pt x="26094" y="3139884"/>
                </a:moveTo>
                <a:lnTo>
                  <a:pt x="3502" y="3177984"/>
                </a:lnTo>
                <a:lnTo>
                  <a:pt x="42639" y="3203384"/>
                </a:lnTo>
                <a:lnTo>
                  <a:pt x="65231" y="3165284"/>
                </a:lnTo>
                <a:lnTo>
                  <a:pt x="26094" y="3139884"/>
                </a:lnTo>
                <a:close/>
              </a:path>
              <a:path w="3812540" h="3546475">
                <a:moveTo>
                  <a:pt x="182284" y="3152584"/>
                </a:moveTo>
                <a:lnTo>
                  <a:pt x="160506" y="3190684"/>
                </a:lnTo>
                <a:lnTo>
                  <a:pt x="198224" y="3203384"/>
                </a:lnTo>
                <a:lnTo>
                  <a:pt x="219998" y="3177984"/>
                </a:lnTo>
                <a:lnTo>
                  <a:pt x="182284" y="3152584"/>
                </a:lnTo>
                <a:close/>
              </a:path>
              <a:path w="3812540" h="3546475">
                <a:moveTo>
                  <a:pt x="590362" y="3152584"/>
                </a:moveTo>
                <a:lnTo>
                  <a:pt x="571052" y="3177984"/>
                </a:lnTo>
                <a:lnTo>
                  <a:pt x="604494" y="3203384"/>
                </a:lnTo>
                <a:lnTo>
                  <a:pt x="623803" y="3165284"/>
                </a:lnTo>
                <a:lnTo>
                  <a:pt x="590362" y="3152584"/>
                </a:lnTo>
                <a:close/>
              </a:path>
              <a:path w="3812540" h="3546475">
                <a:moveTo>
                  <a:pt x="746546" y="3152584"/>
                </a:moveTo>
                <a:lnTo>
                  <a:pt x="728061" y="3190684"/>
                </a:lnTo>
                <a:lnTo>
                  <a:pt x="760084" y="3203384"/>
                </a:lnTo>
                <a:lnTo>
                  <a:pt x="778569" y="3177984"/>
                </a:lnTo>
                <a:lnTo>
                  <a:pt x="746546" y="3152584"/>
                </a:lnTo>
                <a:close/>
              </a:path>
              <a:path w="3812540" h="3546475">
                <a:moveTo>
                  <a:pt x="1154573" y="3152584"/>
                </a:moveTo>
                <a:lnTo>
                  <a:pt x="1138416" y="3177984"/>
                </a:lnTo>
                <a:lnTo>
                  <a:pt x="1166406" y="3203384"/>
                </a:lnTo>
                <a:lnTo>
                  <a:pt x="1182562" y="3165284"/>
                </a:lnTo>
                <a:lnTo>
                  <a:pt x="1154573" y="3152584"/>
                </a:lnTo>
                <a:close/>
              </a:path>
              <a:path w="3812540" h="3546475">
                <a:moveTo>
                  <a:pt x="1310817" y="3165284"/>
                </a:moveTo>
                <a:lnTo>
                  <a:pt x="1295603" y="3190684"/>
                </a:lnTo>
                <a:lnTo>
                  <a:pt x="1321942" y="3203384"/>
                </a:lnTo>
                <a:lnTo>
                  <a:pt x="1337144" y="3177984"/>
                </a:lnTo>
                <a:lnTo>
                  <a:pt x="1310817" y="3165284"/>
                </a:lnTo>
                <a:close/>
              </a:path>
              <a:path w="3812540" h="3546475">
                <a:moveTo>
                  <a:pt x="1875078" y="3165284"/>
                </a:moveTo>
                <a:lnTo>
                  <a:pt x="1863166" y="3190684"/>
                </a:lnTo>
                <a:lnTo>
                  <a:pt x="1883803" y="3203384"/>
                </a:lnTo>
                <a:lnTo>
                  <a:pt x="1895716" y="3177984"/>
                </a:lnTo>
                <a:lnTo>
                  <a:pt x="1875078" y="3165284"/>
                </a:lnTo>
                <a:close/>
              </a:path>
              <a:path w="3812540" h="3546475">
                <a:moveTo>
                  <a:pt x="2439352" y="3177984"/>
                </a:moveTo>
                <a:lnTo>
                  <a:pt x="2430716" y="3190684"/>
                </a:lnTo>
                <a:lnTo>
                  <a:pt x="2445664" y="3203384"/>
                </a:lnTo>
                <a:lnTo>
                  <a:pt x="2454287" y="3190684"/>
                </a:lnTo>
                <a:lnTo>
                  <a:pt x="2439352" y="3177984"/>
                </a:lnTo>
                <a:close/>
              </a:path>
              <a:path w="3812540" h="3546475">
                <a:moveTo>
                  <a:pt x="3013049" y="3190684"/>
                </a:moveTo>
                <a:lnTo>
                  <a:pt x="2998088" y="3190684"/>
                </a:lnTo>
                <a:lnTo>
                  <a:pt x="3007575" y="3203384"/>
                </a:lnTo>
                <a:lnTo>
                  <a:pt x="3013049" y="3190684"/>
                </a:lnTo>
                <a:close/>
              </a:path>
              <a:path w="3812540" h="3546475">
                <a:moveTo>
                  <a:pt x="3159810" y="3190684"/>
                </a:moveTo>
                <a:lnTo>
                  <a:pt x="3155289" y="3203384"/>
                </a:lnTo>
                <a:lnTo>
                  <a:pt x="3167633" y="3203384"/>
                </a:lnTo>
                <a:lnTo>
                  <a:pt x="3159810" y="3190684"/>
                </a:lnTo>
                <a:close/>
              </a:path>
              <a:path w="3812540" h="3546475">
                <a:moveTo>
                  <a:pt x="434176" y="3139884"/>
                </a:moveTo>
                <a:lnTo>
                  <a:pt x="414045" y="3165284"/>
                </a:lnTo>
                <a:lnTo>
                  <a:pt x="448910" y="3190684"/>
                </a:lnTo>
                <a:lnTo>
                  <a:pt x="469041" y="3152584"/>
                </a:lnTo>
                <a:lnTo>
                  <a:pt x="434176" y="3139884"/>
                </a:lnTo>
                <a:close/>
              </a:path>
              <a:path w="3812540" h="3546475">
                <a:moveTo>
                  <a:pt x="998388" y="3139884"/>
                </a:moveTo>
                <a:lnTo>
                  <a:pt x="981407" y="3177984"/>
                </a:lnTo>
                <a:lnTo>
                  <a:pt x="1010820" y="3190684"/>
                </a:lnTo>
                <a:lnTo>
                  <a:pt x="1027796" y="3165284"/>
                </a:lnTo>
                <a:lnTo>
                  <a:pt x="998388" y="3139884"/>
                </a:lnTo>
                <a:close/>
              </a:path>
              <a:path w="3812540" h="3546475">
                <a:moveTo>
                  <a:pt x="1562658" y="3152584"/>
                </a:moveTo>
                <a:lnTo>
                  <a:pt x="1548955" y="3177984"/>
                </a:lnTo>
                <a:lnTo>
                  <a:pt x="1572679" y="3190684"/>
                </a:lnTo>
                <a:lnTo>
                  <a:pt x="1586369" y="3165284"/>
                </a:lnTo>
                <a:lnTo>
                  <a:pt x="1562658" y="3152584"/>
                </a:lnTo>
                <a:close/>
              </a:path>
              <a:path w="3812540" h="3546475">
                <a:moveTo>
                  <a:pt x="1718843" y="3165284"/>
                </a:moveTo>
                <a:lnTo>
                  <a:pt x="1705965" y="3177984"/>
                </a:lnTo>
                <a:lnTo>
                  <a:pt x="1728266" y="3190684"/>
                </a:lnTo>
                <a:lnTo>
                  <a:pt x="1741131" y="3177984"/>
                </a:lnTo>
                <a:lnTo>
                  <a:pt x="1718843" y="3165284"/>
                </a:lnTo>
                <a:close/>
              </a:path>
              <a:path w="3812540" h="3546475">
                <a:moveTo>
                  <a:pt x="2126919" y="3152584"/>
                </a:moveTo>
                <a:lnTo>
                  <a:pt x="2116518" y="3177984"/>
                </a:lnTo>
                <a:lnTo>
                  <a:pt x="2134539" y="3190684"/>
                </a:lnTo>
                <a:lnTo>
                  <a:pt x="2144940" y="3165284"/>
                </a:lnTo>
                <a:lnTo>
                  <a:pt x="2126919" y="3152584"/>
                </a:lnTo>
                <a:close/>
              </a:path>
              <a:path w="3812540" h="3546475">
                <a:moveTo>
                  <a:pt x="2283104" y="3165284"/>
                </a:moveTo>
                <a:lnTo>
                  <a:pt x="2273528" y="3177984"/>
                </a:lnTo>
                <a:lnTo>
                  <a:pt x="2290127" y="3190684"/>
                </a:lnTo>
                <a:lnTo>
                  <a:pt x="2299715" y="3177984"/>
                </a:lnTo>
                <a:lnTo>
                  <a:pt x="2283104" y="3165284"/>
                </a:lnTo>
                <a:close/>
              </a:path>
              <a:path w="3812540" h="3546475">
                <a:moveTo>
                  <a:pt x="2858096" y="3177984"/>
                </a:moveTo>
                <a:lnTo>
                  <a:pt x="2847428" y="3177984"/>
                </a:lnTo>
                <a:lnTo>
                  <a:pt x="2841256" y="3190684"/>
                </a:lnTo>
                <a:lnTo>
                  <a:pt x="2851937" y="3190684"/>
                </a:lnTo>
                <a:lnTo>
                  <a:pt x="2858096" y="3177984"/>
                </a:lnTo>
                <a:close/>
              </a:path>
              <a:path w="3812540" h="3546475">
                <a:moveTo>
                  <a:pt x="121751" y="3114484"/>
                </a:moveTo>
                <a:lnTo>
                  <a:pt x="99843" y="3152584"/>
                </a:lnTo>
                <a:lnTo>
                  <a:pt x="137789" y="3177984"/>
                </a:lnTo>
                <a:lnTo>
                  <a:pt x="159702" y="3139884"/>
                </a:lnTo>
                <a:lnTo>
                  <a:pt x="121751" y="3114484"/>
                </a:lnTo>
                <a:close/>
              </a:path>
              <a:path w="3812540" h="3546475">
                <a:moveTo>
                  <a:pt x="277936" y="3127184"/>
                </a:moveTo>
                <a:lnTo>
                  <a:pt x="256847" y="3165284"/>
                </a:lnTo>
                <a:lnTo>
                  <a:pt x="293380" y="3177984"/>
                </a:lnTo>
                <a:lnTo>
                  <a:pt x="314463" y="3152584"/>
                </a:lnTo>
                <a:lnTo>
                  <a:pt x="277936" y="3127184"/>
                </a:lnTo>
                <a:close/>
              </a:path>
              <a:path w="3812540" h="3546475">
                <a:moveTo>
                  <a:pt x="686018" y="3127184"/>
                </a:moveTo>
                <a:lnTo>
                  <a:pt x="667390" y="3152584"/>
                </a:lnTo>
                <a:lnTo>
                  <a:pt x="699650" y="3177984"/>
                </a:lnTo>
                <a:lnTo>
                  <a:pt x="718273" y="3139884"/>
                </a:lnTo>
                <a:lnTo>
                  <a:pt x="686018" y="3127184"/>
                </a:lnTo>
                <a:close/>
              </a:path>
              <a:path w="3812540" h="3546475">
                <a:moveTo>
                  <a:pt x="842202" y="3127184"/>
                </a:moveTo>
                <a:lnTo>
                  <a:pt x="824398" y="3165284"/>
                </a:lnTo>
                <a:lnTo>
                  <a:pt x="855230" y="3177984"/>
                </a:lnTo>
                <a:lnTo>
                  <a:pt x="873036" y="3152584"/>
                </a:lnTo>
                <a:lnTo>
                  <a:pt x="842202" y="3127184"/>
                </a:lnTo>
                <a:close/>
              </a:path>
              <a:path w="3812540" h="3546475">
                <a:moveTo>
                  <a:pt x="1406461" y="3139884"/>
                </a:moveTo>
                <a:lnTo>
                  <a:pt x="1391945" y="3165284"/>
                </a:lnTo>
                <a:lnTo>
                  <a:pt x="1417091" y="3177984"/>
                </a:lnTo>
                <a:lnTo>
                  <a:pt x="1431607" y="3152584"/>
                </a:lnTo>
                <a:lnTo>
                  <a:pt x="1406461" y="3139884"/>
                </a:lnTo>
                <a:close/>
              </a:path>
              <a:path w="3812540" h="3546475">
                <a:moveTo>
                  <a:pt x="1990178" y="3152584"/>
                </a:moveTo>
                <a:lnTo>
                  <a:pt x="1970735" y="3152584"/>
                </a:lnTo>
                <a:lnTo>
                  <a:pt x="1959495" y="3165284"/>
                </a:lnTo>
                <a:lnTo>
                  <a:pt x="1978951" y="3177984"/>
                </a:lnTo>
                <a:lnTo>
                  <a:pt x="1990178" y="3152584"/>
                </a:lnTo>
                <a:close/>
              </a:path>
              <a:path w="3812540" h="3546475">
                <a:moveTo>
                  <a:pt x="2534996" y="3152584"/>
                </a:moveTo>
                <a:lnTo>
                  <a:pt x="2527058" y="3165284"/>
                </a:lnTo>
                <a:lnTo>
                  <a:pt x="2540812" y="3177984"/>
                </a:lnTo>
                <a:lnTo>
                  <a:pt x="2548750" y="3165284"/>
                </a:lnTo>
                <a:lnTo>
                  <a:pt x="2534996" y="3152584"/>
                </a:lnTo>
                <a:close/>
              </a:path>
              <a:path w="3812540" h="3546475">
                <a:moveTo>
                  <a:pt x="2703525" y="3165284"/>
                </a:moveTo>
                <a:lnTo>
                  <a:pt x="2691193" y="3165284"/>
                </a:lnTo>
                <a:lnTo>
                  <a:pt x="2684068" y="3177984"/>
                </a:lnTo>
                <a:lnTo>
                  <a:pt x="2696400" y="3177984"/>
                </a:lnTo>
                <a:lnTo>
                  <a:pt x="2703525" y="3165284"/>
                </a:lnTo>
                <a:close/>
              </a:path>
              <a:path w="3812540" h="3546475">
                <a:moveTo>
                  <a:pt x="3107334" y="3165284"/>
                </a:moveTo>
                <a:lnTo>
                  <a:pt x="3094608" y="3165284"/>
                </a:lnTo>
                <a:lnTo>
                  <a:pt x="3102673" y="3177984"/>
                </a:lnTo>
                <a:lnTo>
                  <a:pt x="3107334" y="3165284"/>
                </a:lnTo>
                <a:close/>
              </a:path>
              <a:path w="3812540" h="3546475">
                <a:moveTo>
                  <a:pt x="3255454" y="3165284"/>
                </a:moveTo>
                <a:lnTo>
                  <a:pt x="3251618" y="3177984"/>
                </a:lnTo>
                <a:lnTo>
                  <a:pt x="3262096" y="3177984"/>
                </a:lnTo>
                <a:lnTo>
                  <a:pt x="3255454" y="3165284"/>
                </a:lnTo>
                <a:close/>
              </a:path>
              <a:path w="3812540" h="3546475">
                <a:moveTo>
                  <a:pt x="529828" y="3114484"/>
                </a:moveTo>
                <a:lnTo>
                  <a:pt x="510386" y="3139884"/>
                </a:lnTo>
                <a:lnTo>
                  <a:pt x="544065" y="3165284"/>
                </a:lnTo>
                <a:lnTo>
                  <a:pt x="563512" y="3127184"/>
                </a:lnTo>
                <a:lnTo>
                  <a:pt x="529828" y="3114484"/>
                </a:lnTo>
                <a:close/>
              </a:path>
              <a:path w="3812540" h="3546475">
                <a:moveTo>
                  <a:pt x="1094094" y="3114484"/>
                </a:moveTo>
                <a:lnTo>
                  <a:pt x="1077932" y="3152584"/>
                </a:lnTo>
                <a:lnTo>
                  <a:pt x="1105922" y="3165284"/>
                </a:lnTo>
                <a:lnTo>
                  <a:pt x="1122084" y="3139884"/>
                </a:lnTo>
                <a:lnTo>
                  <a:pt x="1094094" y="3114484"/>
                </a:lnTo>
                <a:close/>
              </a:path>
              <a:path w="3812540" h="3546475">
                <a:moveTo>
                  <a:pt x="1250275" y="3127184"/>
                </a:moveTo>
                <a:lnTo>
                  <a:pt x="1234941" y="3152584"/>
                </a:lnTo>
                <a:lnTo>
                  <a:pt x="1261507" y="3165284"/>
                </a:lnTo>
                <a:lnTo>
                  <a:pt x="1276845" y="3139884"/>
                </a:lnTo>
                <a:lnTo>
                  <a:pt x="1250275" y="3127184"/>
                </a:lnTo>
                <a:close/>
              </a:path>
              <a:path w="3812540" h="3546475">
                <a:moveTo>
                  <a:pt x="1658353" y="3127184"/>
                </a:moveTo>
                <a:lnTo>
                  <a:pt x="1645488" y="3152584"/>
                </a:lnTo>
                <a:lnTo>
                  <a:pt x="1667776" y="3165284"/>
                </a:lnTo>
                <a:lnTo>
                  <a:pt x="1680654" y="3139884"/>
                </a:lnTo>
                <a:lnTo>
                  <a:pt x="1658353" y="3127184"/>
                </a:lnTo>
                <a:close/>
              </a:path>
              <a:path w="3812540" h="3546475">
                <a:moveTo>
                  <a:pt x="1814537" y="3139884"/>
                </a:moveTo>
                <a:lnTo>
                  <a:pt x="1802498" y="3152584"/>
                </a:lnTo>
                <a:lnTo>
                  <a:pt x="1823364" y="3165284"/>
                </a:lnTo>
                <a:lnTo>
                  <a:pt x="1835416" y="3152584"/>
                </a:lnTo>
                <a:lnTo>
                  <a:pt x="1814537" y="3139884"/>
                </a:lnTo>
                <a:close/>
              </a:path>
              <a:path w="3812540" h="3546475">
                <a:moveTo>
                  <a:pt x="2378811" y="3139884"/>
                </a:moveTo>
                <a:lnTo>
                  <a:pt x="2370048" y="3152584"/>
                </a:lnTo>
                <a:lnTo>
                  <a:pt x="2385224" y="3165284"/>
                </a:lnTo>
                <a:lnTo>
                  <a:pt x="2393987" y="3152584"/>
                </a:lnTo>
                <a:lnTo>
                  <a:pt x="2378811" y="3139884"/>
                </a:lnTo>
                <a:close/>
              </a:path>
              <a:path w="3812540" h="3546475">
                <a:moveTo>
                  <a:pt x="2952749" y="3152584"/>
                </a:moveTo>
                <a:lnTo>
                  <a:pt x="2943034" y="3152584"/>
                </a:lnTo>
                <a:lnTo>
                  <a:pt x="2937420" y="3165284"/>
                </a:lnTo>
                <a:lnTo>
                  <a:pt x="2947136" y="3165284"/>
                </a:lnTo>
                <a:lnTo>
                  <a:pt x="2952749" y="3152584"/>
                </a:lnTo>
                <a:close/>
              </a:path>
              <a:path w="3812540" h="3546475">
                <a:moveTo>
                  <a:pt x="217408" y="3089084"/>
                </a:moveTo>
                <a:lnTo>
                  <a:pt x="196180" y="3127184"/>
                </a:lnTo>
                <a:lnTo>
                  <a:pt x="232940" y="3152584"/>
                </a:lnTo>
                <a:lnTo>
                  <a:pt x="254168" y="3114484"/>
                </a:lnTo>
                <a:lnTo>
                  <a:pt x="217408" y="3089084"/>
                </a:lnTo>
                <a:close/>
              </a:path>
              <a:path w="3812540" h="3546475">
                <a:moveTo>
                  <a:pt x="373642" y="3101784"/>
                </a:moveTo>
                <a:lnTo>
                  <a:pt x="353372" y="3139884"/>
                </a:lnTo>
                <a:lnTo>
                  <a:pt x="388476" y="3152584"/>
                </a:lnTo>
                <a:lnTo>
                  <a:pt x="408746" y="3127184"/>
                </a:lnTo>
                <a:lnTo>
                  <a:pt x="373642" y="3101784"/>
                </a:lnTo>
                <a:close/>
              </a:path>
              <a:path w="3812540" h="3546475">
                <a:moveTo>
                  <a:pt x="781669" y="3101784"/>
                </a:moveTo>
                <a:lnTo>
                  <a:pt x="763730" y="3127184"/>
                </a:lnTo>
                <a:lnTo>
                  <a:pt x="794801" y="3152584"/>
                </a:lnTo>
                <a:lnTo>
                  <a:pt x="812740" y="3114484"/>
                </a:lnTo>
                <a:lnTo>
                  <a:pt x="781669" y="3101784"/>
                </a:lnTo>
                <a:close/>
              </a:path>
              <a:path w="3812540" h="3546475">
                <a:moveTo>
                  <a:pt x="937905" y="3101784"/>
                </a:moveTo>
                <a:lnTo>
                  <a:pt x="920923" y="3139884"/>
                </a:lnTo>
                <a:lnTo>
                  <a:pt x="950337" y="3152584"/>
                </a:lnTo>
                <a:lnTo>
                  <a:pt x="967318" y="3127184"/>
                </a:lnTo>
                <a:lnTo>
                  <a:pt x="937905" y="3101784"/>
                </a:lnTo>
                <a:close/>
              </a:path>
              <a:path w="3812540" h="3546475">
                <a:moveTo>
                  <a:pt x="1502168" y="3114484"/>
                </a:moveTo>
                <a:lnTo>
                  <a:pt x="1488478" y="3139884"/>
                </a:lnTo>
                <a:lnTo>
                  <a:pt x="1512188" y="3152584"/>
                </a:lnTo>
                <a:lnTo>
                  <a:pt x="1525892" y="3127184"/>
                </a:lnTo>
                <a:lnTo>
                  <a:pt x="1502168" y="3114484"/>
                </a:lnTo>
                <a:close/>
              </a:path>
              <a:path w="3812540" h="3546475">
                <a:moveTo>
                  <a:pt x="2084654" y="3127184"/>
                </a:moveTo>
                <a:lnTo>
                  <a:pt x="2066378" y="3127184"/>
                </a:lnTo>
                <a:lnTo>
                  <a:pt x="2055837" y="3139884"/>
                </a:lnTo>
                <a:lnTo>
                  <a:pt x="2074100" y="3152584"/>
                </a:lnTo>
                <a:lnTo>
                  <a:pt x="2084654" y="3127184"/>
                </a:lnTo>
                <a:close/>
              </a:path>
              <a:path w="3812540" h="3546475">
                <a:moveTo>
                  <a:pt x="2222576" y="3127184"/>
                </a:moveTo>
                <a:lnTo>
                  <a:pt x="2212847" y="3152584"/>
                </a:lnTo>
                <a:lnTo>
                  <a:pt x="2229688" y="3152584"/>
                </a:lnTo>
                <a:lnTo>
                  <a:pt x="2239416" y="3139884"/>
                </a:lnTo>
                <a:lnTo>
                  <a:pt x="2222576" y="3127184"/>
                </a:lnTo>
                <a:close/>
              </a:path>
              <a:path w="3812540" h="3546475">
                <a:moveTo>
                  <a:pt x="2630652" y="3127184"/>
                </a:moveTo>
                <a:lnTo>
                  <a:pt x="2623388" y="3139884"/>
                </a:lnTo>
                <a:lnTo>
                  <a:pt x="2635973" y="3152584"/>
                </a:lnTo>
                <a:lnTo>
                  <a:pt x="2643225" y="3139884"/>
                </a:lnTo>
                <a:lnTo>
                  <a:pt x="2630652" y="3127184"/>
                </a:lnTo>
                <a:close/>
              </a:path>
              <a:path w="3812540" h="3546475">
                <a:moveTo>
                  <a:pt x="2797809" y="3139884"/>
                </a:moveTo>
                <a:lnTo>
                  <a:pt x="2786887" y="3139884"/>
                </a:lnTo>
                <a:lnTo>
                  <a:pt x="2780588" y="3152584"/>
                </a:lnTo>
                <a:lnTo>
                  <a:pt x="2791510" y="3152584"/>
                </a:lnTo>
                <a:lnTo>
                  <a:pt x="2797809" y="3139884"/>
                </a:lnTo>
                <a:close/>
              </a:path>
              <a:path w="3812540" h="3546475">
                <a:moveTo>
                  <a:pt x="3201796" y="3139884"/>
                </a:moveTo>
                <a:lnTo>
                  <a:pt x="3190951" y="3139884"/>
                </a:lnTo>
                <a:lnTo>
                  <a:pt x="3197834" y="3152584"/>
                </a:lnTo>
                <a:lnTo>
                  <a:pt x="3201796" y="3139884"/>
                </a:lnTo>
                <a:close/>
              </a:path>
              <a:path w="3812540" h="3546475">
                <a:moveTo>
                  <a:pt x="61217" y="3076384"/>
                </a:moveTo>
                <a:lnTo>
                  <a:pt x="39171" y="3114484"/>
                </a:lnTo>
                <a:lnTo>
                  <a:pt x="77355" y="3139884"/>
                </a:lnTo>
                <a:lnTo>
                  <a:pt x="99407" y="3101784"/>
                </a:lnTo>
                <a:lnTo>
                  <a:pt x="61217" y="3076384"/>
                </a:lnTo>
                <a:close/>
              </a:path>
              <a:path w="3812540" h="3546475">
                <a:moveTo>
                  <a:pt x="625534" y="3089084"/>
                </a:moveTo>
                <a:lnTo>
                  <a:pt x="606906" y="3114484"/>
                </a:lnTo>
                <a:lnTo>
                  <a:pt x="639166" y="3139884"/>
                </a:lnTo>
                <a:lnTo>
                  <a:pt x="657790" y="3101784"/>
                </a:lnTo>
                <a:lnTo>
                  <a:pt x="625534" y="3089084"/>
                </a:lnTo>
                <a:close/>
              </a:path>
              <a:path w="3812540" h="3546475">
                <a:moveTo>
                  <a:pt x="1189742" y="3089084"/>
                </a:moveTo>
                <a:lnTo>
                  <a:pt x="1174268" y="3114484"/>
                </a:lnTo>
                <a:lnTo>
                  <a:pt x="1201073" y="3139884"/>
                </a:lnTo>
                <a:lnTo>
                  <a:pt x="1216545" y="3114484"/>
                </a:lnTo>
                <a:lnTo>
                  <a:pt x="1189742" y="3089084"/>
                </a:lnTo>
                <a:close/>
              </a:path>
              <a:path w="3812540" h="3546475">
                <a:moveTo>
                  <a:pt x="1345933" y="3101784"/>
                </a:moveTo>
                <a:lnTo>
                  <a:pt x="1331277" y="3127184"/>
                </a:lnTo>
                <a:lnTo>
                  <a:pt x="1356652" y="3139884"/>
                </a:lnTo>
                <a:lnTo>
                  <a:pt x="1371307" y="3114484"/>
                </a:lnTo>
                <a:lnTo>
                  <a:pt x="1345933" y="3101784"/>
                </a:lnTo>
                <a:close/>
              </a:path>
              <a:path w="3812540" h="3546475">
                <a:moveTo>
                  <a:pt x="1754009" y="3101784"/>
                </a:moveTo>
                <a:lnTo>
                  <a:pt x="1741817" y="3127184"/>
                </a:lnTo>
                <a:lnTo>
                  <a:pt x="1762925" y="3139884"/>
                </a:lnTo>
                <a:lnTo>
                  <a:pt x="1775117" y="3114484"/>
                </a:lnTo>
                <a:lnTo>
                  <a:pt x="1754009" y="3101784"/>
                </a:lnTo>
                <a:close/>
              </a:path>
              <a:path w="3812540" h="3546475">
                <a:moveTo>
                  <a:pt x="1910245" y="3114484"/>
                </a:moveTo>
                <a:lnTo>
                  <a:pt x="1899018" y="3127184"/>
                </a:lnTo>
                <a:lnTo>
                  <a:pt x="1918474" y="3139884"/>
                </a:lnTo>
                <a:lnTo>
                  <a:pt x="1929701" y="3127184"/>
                </a:lnTo>
                <a:lnTo>
                  <a:pt x="1910245" y="3114484"/>
                </a:lnTo>
                <a:close/>
              </a:path>
              <a:path w="3812540" h="3546475">
                <a:moveTo>
                  <a:pt x="2474467" y="3114484"/>
                </a:moveTo>
                <a:lnTo>
                  <a:pt x="2466390" y="3127184"/>
                </a:lnTo>
                <a:lnTo>
                  <a:pt x="2480386" y="3139884"/>
                </a:lnTo>
                <a:lnTo>
                  <a:pt x="2488463" y="3127184"/>
                </a:lnTo>
                <a:lnTo>
                  <a:pt x="2474467" y="3114484"/>
                </a:lnTo>
                <a:close/>
              </a:path>
              <a:path w="3812540" h="3546475">
                <a:moveTo>
                  <a:pt x="3047034" y="3127184"/>
                </a:moveTo>
                <a:lnTo>
                  <a:pt x="3038728" y="3127184"/>
                </a:lnTo>
                <a:lnTo>
                  <a:pt x="3033940" y="3139884"/>
                </a:lnTo>
                <a:lnTo>
                  <a:pt x="3042246" y="3139884"/>
                </a:lnTo>
                <a:lnTo>
                  <a:pt x="3047034" y="3127184"/>
                </a:lnTo>
                <a:close/>
              </a:path>
              <a:path w="3812540" h="3546475">
                <a:moveTo>
                  <a:pt x="313109" y="3063684"/>
                </a:moveTo>
                <a:lnTo>
                  <a:pt x="292705" y="3101784"/>
                </a:lnTo>
                <a:lnTo>
                  <a:pt x="328047" y="3127184"/>
                </a:lnTo>
                <a:lnTo>
                  <a:pt x="348451" y="3089084"/>
                </a:lnTo>
                <a:lnTo>
                  <a:pt x="313109" y="3063684"/>
                </a:lnTo>
                <a:close/>
              </a:path>
              <a:path w="3812540" h="3546475">
                <a:moveTo>
                  <a:pt x="469294" y="3076384"/>
                </a:moveTo>
                <a:lnTo>
                  <a:pt x="449713" y="3114484"/>
                </a:lnTo>
                <a:lnTo>
                  <a:pt x="483632" y="3127184"/>
                </a:lnTo>
                <a:lnTo>
                  <a:pt x="503212" y="3101784"/>
                </a:lnTo>
                <a:lnTo>
                  <a:pt x="469294" y="3076384"/>
                </a:lnTo>
                <a:close/>
              </a:path>
              <a:path w="3812540" h="3546475">
                <a:moveTo>
                  <a:pt x="1033561" y="3089084"/>
                </a:moveTo>
                <a:lnTo>
                  <a:pt x="1017264" y="3114484"/>
                </a:lnTo>
                <a:lnTo>
                  <a:pt x="1045488" y="3127184"/>
                </a:lnTo>
                <a:lnTo>
                  <a:pt x="1061784" y="3101784"/>
                </a:lnTo>
                <a:lnTo>
                  <a:pt x="1033561" y="3089084"/>
                </a:lnTo>
                <a:close/>
              </a:path>
              <a:path w="3812540" h="3546475">
                <a:moveTo>
                  <a:pt x="1597825" y="3089084"/>
                </a:moveTo>
                <a:lnTo>
                  <a:pt x="1584807" y="3114484"/>
                </a:lnTo>
                <a:lnTo>
                  <a:pt x="1607350" y="3127184"/>
                </a:lnTo>
                <a:lnTo>
                  <a:pt x="1620354" y="3101784"/>
                </a:lnTo>
                <a:lnTo>
                  <a:pt x="1597825" y="3089084"/>
                </a:lnTo>
                <a:close/>
              </a:path>
              <a:path w="3812540" h="3546475">
                <a:moveTo>
                  <a:pt x="2178938" y="3101784"/>
                </a:moveTo>
                <a:lnTo>
                  <a:pt x="2162085" y="3101784"/>
                </a:lnTo>
                <a:lnTo>
                  <a:pt x="2152370" y="3114484"/>
                </a:lnTo>
                <a:lnTo>
                  <a:pt x="2169210" y="3127184"/>
                </a:lnTo>
                <a:lnTo>
                  <a:pt x="2178938" y="3101784"/>
                </a:lnTo>
                <a:close/>
              </a:path>
              <a:path w="3812540" h="3546475">
                <a:moveTo>
                  <a:pt x="2318283" y="3101784"/>
                </a:moveTo>
                <a:lnTo>
                  <a:pt x="2309380" y="3127184"/>
                </a:lnTo>
                <a:lnTo>
                  <a:pt x="2324798" y="3127184"/>
                </a:lnTo>
                <a:lnTo>
                  <a:pt x="2333688" y="3114484"/>
                </a:lnTo>
                <a:lnTo>
                  <a:pt x="2318283" y="3101784"/>
                </a:lnTo>
                <a:close/>
              </a:path>
              <a:path w="3812540" h="3546475">
                <a:moveTo>
                  <a:pt x="2726359" y="3101784"/>
                </a:moveTo>
                <a:lnTo>
                  <a:pt x="2719920" y="3114484"/>
                </a:lnTo>
                <a:lnTo>
                  <a:pt x="2731071" y="3127184"/>
                </a:lnTo>
                <a:lnTo>
                  <a:pt x="2737510" y="3114484"/>
                </a:lnTo>
                <a:lnTo>
                  <a:pt x="2726359" y="3101784"/>
                </a:lnTo>
                <a:close/>
              </a:path>
              <a:path w="3812540" h="3546475">
                <a:moveTo>
                  <a:pt x="2892272" y="3114484"/>
                </a:moveTo>
                <a:lnTo>
                  <a:pt x="2882544" y="3114484"/>
                </a:lnTo>
                <a:lnTo>
                  <a:pt x="2876930" y="3127184"/>
                </a:lnTo>
                <a:lnTo>
                  <a:pt x="2886659" y="3127184"/>
                </a:lnTo>
                <a:lnTo>
                  <a:pt x="2892272" y="3114484"/>
                </a:lnTo>
                <a:close/>
              </a:path>
              <a:path w="3812540" h="3546475">
                <a:moveTo>
                  <a:pt x="156919" y="3050984"/>
                </a:moveTo>
                <a:lnTo>
                  <a:pt x="135691" y="3089084"/>
                </a:lnTo>
                <a:lnTo>
                  <a:pt x="172462" y="3114484"/>
                </a:lnTo>
                <a:lnTo>
                  <a:pt x="193690" y="3076384"/>
                </a:lnTo>
                <a:lnTo>
                  <a:pt x="156919" y="3050984"/>
                </a:lnTo>
                <a:close/>
              </a:path>
              <a:path w="3812540" h="3546475">
                <a:moveTo>
                  <a:pt x="721185" y="3063684"/>
                </a:moveTo>
                <a:lnTo>
                  <a:pt x="703247" y="3089084"/>
                </a:lnTo>
                <a:lnTo>
                  <a:pt x="734317" y="3114484"/>
                </a:lnTo>
                <a:lnTo>
                  <a:pt x="752256" y="3076384"/>
                </a:lnTo>
                <a:lnTo>
                  <a:pt x="721185" y="3063684"/>
                </a:lnTo>
                <a:close/>
              </a:path>
              <a:path w="3812540" h="3546475">
                <a:moveTo>
                  <a:pt x="877371" y="3076384"/>
                </a:moveTo>
                <a:lnTo>
                  <a:pt x="860256" y="3101784"/>
                </a:lnTo>
                <a:lnTo>
                  <a:pt x="889902" y="3114484"/>
                </a:lnTo>
                <a:lnTo>
                  <a:pt x="907018" y="3089084"/>
                </a:lnTo>
                <a:lnTo>
                  <a:pt x="877371" y="3076384"/>
                </a:lnTo>
                <a:close/>
              </a:path>
              <a:path w="3812540" h="3546475">
                <a:moveTo>
                  <a:pt x="1285405" y="3063684"/>
                </a:moveTo>
                <a:lnTo>
                  <a:pt x="1270609" y="3089084"/>
                </a:lnTo>
                <a:lnTo>
                  <a:pt x="1296225" y="3114484"/>
                </a:lnTo>
                <a:lnTo>
                  <a:pt x="1311020" y="3089084"/>
                </a:lnTo>
                <a:lnTo>
                  <a:pt x="1285405" y="3063684"/>
                </a:lnTo>
                <a:close/>
              </a:path>
              <a:path w="3812540" h="3546475">
                <a:moveTo>
                  <a:pt x="1441627" y="3076384"/>
                </a:moveTo>
                <a:lnTo>
                  <a:pt x="1427797" y="3101784"/>
                </a:lnTo>
                <a:lnTo>
                  <a:pt x="1451762" y="3114484"/>
                </a:lnTo>
                <a:lnTo>
                  <a:pt x="1465592" y="3089084"/>
                </a:lnTo>
                <a:lnTo>
                  <a:pt x="1441627" y="3076384"/>
                </a:lnTo>
                <a:close/>
              </a:path>
              <a:path w="3812540" h="3546475">
                <a:moveTo>
                  <a:pt x="2005850" y="3089084"/>
                </a:moveTo>
                <a:lnTo>
                  <a:pt x="1995169" y="3101784"/>
                </a:lnTo>
                <a:lnTo>
                  <a:pt x="2013673" y="3114484"/>
                </a:lnTo>
                <a:lnTo>
                  <a:pt x="2024354" y="3101784"/>
                </a:lnTo>
                <a:lnTo>
                  <a:pt x="2005850" y="3089084"/>
                </a:lnTo>
                <a:close/>
              </a:path>
              <a:path w="3812540" h="3546475">
                <a:moveTo>
                  <a:pt x="2570111" y="3089084"/>
                </a:moveTo>
                <a:lnTo>
                  <a:pt x="2562720" y="3101784"/>
                </a:lnTo>
                <a:lnTo>
                  <a:pt x="2575534" y="3114484"/>
                </a:lnTo>
                <a:lnTo>
                  <a:pt x="2582925" y="3101784"/>
                </a:lnTo>
                <a:lnTo>
                  <a:pt x="2570111" y="3089084"/>
                </a:lnTo>
                <a:close/>
              </a:path>
              <a:path w="3812540" h="3546475">
                <a:moveTo>
                  <a:pt x="3141509" y="3101784"/>
                </a:moveTo>
                <a:lnTo>
                  <a:pt x="3130283" y="3101784"/>
                </a:lnTo>
                <a:lnTo>
                  <a:pt x="3137395" y="3114484"/>
                </a:lnTo>
                <a:lnTo>
                  <a:pt x="3141509" y="3101784"/>
                </a:lnTo>
                <a:close/>
              </a:path>
              <a:path w="3812540" h="3546475">
                <a:moveTo>
                  <a:pt x="565001" y="3050984"/>
                </a:moveTo>
                <a:lnTo>
                  <a:pt x="546238" y="3089084"/>
                </a:lnTo>
                <a:lnTo>
                  <a:pt x="578732" y="3101784"/>
                </a:lnTo>
                <a:lnTo>
                  <a:pt x="597495" y="3076384"/>
                </a:lnTo>
                <a:lnTo>
                  <a:pt x="565001" y="3050984"/>
                </a:lnTo>
                <a:close/>
              </a:path>
              <a:path w="3812540" h="3546475">
                <a:moveTo>
                  <a:pt x="1129209" y="3063684"/>
                </a:moveTo>
                <a:lnTo>
                  <a:pt x="1113601" y="3089084"/>
                </a:lnTo>
                <a:lnTo>
                  <a:pt x="1140639" y="3101784"/>
                </a:lnTo>
                <a:lnTo>
                  <a:pt x="1156251" y="3076384"/>
                </a:lnTo>
                <a:lnTo>
                  <a:pt x="1129209" y="3063684"/>
                </a:lnTo>
                <a:close/>
              </a:path>
              <a:path w="3812540" h="3546475">
                <a:moveTo>
                  <a:pt x="1693481" y="3063684"/>
                </a:moveTo>
                <a:lnTo>
                  <a:pt x="1681149" y="3089084"/>
                </a:lnTo>
                <a:lnTo>
                  <a:pt x="1702498" y="3101784"/>
                </a:lnTo>
                <a:lnTo>
                  <a:pt x="1714817" y="3076384"/>
                </a:lnTo>
                <a:lnTo>
                  <a:pt x="1693481" y="3063684"/>
                </a:lnTo>
                <a:close/>
              </a:path>
              <a:path w="3812540" h="3546475">
                <a:moveTo>
                  <a:pt x="1849716" y="3076384"/>
                </a:moveTo>
                <a:lnTo>
                  <a:pt x="1838350" y="3101784"/>
                </a:lnTo>
                <a:lnTo>
                  <a:pt x="1858035" y="3101784"/>
                </a:lnTo>
                <a:lnTo>
                  <a:pt x="1869401" y="3089084"/>
                </a:lnTo>
                <a:lnTo>
                  <a:pt x="1849716" y="3076384"/>
                </a:lnTo>
                <a:close/>
              </a:path>
              <a:path w="3812540" h="3546475">
                <a:moveTo>
                  <a:pt x="2273401" y="3076384"/>
                </a:moveTo>
                <a:lnTo>
                  <a:pt x="2257742" y="3076384"/>
                </a:lnTo>
                <a:lnTo>
                  <a:pt x="2248712" y="3089084"/>
                </a:lnTo>
                <a:lnTo>
                  <a:pt x="2264359" y="3101784"/>
                </a:lnTo>
                <a:lnTo>
                  <a:pt x="2273401" y="3076384"/>
                </a:lnTo>
                <a:close/>
              </a:path>
              <a:path w="3812540" h="3546475">
                <a:moveTo>
                  <a:pt x="2427973" y="3089084"/>
                </a:moveTo>
                <a:lnTo>
                  <a:pt x="2413977" y="3089084"/>
                </a:lnTo>
                <a:lnTo>
                  <a:pt x="2405900" y="3101784"/>
                </a:lnTo>
                <a:lnTo>
                  <a:pt x="2419895" y="3101784"/>
                </a:lnTo>
                <a:lnTo>
                  <a:pt x="2427973" y="3089084"/>
                </a:lnTo>
                <a:close/>
              </a:path>
              <a:path w="3812540" h="3546475">
                <a:moveTo>
                  <a:pt x="2986747" y="3089084"/>
                </a:moveTo>
                <a:lnTo>
                  <a:pt x="2978200" y="3089084"/>
                </a:lnTo>
                <a:lnTo>
                  <a:pt x="2973273" y="3101784"/>
                </a:lnTo>
                <a:lnTo>
                  <a:pt x="2981807" y="3101784"/>
                </a:lnTo>
                <a:lnTo>
                  <a:pt x="2986747" y="3089084"/>
                </a:lnTo>
                <a:close/>
              </a:path>
              <a:path w="3812540" h="3546475">
                <a:moveTo>
                  <a:pt x="252576" y="3025584"/>
                </a:moveTo>
                <a:lnTo>
                  <a:pt x="232032" y="3063684"/>
                </a:lnTo>
                <a:lnTo>
                  <a:pt x="267613" y="3089084"/>
                </a:lnTo>
                <a:lnTo>
                  <a:pt x="288151" y="3050984"/>
                </a:lnTo>
                <a:lnTo>
                  <a:pt x="252576" y="3025584"/>
                </a:lnTo>
                <a:close/>
              </a:path>
              <a:path w="3812540" h="3546475">
                <a:moveTo>
                  <a:pt x="408760" y="3038284"/>
                </a:moveTo>
                <a:lnTo>
                  <a:pt x="389041" y="3076384"/>
                </a:lnTo>
                <a:lnTo>
                  <a:pt x="423193" y="3089084"/>
                </a:lnTo>
                <a:lnTo>
                  <a:pt x="442917" y="3063684"/>
                </a:lnTo>
                <a:lnTo>
                  <a:pt x="408760" y="3038284"/>
                </a:lnTo>
                <a:close/>
              </a:path>
              <a:path w="3812540" h="3546475">
                <a:moveTo>
                  <a:pt x="816843" y="3038284"/>
                </a:moveTo>
                <a:lnTo>
                  <a:pt x="799584" y="3063684"/>
                </a:lnTo>
                <a:lnTo>
                  <a:pt x="829468" y="3089084"/>
                </a:lnTo>
                <a:lnTo>
                  <a:pt x="846722" y="3050984"/>
                </a:lnTo>
                <a:lnTo>
                  <a:pt x="816843" y="3038284"/>
                </a:lnTo>
                <a:close/>
              </a:path>
              <a:path w="3812540" h="3546475">
                <a:moveTo>
                  <a:pt x="973028" y="3050984"/>
                </a:moveTo>
                <a:lnTo>
                  <a:pt x="956593" y="3076384"/>
                </a:lnTo>
                <a:lnTo>
                  <a:pt x="985053" y="3089084"/>
                </a:lnTo>
                <a:lnTo>
                  <a:pt x="1001488" y="3063684"/>
                </a:lnTo>
                <a:lnTo>
                  <a:pt x="973028" y="3050984"/>
                </a:lnTo>
                <a:close/>
              </a:path>
              <a:path w="3812540" h="3546475">
                <a:moveTo>
                  <a:pt x="1381099" y="3050984"/>
                </a:moveTo>
                <a:lnTo>
                  <a:pt x="1367129" y="3063684"/>
                </a:lnTo>
                <a:lnTo>
                  <a:pt x="1391335" y="3089084"/>
                </a:lnTo>
                <a:lnTo>
                  <a:pt x="1405293" y="3063684"/>
                </a:lnTo>
                <a:lnTo>
                  <a:pt x="1381099" y="3050984"/>
                </a:lnTo>
                <a:close/>
              </a:path>
              <a:path w="3812540" h="3546475">
                <a:moveTo>
                  <a:pt x="1537284" y="3050984"/>
                </a:moveTo>
                <a:lnTo>
                  <a:pt x="1524139" y="3076384"/>
                </a:lnTo>
                <a:lnTo>
                  <a:pt x="1546910" y="3089084"/>
                </a:lnTo>
                <a:lnTo>
                  <a:pt x="1560055" y="3063684"/>
                </a:lnTo>
                <a:lnTo>
                  <a:pt x="1537284" y="3050984"/>
                </a:lnTo>
                <a:close/>
              </a:path>
              <a:path w="3812540" h="3546475">
                <a:moveTo>
                  <a:pt x="2101557" y="3063684"/>
                </a:moveTo>
                <a:lnTo>
                  <a:pt x="2091689" y="3076384"/>
                </a:lnTo>
                <a:lnTo>
                  <a:pt x="2108771" y="3089084"/>
                </a:lnTo>
                <a:lnTo>
                  <a:pt x="2118626" y="3076384"/>
                </a:lnTo>
                <a:lnTo>
                  <a:pt x="2101557" y="3063684"/>
                </a:lnTo>
                <a:close/>
              </a:path>
              <a:path w="3812540" h="3546475">
                <a:moveTo>
                  <a:pt x="2665818" y="3063684"/>
                </a:moveTo>
                <a:lnTo>
                  <a:pt x="2659252" y="3076384"/>
                </a:lnTo>
                <a:lnTo>
                  <a:pt x="2670632" y="3089084"/>
                </a:lnTo>
                <a:lnTo>
                  <a:pt x="2677210" y="3076384"/>
                </a:lnTo>
                <a:lnTo>
                  <a:pt x="2665818" y="3063684"/>
                </a:lnTo>
                <a:close/>
              </a:path>
              <a:path w="3812540" h="3546475">
                <a:moveTo>
                  <a:pt x="2822003" y="3076384"/>
                </a:moveTo>
                <a:lnTo>
                  <a:pt x="2816262" y="3089084"/>
                </a:lnTo>
                <a:lnTo>
                  <a:pt x="2831972" y="3089084"/>
                </a:lnTo>
                <a:lnTo>
                  <a:pt x="2822003" y="3076384"/>
                </a:lnTo>
                <a:close/>
              </a:path>
              <a:path w="3812540" h="3546475">
                <a:moveTo>
                  <a:pt x="3235782" y="3076384"/>
                </a:moveTo>
                <a:lnTo>
                  <a:pt x="3226803" y="3076384"/>
                </a:lnTo>
                <a:lnTo>
                  <a:pt x="3232505" y="3089084"/>
                </a:lnTo>
                <a:lnTo>
                  <a:pt x="3235782" y="3076384"/>
                </a:lnTo>
                <a:close/>
              </a:path>
              <a:path w="3812540" h="3546475">
                <a:moveTo>
                  <a:pt x="660652" y="3025584"/>
                </a:moveTo>
                <a:lnTo>
                  <a:pt x="642580" y="3063684"/>
                </a:lnTo>
                <a:lnTo>
                  <a:pt x="673883" y="3076384"/>
                </a:lnTo>
                <a:lnTo>
                  <a:pt x="691962" y="3050984"/>
                </a:lnTo>
                <a:lnTo>
                  <a:pt x="660652" y="3025584"/>
                </a:lnTo>
                <a:close/>
              </a:path>
              <a:path w="3812540" h="3546475">
                <a:moveTo>
                  <a:pt x="1224914" y="3038284"/>
                </a:moveTo>
                <a:lnTo>
                  <a:pt x="1210125" y="3063684"/>
                </a:lnTo>
                <a:lnTo>
                  <a:pt x="1235739" y="3076384"/>
                </a:lnTo>
                <a:lnTo>
                  <a:pt x="1250533" y="3050984"/>
                </a:lnTo>
                <a:lnTo>
                  <a:pt x="1224914" y="3038284"/>
                </a:lnTo>
                <a:close/>
              </a:path>
              <a:path w="3812540" h="3546475">
                <a:moveTo>
                  <a:pt x="1789175" y="3038284"/>
                </a:moveTo>
                <a:lnTo>
                  <a:pt x="1777682" y="3063684"/>
                </a:lnTo>
                <a:lnTo>
                  <a:pt x="1797596" y="3076384"/>
                </a:lnTo>
                <a:lnTo>
                  <a:pt x="1809102" y="3050984"/>
                </a:lnTo>
                <a:lnTo>
                  <a:pt x="1789175" y="3038284"/>
                </a:lnTo>
                <a:close/>
              </a:path>
              <a:path w="3812540" h="3546475">
                <a:moveTo>
                  <a:pt x="1945373" y="3050984"/>
                </a:moveTo>
                <a:lnTo>
                  <a:pt x="1934692" y="3076384"/>
                </a:lnTo>
                <a:lnTo>
                  <a:pt x="1953183" y="3076384"/>
                </a:lnTo>
                <a:lnTo>
                  <a:pt x="1963877" y="3063684"/>
                </a:lnTo>
                <a:lnTo>
                  <a:pt x="1945373" y="3050984"/>
                </a:lnTo>
                <a:close/>
              </a:path>
              <a:path w="3812540" h="3546475">
                <a:moveTo>
                  <a:pt x="2367686" y="3050984"/>
                </a:moveTo>
                <a:lnTo>
                  <a:pt x="2353449" y="3050984"/>
                </a:lnTo>
                <a:lnTo>
                  <a:pt x="2345232" y="3063684"/>
                </a:lnTo>
                <a:lnTo>
                  <a:pt x="2359469" y="3076384"/>
                </a:lnTo>
                <a:lnTo>
                  <a:pt x="2367686" y="3050984"/>
                </a:lnTo>
                <a:close/>
              </a:path>
              <a:path w="3812540" h="3546475">
                <a:moveTo>
                  <a:pt x="2522626" y="3063684"/>
                </a:moveTo>
                <a:lnTo>
                  <a:pt x="2509583" y="3063684"/>
                </a:lnTo>
                <a:lnTo>
                  <a:pt x="2502052" y="3076384"/>
                </a:lnTo>
                <a:lnTo>
                  <a:pt x="2515095" y="3076384"/>
                </a:lnTo>
                <a:lnTo>
                  <a:pt x="2522626" y="3063684"/>
                </a:lnTo>
                <a:close/>
              </a:path>
              <a:path w="3812540" h="3546475">
                <a:moveTo>
                  <a:pt x="3081019" y="3063684"/>
                </a:moveTo>
                <a:lnTo>
                  <a:pt x="3073907" y="3063684"/>
                </a:lnTo>
                <a:lnTo>
                  <a:pt x="3069793" y="3076384"/>
                </a:lnTo>
                <a:lnTo>
                  <a:pt x="3076917" y="3076384"/>
                </a:lnTo>
                <a:lnTo>
                  <a:pt x="3081019" y="3063684"/>
                </a:lnTo>
                <a:close/>
              </a:path>
              <a:path w="3812540" h="3546475">
                <a:moveTo>
                  <a:pt x="348232" y="3000184"/>
                </a:moveTo>
                <a:lnTo>
                  <a:pt x="328374" y="3038284"/>
                </a:lnTo>
                <a:lnTo>
                  <a:pt x="362764" y="3063684"/>
                </a:lnTo>
                <a:lnTo>
                  <a:pt x="382616" y="3025584"/>
                </a:lnTo>
                <a:lnTo>
                  <a:pt x="348232" y="3000184"/>
                </a:lnTo>
                <a:close/>
              </a:path>
              <a:path w="3812540" h="3546475">
                <a:moveTo>
                  <a:pt x="504468" y="3012884"/>
                </a:moveTo>
                <a:lnTo>
                  <a:pt x="485566" y="3050984"/>
                </a:lnTo>
                <a:lnTo>
                  <a:pt x="518298" y="3063684"/>
                </a:lnTo>
                <a:lnTo>
                  <a:pt x="537199" y="3038284"/>
                </a:lnTo>
                <a:lnTo>
                  <a:pt x="504468" y="3012884"/>
                </a:lnTo>
                <a:close/>
              </a:path>
              <a:path w="3812540" h="3546475">
                <a:moveTo>
                  <a:pt x="912489" y="3012884"/>
                </a:moveTo>
                <a:lnTo>
                  <a:pt x="895920" y="3038284"/>
                </a:lnTo>
                <a:lnTo>
                  <a:pt x="924624" y="3063684"/>
                </a:lnTo>
                <a:lnTo>
                  <a:pt x="941194" y="3025584"/>
                </a:lnTo>
                <a:lnTo>
                  <a:pt x="912489" y="3012884"/>
                </a:lnTo>
                <a:close/>
              </a:path>
              <a:path w="3812540" h="3546475">
                <a:moveTo>
                  <a:pt x="1068725" y="3025584"/>
                </a:moveTo>
                <a:lnTo>
                  <a:pt x="1053118" y="3050984"/>
                </a:lnTo>
                <a:lnTo>
                  <a:pt x="1080155" y="3063684"/>
                </a:lnTo>
                <a:lnTo>
                  <a:pt x="1095767" y="3038284"/>
                </a:lnTo>
                <a:lnTo>
                  <a:pt x="1068725" y="3025584"/>
                </a:lnTo>
                <a:close/>
              </a:path>
              <a:path w="3812540" h="3546475">
                <a:moveTo>
                  <a:pt x="1632940" y="3025584"/>
                </a:moveTo>
                <a:lnTo>
                  <a:pt x="1620481" y="3050984"/>
                </a:lnTo>
                <a:lnTo>
                  <a:pt x="1642059" y="3063684"/>
                </a:lnTo>
                <a:lnTo>
                  <a:pt x="1654530" y="3038284"/>
                </a:lnTo>
                <a:lnTo>
                  <a:pt x="1632940" y="3025584"/>
                </a:lnTo>
                <a:close/>
              </a:path>
              <a:path w="3812540" h="3546475">
                <a:moveTo>
                  <a:pt x="2197214" y="3038284"/>
                </a:moveTo>
                <a:lnTo>
                  <a:pt x="2188032" y="3050984"/>
                </a:lnTo>
                <a:lnTo>
                  <a:pt x="2203932" y="3063684"/>
                </a:lnTo>
                <a:lnTo>
                  <a:pt x="2213101" y="3050984"/>
                </a:lnTo>
                <a:lnTo>
                  <a:pt x="2197214" y="3038284"/>
                </a:lnTo>
                <a:close/>
              </a:path>
              <a:path w="3812540" h="3546475">
                <a:moveTo>
                  <a:pt x="2761475" y="3038284"/>
                </a:moveTo>
                <a:lnTo>
                  <a:pt x="2755595" y="3050984"/>
                </a:lnTo>
                <a:lnTo>
                  <a:pt x="2765793" y="3063684"/>
                </a:lnTo>
                <a:lnTo>
                  <a:pt x="2771673" y="3050984"/>
                </a:lnTo>
                <a:lnTo>
                  <a:pt x="2761475" y="3038284"/>
                </a:lnTo>
                <a:close/>
              </a:path>
              <a:path w="3812540" h="3546475">
                <a:moveTo>
                  <a:pt x="2917672" y="3050984"/>
                </a:moveTo>
                <a:lnTo>
                  <a:pt x="2912605" y="3063684"/>
                </a:lnTo>
                <a:lnTo>
                  <a:pt x="2926448" y="3063684"/>
                </a:lnTo>
                <a:lnTo>
                  <a:pt x="2917672" y="3050984"/>
                </a:lnTo>
                <a:close/>
              </a:path>
              <a:path w="3812540" h="3546475">
                <a:moveTo>
                  <a:pt x="192092" y="3000184"/>
                </a:moveTo>
                <a:lnTo>
                  <a:pt x="171549" y="3025584"/>
                </a:lnTo>
                <a:lnTo>
                  <a:pt x="207129" y="3050984"/>
                </a:lnTo>
                <a:lnTo>
                  <a:pt x="227672" y="3012884"/>
                </a:lnTo>
                <a:lnTo>
                  <a:pt x="192092" y="3000184"/>
                </a:lnTo>
                <a:close/>
              </a:path>
              <a:path w="3812540" h="3546475">
                <a:moveTo>
                  <a:pt x="756305" y="3000184"/>
                </a:moveTo>
                <a:lnTo>
                  <a:pt x="738911" y="3038284"/>
                </a:lnTo>
                <a:lnTo>
                  <a:pt x="769039" y="3050984"/>
                </a:lnTo>
                <a:lnTo>
                  <a:pt x="786427" y="3025584"/>
                </a:lnTo>
                <a:lnTo>
                  <a:pt x="756305" y="3000184"/>
                </a:lnTo>
                <a:close/>
              </a:path>
              <a:path w="3812540" h="3546475">
                <a:moveTo>
                  <a:pt x="1320571" y="3012884"/>
                </a:moveTo>
                <a:lnTo>
                  <a:pt x="1306461" y="3038284"/>
                </a:lnTo>
                <a:lnTo>
                  <a:pt x="1330896" y="3050984"/>
                </a:lnTo>
                <a:lnTo>
                  <a:pt x="1344993" y="3025584"/>
                </a:lnTo>
                <a:lnTo>
                  <a:pt x="1320571" y="3012884"/>
                </a:lnTo>
                <a:close/>
              </a:path>
              <a:path w="3812540" h="3546475">
                <a:moveTo>
                  <a:pt x="1476806" y="3025584"/>
                </a:moveTo>
                <a:lnTo>
                  <a:pt x="1463662" y="3038284"/>
                </a:lnTo>
                <a:lnTo>
                  <a:pt x="1486420" y="3050984"/>
                </a:lnTo>
                <a:lnTo>
                  <a:pt x="1499577" y="3038284"/>
                </a:lnTo>
                <a:lnTo>
                  <a:pt x="1476806" y="3025584"/>
                </a:lnTo>
                <a:close/>
              </a:path>
              <a:path w="3812540" h="3546475">
                <a:moveTo>
                  <a:pt x="1884832" y="3012884"/>
                </a:moveTo>
                <a:lnTo>
                  <a:pt x="1874024" y="3038284"/>
                </a:lnTo>
                <a:lnTo>
                  <a:pt x="1892757" y="3050984"/>
                </a:lnTo>
                <a:lnTo>
                  <a:pt x="1903577" y="3025584"/>
                </a:lnTo>
                <a:lnTo>
                  <a:pt x="1884832" y="3012884"/>
                </a:lnTo>
                <a:close/>
              </a:path>
              <a:path w="3812540" h="3546475">
                <a:moveTo>
                  <a:pt x="2041029" y="3025584"/>
                </a:moveTo>
                <a:lnTo>
                  <a:pt x="2031021" y="3038284"/>
                </a:lnTo>
                <a:lnTo>
                  <a:pt x="2048344" y="3050984"/>
                </a:lnTo>
                <a:lnTo>
                  <a:pt x="2058339" y="3038284"/>
                </a:lnTo>
                <a:lnTo>
                  <a:pt x="2041029" y="3025584"/>
                </a:lnTo>
                <a:close/>
              </a:path>
              <a:path w="3812540" h="3546475">
                <a:moveTo>
                  <a:pt x="2616911" y="3038284"/>
                </a:moveTo>
                <a:lnTo>
                  <a:pt x="2605290" y="3038284"/>
                </a:lnTo>
                <a:lnTo>
                  <a:pt x="2598584" y="3050984"/>
                </a:lnTo>
                <a:lnTo>
                  <a:pt x="2610205" y="3050984"/>
                </a:lnTo>
                <a:lnTo>
                  <a:pt x="2616911" y="3038284"/>
                </a:lnTo>
                <a:close/>
              </a:path>
              <a:path w="3812540" h="3546475">
                <a:moveTo>
                  <a:pt x="3175495" y="3038284"/>
                </a:moveTo>
                <a:lnTo>
                  <a:pt x="3169551" y="3038284"/>
                </a:lnTo>
                <a:lnTo>
                  <a:pt x="3166135" y="3050984"/>
                </a:lnTo>
                <a:lnTo>
                  <a:pt x="3172066" y="3050984"/>
                </a:lnTo>
                <a:lnTo>
                  <a:pt x="3175495" y="3038284"/>
                </a:lnTo>
                <a:close/>
              </a:path>
              <a:path w="3812540" h="3546475">
                <a:moveTo>
                  <a:pt x="443929" y="2987484"/>
                </a:moveTo>
                <a:lnTo>
                  <a:pt x="424898" y="3012884"/>
                </a:lnTo>
                <a:lnTo>
                  <a:pt x="457864" y="3038284"/>
                </a:lnTo>
                <a:lnTo>
                  <a:pt x="476900" y="3000184"/>
                </a:lnTo>
                <a:lnTo>
                  <a:pt x="443929" y="2987484"/>
                </a:lnTo>
                <a:close/>
              </a:path>
              <a:path w="3812540" h="3546475">
                <a:moveTo>
                  <a:pt x="600119" y="2987484"/>
                </a:moveTo>
                <a:lnTo>
                  <a:pt x="581907" y="3025584"/>
                </a:lnTo>
                <a:lnTo>
                  <a:pt x="613449" y="3038284"/>
                </a:lnTo>
                <a:lnTo>
                  <a:pt x="631666" y="3012884"/>
                </a:lnTo>
                <a:lnTo>
                  <a:pt x="600119" y="2987484"/>
                </a:lnTo>
                <a:close/>
              </a:path>
              <a:path w="3812540" h="3546475">
                <a:moveTo>
                  <a:pt x="1164381" y="3000184"/>
                </a:moveTo>
                <a:lnTo>
                  <a:pt x="1149454" y="3025584"/>
                </a:lnTo>
                <a:lnTo>
                  <a:pt x="1175310" y="3038284"/>
                </a:lnTo>
                <a:lnTo>
                  <a:pt x="1190237" y="3012884"/>
                </a:lnTo>
                <a:lnTo>
                  <a:pt x="1164381" y="3000184"/>
                </a:lnTo>
                <a:close/>
              </a:path>
              <a:path w="3812540" h="3546475">
                <a:moveTo>
                  <a:pt x="1728647" y="3000184"/>
                </a:moveTo>
                <a:lnTo>
                  <a:pt x="1717014" y="3025584"/>
                </a:lnTo>
                <a:lnTo>
                  <a:pt x="1737169" y="3038284"/>
                </a:lnTo>
                <a:lnTo>
                  <a:pt x="1748815" y="3012884"/>
                </a:lnTo>
                <a:lnTo>
                  <a:pt x="1728647" y="3000184"/>
                </a:lnTo>
                <a:close/>
              </a:path>
              <a:path w="3812540" h="3546475">
                <a:moveTo>
                  <a:pt x="2292921" y="3012884"/>
                </a:moveTo>
                <a:lnTo>
                  <a:pt x="2284564" y="3025584"/>
                </a:lnTo>
                <a:lnTo>
                  <a:pt x="2299030" y="3038284"/>
                </a:lnTo>
                <a:lnTo>
                  <a:pt x="2307386" y="3025584"/>
                </a:lnTo>
                <a:lnTo>
                  <a:pt x="2292921" y="3012884"/>
                </a:lnTo>
                <a:close/>
              </a:path>
              <a:path w="3812540" h="3546475">
                <a:moveTo>
                  <a:pt x="2462326" y="3025584"/>
                </a:moveTo>
                <a:lnTo>
                  <a:pt x="2449055" y="3025584"/>
                </a:lnTo>
                <a:lnTo>
                  <a:pt x="2441384" y="3038284"/>
                </a:lnTo>
                <a:lnTo>
                  <a:pt x="2454668" y="3038284"/>
                </a:lnTo>
                <a:lnTo>
                  <a:pt x="2462326" y="3025584"/>
                </a:lnTo>
                <a:close/>
              </a:path>
              <a:path w="3812540" h="3546475">
                <a:moveTo>
                  <a:pt x="2865958" y="3025584"/>
                </a:moveTo>
                <a:lnTo>
                  <a:pt x="2852115" y="3025584"/>
                </a:lnTo>
                <a:lnTo>
                  <a:pt x="2860890" y="3038284"/>
                </a:lnTo>
                <a:lnTo>
                  <a:pt x="2865958" y="3025584"/>
                </a:lnTo>
                <a:close/>
              </a:path>
              <a:path w="3812540" h="3546475">
                <a:moveTo>
                  <a:pt x="3013366" y="3025584"/>
                </a:moveTo>
                <a:lnTo>
                  <a:pt x="3009125" y="3038284"/>
                </a:lnTo>
                <a:lnTo>
                  <a:pt x="3020720" y="3038284"/>
                </a:lnTo>
                <a:lnTo>
                  <a:pt x="3013366" y="3025584"/>
                </a:lnTo>
                <a:close/>
              </a:path>
              <a:path w="3812540" h="3546475">
                <a:moveTo>
                  <a:pt x="287743" y="2974784"/>
                </a:moveTo>
                <a:lnTo>
                  <a:pt x="267891" y="3000184"/>
                </a:lnTo>
                <a:lnTo>
                  <a:pt x="302280" y="3025584"/>
                </a:lnTo>
                <a:lnTo>
                  <a:pt x="322138" y="2987484"/>
                </a:lnTo>
                <a:lnTo>
                  <a:pt x="287743" y="2974784"/>
                </a:lnTo>
                <a:close/>
              </a:path>
              <a:path w="3812540" h="3546475">
                <a:moveTo>
                  <a:pt x="851956" y="2974784"/>
                </a:moveTo>
                <a:lnTo>
                  <a:pt x="835253" y="3012884"/>
                </a:lnTo>
                <a:lnTo>
                  <a:pt x="864190" y="3025584"/>
                </a:lnTo>
                <a:lnTo>
                  <a:pt x="880898" y="3000184"/>
                </a:lnTo>
                <a:lnTo>
                  <a:pt x="851956" y="2974784"/>
                </a:lnTo>
                <a:close/>
              </a:path>
              <a:path w="3812540" h="3546475">
                <a:moveTo>
                  <a:pt x="1008195" y="2987484"/>
                </a:moveTo>
                <a:lnTo>
                  <a:pt x="992450" y="3012884"/>
                </a:lnTo>
                <a:lnTo>
                  <a:pt x="1019726" y="3025584"/>
                </a:lnTo>
                <a:lnTo>
                  <a:pt x="1035471" y="3000184"/>
                </a:lnTo>
                <a:lnTo>
                  <a:pt x="1008195" y="2987484"/>
                </a:lnTo>
                <a:close/>
              </a:path>
              <a:path w="3812540" h="3546475">
                <a:moveTo>
                  <a:pt x="1416278" y="2987484"/>
                </a:moveTo>
                <a:lnTo>
                  <a:pt x="1402981" y="3012884"/>
                </a:lnTo>
                <a:lnTo>
                  <a:pt x="1425994" y="3025584"/>
                </a:lnTo>
                <a:lnTo>
                  <a:pt x="1439278" y="3000184"/>
                </a:lnTo>
                <a:lnTo>
                  <a:pt x="1416278" y="2987484"/>
                </a:lnTo>
                <a:close/>
              </a:path>
              <a:path w="3812540" h="3546475">
                <a:moveTo>
                  <a:pt x="1572412" y="3000184"/>
                </a:moveTo>
                <a:lnTo>
                  <a:pt x="1559813" y="3012884"/>
                </a:lnTo>
                <a:lnTo>
                  <a:pt x="1581632" y="3025584"/>
                </a:lnTo>
                <a:lnTo>
                  <a:pt x="1594230" y="3012884"/>
                </a:lnTo>
                <a:lnTo>
                  <a:pt x="1572412" y="3000184"/>
                </a:lnTo>
                <a:close/>
              </a:path>
              <a:path w="3812540" h="3546475">
                <a:moveTo>
                  <a:pt x="1980539" y="2987484"/>
                </a:moveTo>
                <a:lnTo>
                  <a:pt x="1970544" y="3012884"/>
                </a:lnTo>
                <a:lnTo>
                  <a:pt x="1987854" y="3025584"/>
                </a:lnTo>
                <a:lnTo>
                  <a:pt x="1997849" y="3000184"/>
                </a:lnTo>
                <a:lnTo>
                  <a:pt x="1980539" y="2987484"/>
                </a:lnTo>
                <a:close/>
              </a:path>
              <a:path w="3812540" h="3546475">
                <a:moveTo>
                  <a:pt x="2136685" y="3000184"/>
                </a:moveTo>
                <a:lnTo>
                  <a:pt x="2127364" y="3012884"/>
                </a:lnTo>
                <a:lnTo>
                  <a:pt x="2143493" y="3025584"/>
                </a:lnTo>
                <a:lnTo>
                  <a:pt x="2152814" y="3012884"/>
                </a:lnTo>
                <a:lnTo>
                  <a:pt x="2136685" y="3000184"/>
                </a:lnTo>
                <a:close/>
              </a:path>
              <a:path w="3812540" h="3546475">
                <a:moveTo>
                  <a:pt x="2711386" y="3012884"/>
                </a:moveTo>
                <a:lnTo>
                  <a:pt x="2700946" y="3012884"/>
                </a:lnTo>
                <a:lnTo>
                  <a:pt x="2694914" y="3025584"/>
                </a:lnTo>
                <a:lnTo>
                  <a:pt x="2705353" y="3025584"/>
                </a:lnTo>
                <a:lnTo>
                  <a:pt x="2711386" y="3012884"/>
                </a:lnTo>
                <a:close/>
              </a:path>
              <a:path w="3812540" h="3546475">
                <a:moveTo>
                  <a:pt x="539635" y="2962084"/>
                </a:moveTo>
                <a:lnTo>
                  <a:pt x="521423" y="2987484"/>
                </a:lnTo>
                <a:lnTo>
                  <a:pt x="552965" y="3012884"/>
                </a:lnTo>
                <a:lnTo>
                  <a:pt x="571182" y="2974784"/>
                </a:lnTo>
                <a:lnTo>
                  <a:pt x="539635" y="2962084"/>
                </a:lnTo>
                <a:close/>
              </a:path>
              <a:path w="3812540" h="3546475">
                <a:moveTo>
                  <a:pt x="695772" y="2962084"/>
                </a:moveTo>
                <a:lnTo>
                  <a:pt x="678244" y="3000184"/>
                </a:lnTo>
                <a:lnTo>
                  <a:pt x="708605" y="3012884"/>
                </a:lnTo>
                <a:lnTo>
                  <a:pt x="726132" y="2987484"/>
                </a:lnTo>
                <a:lnTo>
                  <a:pt x="695772" y="2962084"/>
                </a:lnTo>
                <a:close/>
              </a:path>
              <a:path w="3812540" h="3546475">
                <a:moveTo>
                  <a:pt x="1260038" y="2974784"/>
                </a:moveTo>
                <a:lnTo>
                  <a:pt x="1245795" y="3000184"/>
                </a:lnTo>
                <a:lnTo>
                  <a:pt x="1270457" y="3012884"/>
                </a:lnTo>
                <a:lnTo>
                  <a:pt x="1284706" y="2987484"/>
                </a:lnTo>
                <a:lnTo>
                  <a:pt x="1260038" y="2974784"/>
                </a:lnTo>
                <a:close/>
              </a:path>
              <a:path w="3812540" h="3546475">
                <a:moveTo>
                  <a:pt x="1843277" y="2987484"/>
                </a:moveTo>
                <a:lnTo>
                  <a:pt x="1824304" y="2987484"/>
                </a:lnTo>
                <a:lnTo>
                  <a:pt x="1813344" y="3000184"/>
                </a:lnTo>
                <a:lnTo>
                  <a:pt x="1832317" y="3012884"/>
                </a:lnTo>
                <a:lnTo>
                  <a:pt x="1843277" y="2987484"/>
                </a:lnTo>
                <a:close/>
              </a:path>
              <a:path w="3812540" h="3546475">
                <a:moveTo>
                  <a:pt x="2388565" y="2987484"/>
                </a:moveTo>
                <a:lnTo>
                  <a:pt x="2380894" y="3000184"/>
                </a:lnTo>
                <a:lnTo>
                  <a:pt x="2394178" y="3012884"/>
                </a:lnTo>
                <a:lnTo>
                  <a:pt x="2401849" y="3000184"/>
                </a:lnTo>
                <a:lnTo>
                  <a:pt x="2388565" y="2987484"/>
                </a:lnTo>
                <a:close/>
              </a:path>
              <a:path w="3812540" h="3546475">
                <a:moveTo>
                  <a:pt x="2556611" y="3000184"/>
                </a:moveTo>
                <a:lnTo>
                  <a:pt x="2544762" y="3000184"/>
                </a:lnTo>
                <a:lnTo>
                  <a:pt x="2537917" y="3012884"/>
                </a:lnTo>
                <a:lnTo>
                  <a:pt x="2549766" y="3012884"/>
                </a:lnTo>
                <a:lnTo>
                  <a:pt x="2556611" y="3000184"/>
                </a:lnTo>
                <a:close/>
              </a:path>
              <a:path w="3812540" h="3546475">
                <a:moveTo>
                  <a:pt x="2960433" y="3000184"/>
                </a:moveTo>
                <a:lnTo>
                  <a:pt x="2948457" y="3000184"/>
                </a:lnTo>
                <a:lnTo>
                  <a:pt x="2956039" y="3012884"/>
                </a:lnTo>
                <a:lnTo>
                  <a:pt x="2960433" y="3000184"/>
                </a:lnTo>
                <a:close/>
              </a:path>
              <a:path w="3812540" h="3546475">
                <a:moveTo>
                  <a:pt x="3109023" y="3000184"/>
                </a:moveTo>
                <a:lnTo>
                  <a:pt x="3105467" y="3012884"/>
                </a:lnTo>
                <a:lnTo>
                  <a:pt x="3115195" y="3012884"/>
                </a:lnTo>
                <a:lnTo>
                  <a:pt x="3109023" y="3000184"/>
                </a:lnTo>
                <a:close/>
              </a:path>
              <a:path w="3812540" h="3546475">
                <a:moveTo>
                  <a:pt x="383401" y="2949384"/>
                </a:moveTo>
                <a:lnTo>
                  <a:pt x="364227" y="2974784"/>
                </a:lnTo>
                <a:lnTo>
                  <a:pt x="397435" y="3000184"/>
                </a:lnTo>
                <a:lnTo>
                  <a:pt x="416604" y="2962084"/>
                </a:lnTo>
                <a:lnTo>
                  <a:pt x="383401" y="2949384"/>
                </a:lnTo>
                <a:close/>
              </a:path>
              <a:path w="3812540" h="3546475">
                <a:moveTo>
                  <a:pt x="947662" y="2949384"/>
                </a:moveTo>
                <a:lnTo>
                  <a:pt x="931778" y="2974784"/>
                </a:lnTo>
                <a:lnTo>
                  <a:pt x="959291" y="3000184"/>
                </a:lnTo>
                <a:lnTo>
                  <a:pt x="975175" y="2974784"/>
                </a:lnTo>
                <a:lnTo>
                  <a:pt x="947662" y="2949384"/>
                </a:lnTo>
                <a:close/>
              </a:path>
              <a:path w="3812540" h="3546475">
                <a:moveTo>
                  <a:pt x="1103848" y="2962084"/>
                </a:moveTo>
                <a:lnTo>
                  <a:pt x="1088787" y="2987484"/>
                </a:lnTo>
                <a:lnTo>
                  <a:pt x="1114875" y="3000184"/>
                </a:lnTo>
                <a:lnTo>
                  <a:pt x="1129937" y="2974784"/>
                </a:lnTo>
                <a:lnTo>
                  <a:pt x="1103848" y="2962084"/>
                </a:lnTo>
                <a:close/>
              </a:path>
              <a:path w="3812540" h="3546475">
                <a:moveTo>
                  <a:pt x="1511922" y="2962084"/>
                </a:moveTo>
                <a:lnTo>
                  <a:pt x="1499323" y="2987484"/>
                </a:lnTo>
                <a:lnTo>
                  <a:pt x="1521142" y="3000184"/>
                </a:lnTo>
                <a:lnTo>
                  <a:pt x="1533753" y="2974784"/>
                </a:lnTo>
                <a:lnTo>
                  <a:pt x="1511922" y="2962084"/>
                </a:lnTo>
                <a:close/>
              </a:path>
              <a:path w="3812540" h="3546475">
                <a:moveTo>
                  <a:pt x="1668106" y="2974784"/>
                </a:moveTo>
                <a:lnTo>
                  <a:pt x="1656333" y="2987484"/>
                </a:lnTo>
                <a:lnTo>
                  <a:pt x="1676730" y="3000184"/>
                </a:lnTo>
                <a:lnTo>
                  <a:pt x="1688515" y="2987484"/>
                </a:lnTo>
                <a:lnTo>
                  <a:pt x="1668106" y="2974784"/>
                </a:lnTo>
                <a:close/>
              </a:path>
              <a:path w="3812540" h="3546475">
                <a:moveTo>
                  <a:pt x="2232380" y="2974784"/>
                </a:moveTo>
                <a:lnTo>
                  <a:pt x="2223884" y="2987484"/>
                </a:lnTo>
                <a:lnTo>
                  <a:pt x="2238603" y="3000184"/>
                </a:lnTo>
                <a:lnTo>
                  <a:pt x="2247087" y="2987484"/>
                </a:lnTo>
                <a:lnTo>
                  <a:pt x="2232380" y="2974784"/>
                </a:lnTo>
                <a:close/>
              </a:path>
              <a:path w="3812540" h="3546475">
                <a:moveTo>
                  <a:pt x="2805658" y="2987484"/>
                </a:moveTo>
                <a:lnTo>
                  <a:pt x="2796654" y="2987484"/>
                </a:lnTo>
                <a:lnTo>
                  <a:pt x="2791447" y="3000184"/>
                </a:lnTo>
                <a:lnTo>
                  <a:pt x="2800464" y="3000184"/>
                </a:lnTo>
                <a:lnTo>
                  <a:pt x="2805658" y="2987484"/>
                </a:lnTo>
                <a:close/>
              </a:path>
              <a:path w="3812540" h="3546475">
                <a:moveTo>
                  <a:pt x="227210" y="2936684"/>
                </a:moveTo>
                <a:lnTo>
                  <a:pt x="207218" y="2974784"/>
                </a:lnTo>
                <a:lnTo>
                  <a:pt x="241846" y="2987484"/>
                </a:lnTo>
                <a:lnTo>
                  <a:pt x="261843" y="2962084"/>
                </a:lnTo>
                <a:lnTo>
                  <a:pt x="227210" y="2936684"/>
                </a:lnTo>
                <a:close/>
              </a:path>
              <a:path w="3812540" h="3546475">
                <a:moveTo>
                  <a:pt x="791477" y="2936684"/>
                </a:moveTo>
                <a:lnTo>
                  <a:pt x="774769" y="2974784"/>
                </a:lnTo>
                <a:lnTo>
                  <a:pt x="803706" y="2987484"/>
                </a:lnTo>
                <a:lnTo>
                  <a:pt x="820414" y="2962084"/>
                </a:lnTo>
                <a:lnTo>
                  <a:pt x="791477" y="2936684"/>
                </a:lnTo>
                <a:close/>
              </a:path>
              <a:path w="3812540" h="3546475">
                <a:moveTo>
                  <a:pt x="1355737" y="2949384"/>
                </a:moveTo>
                <a:lnTo>
                  <a:pt x="1342313" y="2974784"/>
                </a:lnTo>
                <a:lnTo>
                  <a:pt x="1365567" y="2987484"/>
                </a:lnTo>
                <a:lnTo>
                  <a:pt x="1378978" y="2962084"/>
                </a:lnTo>
                <a:lnTo>
                  <a:pt x="1355737" y="2949384"/>
                </a:lnTo>
                <a:close/>
              </a:path>
              <a:path w="3812540" h="3546475">
                <a:moveTo>
                  <a:pt x="1937562" y="2962084"/>
                </a:moveTo>
                <a:lnTo>
                  <a:pt x="1920011" y="2962084"/>
                </a:lnTo>
                <a:lnTo>
                  <a:pt x="1909876" y="2974784"/>
                </a:lnTo>
                <a:lnTo>
                  <a:pt x="1927428" y="2987484"/>
                </a:lnTo>
                <a:lnTo>
                  <a:pt x="1937562" y="2962084"/>
                </a:lnTo>
                <a:close/>
              </a:path>
              <a:path w="3812540" h="3546475">
                <a:moveTo>
                  <a:pt x="2076145" y="2962084"/>
                </a:moveTo>
                <a:lnTo>
                  <a:pt x="2066696" y="2987484"/>
                </a:lnTo>
                <a:lnTo>
                  <a:pt x="2083053" y="2987484"/>
                </a:lnTo>
                <a:lnTo>
                  <a:pt x="2092502" y="2974784"/>
                </a:lnTo>
                <a:lnTo>
                  <a:pt x="2076145" y="2962084"/>
                </a:lnTo>
                <a:close/>
              </a:path>
              <a:path w="3812540" h="3546475">
                <a:moveTo>
                  <a:pt x="2484221" y="2962084"/>
                </a:moveTo>
                <a:lnTo>
                  <a:pt x="2477236" y="2974784"/>
                </a:lnTo>
                <a:lnTo>
                  <a:pt x="2489339" y="2987484"/>
                </a:lnTo>
                <a:lnTo>
                  <a:pt x="2496324" y="2974784"/>
                </a:lnTo>
                <a:lnTo>
                  <a:pt x="2484221" y="2962084"/>
                </a:lnTo>
                <a:close/>
              </a:path>
              <a:path w="3812540" h="3546475">
                <a:moveTo>
                  <a:pt x="2650896" y="2974784"/>
                </a:moveTo>
                <a:lnTo>
                  <a:pt x="2640469" y="2974784"/>
                </a:lnTo>
                <a:lnTo>
                  <a:pt x="2634437" y="2987484"/>
                </a:lnTo>
                <a:lnTo>
                  <a:pt x="2644876" y="2987484"/>
                </a:lnTo>
                <a:lnTo>
                  <a:pt x="2650896" y="2974784"/>
                </a:lnTo>
                <a:close/>
              </a:path>
              <a:path w="3812540" h="3546475">
                <a:moveTo>
                  <a:pt x="479102" y="2923984"/>
                </a:moveTo>
                <a:lnTo>
                  <a:pt x="460752" y="2949384"/>
                </a:lnTo>
                <a:lnTo>
                  <a:pt x="492536" y="2974784"/>
                </a:lnTo>
                <a:lnTo>
                  <a:pt x="510882" y="2936684"/>
                </a:lnTo>
                <a:lnTo>
                  <a:pt x="479102" y="2923984"/>
                </a:lnTo>
                <a:close/>
              </a:path>
              <a:path w="3812540" h="3546475">
                <a:moveTo>
                  <a:pt x="635288" y="2936684"/>
                </a:moveTo>
                <a:lnTo>
                  <a:pt x="617760" y="2962084"/>
                </a:lnTo>
                <a:lnTo>
                  <a:pt x="648121" y="2974784"/>
                </a:lnTo>
                <a:lnTo>
                  <a:pt x="665648" y="2949384"/>
                </a:lnTo>
                <a:lnTo>
                  <a:pt x="635288" y="2936684"/>
                </a:lnTo>
                <a:close/>
              </a:path>
              <a:path w="3812540" h="3546475">
                <a:moveTo>
                  <a:pt x="1043364" y="2923984"/>
                </a:moveTo>
                <a:lnTo>
                  <a:pt x="1028303" y="2949384"/>
                </a:lnTo>
                <a:lnTo>
                  <a:pt x="1054397" y="2974784"/>
                </a:lnTo>
                <a:lnTo>
                  <a:pt x="1069459" y="2949384"/>
                </a:lnTo>
                <a:lnTo>
                  <a:pt x="1043364" y="2923984"/>
                </a:lnTo>
                <a:close/>
              </a:path>
              <a:path w="3812540" h="3546475">
                <a:moveTo>
                  <a:pt x="1199504" y="2936684"/>
                </a:moveTo>
                <a:lnTo>
                  <a:pt x="1185123" y="2962084"/>
                </a:lnTo>
                <a:lnTo>
                  <a:pt x="1210026" y="2974784"/>
                </a:lnTo>
                <a:lnTo>
                  <a:pt x="1224409" y="2949384"/>
                </a:lnTo>
                <a:lnTo>
                  <a:pt x="1199504" y="2936684"/>
                </a:lnTo>
                <a:close/>
              </a:path>
              <a:path w="3812540" h="3546475">
                <a:moveTo>
                  <a:pt x="1763814" y="2949384"/>
                </a:moveTo>
                <a:lnTo>
                  <a:pt x="1752866" y="2962084"/>
                </a:lnTo>
                <a:lnTo>
                  <a:pt x="1771840" y="2974784"/>
                </a:lnTo>
                <a:lnTo>
                  <a:pt x="1782787" y="2962084"/>
                </a:lnTo>
                <a:lnTo>
                  <a:pt x="1763814" y="2949384"/>
                </a:lnTo>
                <a:close/>
              </a:path>
              <a:path w="3812540" h="3546475">
                <a:moveTo>
                  <a:pt x="2328036" y="2949384"/>
                </a:moveTo>
                <a:lnTo>
                  <a:pt x="2320226" y="2962084"/>
                </a:lnTo>
                <a:lnTo>
                  <a:pt x="2333751" y="2974784"/>
                </a:lnTo>
                <a:lnTo>
                  <a:pt x="2341562" y="2962084"/>
                </a:lnTo>
                <a:lnTo>
                  <a:pt x="2328036" y="2949384"/>
                </a:lnTo>
                <a:close/>
              </a:path>
              <a:path w="3812540" h="3546475">
                <a:moveTo>
                  <a:pt x="2899943" y="2962084"/>
                </a:moveTo>
                <a:lnTo>
                  <a:pt x="2887967" y="2962084"/>
                </a:lnTo>
                <a:lnTo>
                  <a:pt x="2895561" y="2974784"/>
                </a:lnTo>
                <a:lnTo>
                  <a:pt x="2899943" y="2962084"/>
                </a:lnTo>
                <a:close/>
              </a:path>
              <a:path w="3812540" h="3546475">
                <a:moveTo>
                  <a:pt x="322868" y="2911284"/>
                </a:moveTo>
                <a:lnTo>
                  <a:pt x="303559" y="2949384"/>
                </a:lnTo>
                <a:lnTo>
                  <a:pt x="337000" y="2962084"/>
                </a:lnTo>
                <a:lnTo>
                  <a:pt x="356309" y="2936684"/>
                </a:lnTo>
                <a:lnTo>
                  <a:pt x="322868" y="2911284"/>
                </a:lnTo>
                <a:close/>
              </a:path>
              <a:path w="3812540" h="3546475">
                <a:moveTo>
                  <a:pt x="887129" y="2923984"/>
                </a:moveTo>
                <a:lnTo>
                  <a:pt x="871105" y="2949384"/>
                </a:lnTo>
                <a:lnTo>
                  <a:pt x="898857" y="2962084"/>
                </a:lnTo>
                <a:lnTo>
                  <a:pt x="914881" y="2936684"/>
                </a:lnTo>
                <a:lnTo>
                  <a:pt x="887129" y="2923984"/>
                </a:lnTo>
                <a:close/>
              </a:path>
              <a:path w="3812540" h="3546475">
                <a:moveTo>
                  <a:pt x="1451394" y="2923984"/>
                </a:moveTo>
                <a:lnTo>
                  <a:pt x="1438655" y="2949384"/>
                </a:lnTo>
                <a:lnTo>
                  <a:pt x="1460715" y="2962084"/>
                </a:lnTo>
                <a:lnTo>
                  <a:pt x="1473453" y="2936684"/>
                </a:lnTo>
                <a:lnTo>
                  <a:pt x="1451394" y="2923984"/>
                </a:lnTo>
                <a:close/>
              </a:path>
              <a:path w="3812540" h="3546475">
                <a:moveTo>
                  <a:pt x="1607578" y="2936684"/>
                </a:moveTo>
                <a:lnTo>
                  <a:pt x="1595666" y="2962084"/>
                </a:lnTo>
                <a:lnTo>
                  <a:pt x="1616303" y="2962084"/>
                </a:lnTo>
                <a:lnTo>
                  <a:pt x="1628216" y="2949384"/>
                </a:lnTo>
                <a:lnTo>
                  <a:pt x="1607578" y="2936684"/>
                </a:lnTo>
                <a:close/>
              </a:path>
              <a:path w="3812540" h="3546475">
                <a:moveTo>
                  <a:pt x="2032215" y="2936684"/>
                </a:moveTo>
                <a:lnTo>
                  <a:pt x="2015604" y="2936684"/>
                </a:lnTo>
                <a:lnTo>
                  <a:pt x="2006028" y="2949384"/>
                </a:lnTo>
                <a:lnTo>
                  <a:pt x="2022627" y="2962084"/>
                </a:lnTo>
                <a:lnTo>
                  <a:pt x="2032215" y="2936684"/>
                </a:lnTo>
                <a:close/>
              </a:path>
              <a:path w="3812540" h="3546475">
                <a:moveTo>
                  <a:pt x="2171852" y="2936684"/>
                </a:moveTo>
                <a:lnTo>
                  <a:pt x="2163216" y="2962084"/>
                </a:lnTo>
                <a:lnTo>
                  <a:pt x="2178164" y="2962084"/>
                </a:lnTo>
                <a:lnTo>
                  <a:pt x="2186787" y="2949384"/>
                </a:lnTo>
                <a:lnTo>
                  <a:pt x="2171852" y="2936684"/>
                </a:lnTo>
                <a:close/>
              </a:path>
              <a:path w="3812540" h="3546475">
                <a:moveTo>
                  <a:pt x="2579928" y="2936684"/>
                </a:moveTo>
                <a:lnTo>
                  <a:pt x="2573769" y="2949384"/>
                </a:lnTo>
                <a:lnTo>
                  <a:pt x="2584437" y="2962084"/>
                </a:lnTo>
                <a:lnTo>
                  <a:pt x="2590596" y="2949384"/>
                </a:lnTo>
                <a:lnTo>
                  <a:pt x="2579928" y="2936684"/>
                </a:lnTo>
                <a:close/>
              </a:path>
              <a:path w="3812540" h="3546475">
                <a:moveTo>
                  <a:pt x="2745371" y="2949384"/>
                </a:moveTo>
                <a:lnTo>
                  <a:pt x="2736113" y="2949384"/>
                </a:lnTo>
                <a:lnTo>
                  <a:pt x="2730766" y="2962084"/>
                </a:lnTo>
                <a:lnTo>
                  <a:pt x="2740024" y="2962084"/>
                </a:lnTo>
                <a:lnTo>
                  <a:pt x="2745371" y="2949384"/>
                </a:lnTo>
                <a:close/>
              </a:path>
              <a:path w="3812540" h="3546475">
                <a:moveTo>
                  <a:pt x="574754" y="2898584"/>
                </a:moveTo>
                <a:lnTo>
                  <a:pt x="557093" y="2923984"/>
                </a:lnTo>
                <a:lnTo>
                  <a:pt x="587687" y="2949384"/>
                </a:lnTo>
                <a:lnTo>
                  <a:pt x="605353" y="2911284"/>
                </a:lnTo>
                <a:lnTo>
                  <a:pt x="574754" y="2898584"/>
                </a:lnTo>
                <a:close/>
              </a:path>
              <a:path w="3812540" h="3546475">
                <a:moveTo>
                  <a:pt x="730944" y="2911284"/>
                </a:moveTo>
                <a:lnTo>
                  <a:pt x="714101" y="2936684"/>
                </a:lnTo>
                <a:lnTo>
                  <a:pt x="743272" y="2949384"/>
                </a:lnTo>
                <a:lnTo>
                  <a:pt x="760120" y="2923984"/>
                </a:lnTo>
                <a:lnTo>
                  <a:pt x="730944" y="2911284"/>
                </a:lnTo>
                <a:close/>
              </a:path>
              <a:path w="3812540" h="3546475">
                <a:moveTo>
                  <a:pt x="1138971" y="2898584"/>
                </a:moveTo>
                <a:lnTo>
                  <a:pt x="1124455" y="2923984"/>
                </a:lnTo>
                <a:lnTo>
                  <a:pt x="1149597" y="2949384"/>
                </a:lnTo>
                <a:lnTo>
                  <a:pt x="1164113" y="2923984"/>
                </a:lnTo>
                <a:lnTo>
                  <a:pt x="1138971" y="2898584"/>
                </a:lnTo>
                <a:close/>
              </a:path>
              <a:path w="3812540" h="3546475">
                <a:moveTo>
                  <a:pt x="1295209" y="2911284"/>
                </a:moveTo>
                <a:lnTo>
                  <a:pt x="1281645" y="2936684"/>
                </a:lnTo>
                <a:lnTo>
                  <a:pt x="1305128" y="2949384"/>
                </a:lnTo>
                <a:lnTo>
                  <a:pt x="1318691" y="2923984"/>
                </a:lnTo>
                <a:lnTo>
                  <a:pt x="1295209" y="2911284"/>
                </a:lnTo>
                <a:close/>
              </a:path>
              <a:path w="3812540" h="3546475">
                <a:moveTo>
                  <a:pt x="1859470" y="2923984"/>
                </a:moveTo>
                <a:lnTo>
                  <a:pt x="1849208" y="2936684"/>
                </a:lnTo>
                <a:lnTo>
                  <a:pt x="1866988" y="2949384"/>
                </a:lnTo>
                <a:lnTo>
                  <a:pt x="1877263" y="2936684"/>
                </a:lnTo>
                <a:lnTo>
                  <a:pt x="1859470" y="2923984"/>
                </a:lnTo>
                <a:close/>
              </a:path>
              <a:path w="3812540" h="3546475">
                <a:moveTo>
                  <a:pt x="2423744" y="2923984"/>
                </a:moveTo>
                <a:lnTo>
                  <a:pt x="2416759" y="2936684"/>
                </a:lnTo>
                <a:lnTo>
                  <a:pt x="2428849" y="2949384"/>
                </a:lnTo>
                <a:lnTo>
                  <a:pt x="2435834" y="2936684"/>
                </a:lnTo>
                <a:lnTo>
                  <a:pt x="2423744" y="2923984"/>
                </a:lnTo>
                <a:close/>
              </a:path>
              <a:path w="3812540" h="3546475">
                <a:moveTo>
                  <a:pt x="2994596" y="2936684"/>
                </a:moveTo>
                <a:lnTo>
                  <a:pt x="2984131" y="2936684"/>
                </a:lnTo>
                <a:lnTo>
                  <a:pt x="2990760" y="2949384"/>
                </a:lnTo>
                <a:lnTo>
                  <a:pt x="2994596" y="2936684"/>
                </a:lnTo>
                <a:close/>
              </a:path>
              <a:path w="3812540" h="3546475">
                <a:moveTo>
                  <a:pt x="418569" y="2885884"/>
                </a:moveTo>
                <a:lnTo>
                  <a:pt x="400084" y="2923984"/>
                </a:lnTo>
                <a:lnTo>
                  <a:pt x="432102" y="2936684"/>
                </a:lnTo>
                <a:lnTo>
                  <a:pt x="450592" y="2911284"/>
                </a:lnTo>
                <a:lnTo>
                  <a:pt x="418569" y="2885884"/>
                </a:lnTo>
                <a:close/>
              </a:path>
              <a:path w="3812540" h="3546475">
                <a:moveTo>
                  <a:pt x="982831" y="2898584"/>
                </a:moveTo>
                <a:lnTo>
                  <a:pt x="967630" y="2923984"/>
                </a:lnTo>
                <a:lnTo>
                  <a:pt x="993962" y="2936684"/>
                </a:lnTo>
                <a:lnTo>
                  <a:pt x="1009158" y="2911284"/>
                </a:lnTo>
                <a:lnTo>
                  <a:pt x="982831" y="2898584"/>
                </a:lnTo>
                <a:close/>
              </a:path>
              <a:path w="3812540" h="3546475">
                <a:moveTo>
                  <a:pt x="1547101" y="2898584"/>
                </a:moveTo>
                <a:lnTo>
                  <a:pt x="1535175" y="2923984"/>
                </a:lnTo>
                <a:lnTo>
                  <a:pt x="1555813" y="2936684"/>
                </a:lnTo>
                <a:lnTo>
                  <a:pt x="1567738" y="2911284"/>
                </a:lnTo>
                <a:lnTo>
                  <a:pt x="1547101" y="2898584"/>
                </a:lnTo>
                <a:close/>
              </a:path>
              <a:path w="3812540" h="3546475">
                <a:moveTo>
                  <a:pt x="1703285" y="2911284"/>
                </a:moveTo>
                <a:lnTo>
                  <a:pt x="1692186" y="2936684"/>
                </a:lnTo>
                <a:lnTo>
                  <a:pt x="1711401" y="2936684"/>
                </a:lnTo>
                <a:lnTo>
                  <a:pt x="1722500" y="2923984"/>
                </a:lnTo>
                <a:lnTo>
                  <a:pt x="1703285" y="2911284"/>
                </a:lnTo>
                <a:close/>
              </a:path>
              <a:path w="3812540" h="3546475">
                <a:moveTo>
                  <a:pt x="2126487" y="2911284"/>
                </a:moveTo>
                <a:lnTo>
                  <a:pt x="2111311" y="2911284"/>
                </a:lnTo>
                <a:lnTo>
                  <a:pt x="2102548" y="2923984"/>
                </a:lnTo>
                <a:lnTo>
                  <a:pt x="2117724" y="2936684"/>
                </a:lnTo>
                <a:lnTo>
                  <a:pt x="2126487" y="2911284"/>
                </a:lnTo>
                <a:close/>
              </a:path>
              <a:path w="3812540" h="3546475">
                <a:moveTo>
                  <a:pt x="2281262" y="2923984"/>
                </a:moveTo>
                <a:lnTo>
                  <a:pt x="2267508" y="2923984"/>
                </a:lnTo>
                <a:lnTo>
                  <a:pt x="2259558" y="2936684"/>
                </a:lnTo>
                <a:lnTo>
                  <a:pt x="2273312" y="2936684"/>
                </a:lnTo>
                <a:lnTo>
                  <a:pt x="2281262" y="2923984"/>
                </a:lnTo>
                <a:close/>
              </a:path>
              <a:path w="3812540" h="3546475">
                <a:moveTo>
                  <a:pt x="2839643" y="2923984"/>
                </a:moveTo>
                <a:lnTo>
                  <a:pt x="2831820" y="2923984"/>
                </a:lnTo>
                <a:lnTo>
                  <a:pt x="2827299" y="2936684"/>
                </a:lnTo>
                <a:lnTo>
                  <a:pt x="2835135" y="2936684"/>
                </a:lnTo>
                <a:lnTo>
                  <a:pt x="2839643" y="2923984"/>
                </a:lnTo>
                <a:close/>
              </a:path>
              <a:path w="3812540" h="3546475">
                <a:moveTo>
                  <a:pt x="262334" y="2873184"/>
                </a:moveTo>
                <a:lnTo>
                  <a:pt x="242887" y="2911284"/>
                </a:lnTo>
                <a:lnTo>
                  <a:pt x="276567" y="2923984"/>
                </a:lnTo>
                <a:lnTo>
                  <a:pt x="296014" y="2898584"/>
                </a:lnTo>
                <a:lnTo>
                  <a:pt x="262334" y="2873184"/>
                </a:lnTo>
                <a:close/>
              </a:path>
              <a:path w="3812540" h="3546475">
                <a:moveTo>
                  <a:pt x="670411" y="2873184"/>
                </a:moveTo>
                <a:lnTo>
                  <a:pt x="653430" y="2898584"/>
                </a:lnTo>
                <a:lnTo>
                  <a:pt x="682843" y="2923984"/>
                </a:lnTo>
                <a:lnTo>
                  <a:pt x="699824" y="2885884"/>
                </a:lnTo>
                <a:lnTo>
                  <a:pt x="670411" y="2873184"/>
                </a:lnTo>
                <a:close/>
              </a:path>
              <a:path w="3812540" h="3546475">
                <a:moveTo>
                  <a:pt x="826595" y="2885884"/>
                </a:moveTo>
                <a:lnTo>
                  <a:pt x="810439" y="2911284"/>
                </a:lnTo>
                <a:lnTo>
                  <a:pt x="838428" y="2923984"/>
                </a:lnTo>
                <a:lnTo>
                  <a:pt x="854585" y="2898584"/>
                </a:lnTo>
                <a:lnTo>
                  <a:pt x="826595" y="2885884"/>
                </a:lnTo>
                <a:close/>
              </a:path>
              <a:path w="3812540" h="3546475">
                <a:moveTo>
                  <a:pt x="1390865" y="2885884"/>
                </a:moveTo>
                <a:lnTo>
                  <a:pt x="1377988" y="2911284"/>
                </a:lnTo>
                <a:lnTo>
                  <a:pt x="1400289" y="2923984"/>
                </a:lnTo>
                <a:lnTo>
                  <a:pt x="1413154" y="2898584"/>
                </a:lnTo>
                <a:lnTo>
                  <a:pt x="1390865" y="2885884"/>
                </a:lnTo>
                <a:close/>
              </a:path>
              <a:path w="3812540" h="3546475">
                <a:moveTo>
                  <a:pt x="1955126" y="2898584"/>
                </a:moveTo>
                <a:lnTo>
                  <a:pt x="1945538" y="2911284"/>
                </a:lnTo>
                <a:lnTo>
                  <a:pt x="1962149" y="2923984"/>
                </a:lnTo>
                <a:lnTo>
                  <a:pt x="1971725" y="2911284"/>
                </a:lnTo>
                <a:lnTo>
                  <a:pt x="1955126" y="2898584"/>
                </a:lnTo>
                <a:close/>
              </a:path>
              <a:path w="3812540" h="3546475">
                <a:moveTo>
                  <a:pt x="2519387" y="2898584"/>
                </a:moveTo>
                <a:lnTo>
                  <a:pt x="2513088" y="2911284"/>
                </a:lnTo>
                <a:lnTo>
                  <a:pt x="2524010" y="2923984"/>
                </a:lnTo>
                <a:lnTo>
                  <a:pt x="2530309" y="2911284"/>
                </a:lnTo>
                <a:lnTo>
                  <a:pt x="2519387" y="2898584"/>
                </a:lnTo>
                <a:close/>
              </a:path>
              <a:path w="3812540" h="3546475">
                <a:moveTo>
                  <a:pt x="2675585" y="2911284"/>
                </a:moveTo>
                <a:lnTo>
                  <a:pt x="2670111" y="2923984"/>
                </a:lnTo>
                <a:lnTo>
                  <a:pt x="2685071" y="2923984"/>
                </a:lnTo>
                <a:lnTo>
                  <a:pt x="2675585" y="2911284"/>
                </a:lnTo>
                <a:close/>
              </a:path>
              <a:path w="3812540" h="3546475">
                <a:moveTo>
                  <a:pt x="3088881" y="2911284"/>
                </a:moveTo>
                <a:lnTo>
                  <a:pt x="3080651" y="2911284"/>
                </a:lnTo>
                <a:lnTo>
                  <a:pt x="3085871" y="2923984"/>
                </a:lnTo>
                <a:lnTo>
                  <a:pt x="3088881" y="2911284"/>
                </a:lnTo>
                <a:close/>
              </a:path>
              <a:path w="3812540" h="3546475">
                <a:moveTo>
                  <a:pt x="514220" y="2860484"/>
                </a:moveTo>
                <a:lnTo>
                  <a:pt x="496421" y="2898584"/>
                </a:lnTo>
                <a:lnTo>
                  <a:pt x="527258" y="2911284"/>
                </a:lnTo>
                <a:lnTo>
                  <a:pt x="545058" y="2885884"/>
                </a:lnTo>
                <a:lnTo>
                  <a:pt x="514220" y="2860484"/>
                </a:lnTo>
                <a:close/>
              </a:path>
              <a:path w="3812540" h="3546475">
                <a:moveTo>
                  <a:pt x="1078487" y="2873184"/>
                </a:moveTo>
                <a:lnTo>
                  <a:pt x="1063971" y="2898584"/>
                </a:lnTo>
                <a:lnTo>
                  <a:pt x="1089113" y="2911284"/>
                </a:lnTo>
                <a:lnTo>
                  <a:pt x="1103629" y="2885884"/>
                </a:lnTo>
                <a:lnTo>
                  <a:pt x="1078487" y="2873184"/>
                </a:lnTo>
                <a:close/>
              </a:path>
              <a:path w="3812540" h="3546475">
                <a:moveTo>
                  <a:pt x="1234673" y="2885884"/>
                </a:moveTo>
                <a:lnTo>
                  <a:pt x="1220975" y="2898584"/>
                </a:lnTo>
                <a:lnTo>
                  <a:pt x="1244698" y="2911284"/>
                </a:lnTo>
                <a:lnTo>
                  <a:pt x="1258390" y="2898584"/>
                </a:lnTo>
                <a:lnTo>
                  <a:pt x="1234673" y="2885884"/>
                </a:lnTo>
                <a:close/>
              </a:path>
              <a:path w="3812540" h="3546475">
                <a:moveTo>
                  <a:pt x="1642744" y="2873184"/>
                </a:moveTo>
                <a:lnTo>
                  <a:pt x="1631518" y="2898584"/>
                </a:lnTo>
                <a:lnTo>
                  <a:pt x="1650974" y="2911284"/>
                </a:lnTo>
                <a:lnTo>
                  <a:pt x="1662201" y="2885884"/>
                </a:lnTo>
                <a:lnTo>
                  <a:pt x="1642744" y="2873184"/>
                </a:lnTo>
                <a:close/>
              </a:path>
              <a:path w="3812540" h="3546475">
                <a:moveTo>
                  <a:pt x="1798929" y="2885884"/>
                </a:moveTo>
                <a:lnTo>
                  <a:pt x="1788528" y="2898584"/>
                </a:lnTo>
                <a:lnTo>
                  <a:pt x="1806562" y="2911284"/>
                </a:lnTo>
                <a:lnTo>
                  <a:pt x="1816963" y="2898584"/>
                </a:lnTo>
                <a:lnTo>
                  <a:pt x="1798929" y="2885884"/>
                </a:lnTo>
                <a:close/>
              </a:path>
              <a:path w="3812540" h="3546475">
                <a:moveTo>
                  <a:pt x="2220772" y="2885884"/>
                </a:moveTo>
                <a:lnTo>
                  <a:pt x="2207018" y="2885884"/>
                </a:lnTo>
                <a:lnTo>
                  <a:pt x="2199068" y="2898584"/>
                </a:lnTo>
                <a:lnTo>
                  <a:pt x="2212835" y="2911284"/>
                </a:lnTo>
                <a:lnTo>
                  <a:pt x="2220772" y="2885884"/>
                </a:lnTo>
                <a:close/>
              </a:path>
              <a:path w="3812540" h="3546475">
                <a:moveTo>
                  <a:pt x="2375534" y="2898584"/>
                </a:moveTo>
                <a:lnTo>
                  <a:pt x="2363203" y="2898584"/>
                </a:lnTo>
                <a:lnTo>
                  <a:pt x="2356078" y="2911284"/>
                </a:lnTo>
                <a:lnTo>
                  <a:pt x="2368422" y="2911284"/>
                </a:lnTo>
                <a:lnTo>
                  <a:pt x="2375534" y="2898584"/>
                </a:lnTo>
                <a:close/>
              </a:path>
              <a:path w="3812540" h="3546475">
                <a:moveTo>
                  <a:pt x="2934106" y="2898584"/>
                </a:moveTo>
                <a:lnTo>
                  <a:pt x="2927476" y="2898584"/>
                </a:lnTo>
                <a:lnTo>
                  <a:pt x="2923641" y="2911284"/>
                </a:lnTo>
                <a:lnTo>
                  <a:pt x="2930283" y="2911284"/>
                </a:lnTo>
                <a:lnTo>
                  <a:pt x="2934106" y="2898584"/>
                </a:lnTo>
                <a:close/>
              </a:path>
              <a:path w="3812540" h="3546475">
                <a:moveTo>
                  <a:pt x="358035" y="2847784"/>
                </a:moveTo>
                <a:lnTo>
                  <a:pt x="339412" y="2885884"/>
                </a:lnTo>
                <a:lnTo>
                  <a:pt x="371668" y="2898584"/>
                </a:lnTo>
                <a:lnTo>
                  <a:pt x="390296" y="2873184"/>
                </a:lnTo>
                <a:lnTo>
                  <a:pt x="358035" y="2847784"/>
                </a:lnTo>
                <a:close/>
              </a:path>
              <a:path w="3812540" h="3546475">
                <a:moveTo>
                  <a:pt x="766062" y="2847784"/>
                </a:moveTo>
                <a:lnTo>
                  <a:pt x="749766" y="2873184"/>
                </a:lnTo>
                <a:lnTo>
                  <a:pt x="777994" y="2898584"/>
                </a:lnTo>
                <a:lnTo>
                  <a:pt x="794290" y="2860484"/>
                </a:lnTo>
                <a:lnTo>
                  <a:pt x="766062" y="2847784"/>
                </a:lnTo>
                <a:close/>
              </a:path>
              <a:path w="3812540" h="3546475">
                <a:moveTo>
                  <a:pt x="922303" y="2860484"/>
                </a:moveTo>
                <a:lnTo>
                  <a:pt x="906964" y="2885884"/>
                </a:lnTo>
                <a:lnTo>
                  <a:pt x="933529" y="2898584"/>
                </a:lnTo>
                <a:lnTo>
                  <a:pt x="948869" y="2873184"/>
                </a:lnTo>
                <a:lnTo>
                  <a:pt x="922303" y="2860484"/>
                </a:lnTo>
                <a:close/>
              </a:path>
              <a:path w="3812540" h="3546475">
                <a:moveTo>
                  <a:pt x="1486560" y="2860484"/>
                </a:moveTo>
                <a:lnTo>
                  <a:pt x="1474520" y="2885884"/>
                </a:lnTo>
                <a:lnTo>
                  <a:pt x="1495386" y="2898584"/>
                </a:lnTo>
                <a:lnTo>
                  <a:pt x="1507439" y="2873184"/>
                </a:lnTo>
                <a:lnTo>
                  <a:pt x="1486560" y="2860484"/>
                </a:lnTo>
                <a:close/>
              </a:path>
              <a:path w="3812540" h="3546475">
                <a:moveTo>
                  <a:pt x="2050783" y="2873184"/>
                </a:moveTo>
                <a:lnTo>
                  <a:pt x="2041880" y="2885884"/>
                </a:lnTo>
                <a:lnTo>
                  <a:pt x="2057298" y="2898584"/>
                </a:lnTo>
                <a:lnTo>
                  <a:pt x="2066200" y="2885884"/>
                </a:lnTo>
                <a:lnTo>
                  <a:pt x="2050783" y="2873184"/>
                </a:lnTo>
                <a:close/>
              </a:path>
              <a:path w="3812540" h="3546475">
                <a:moveTo>
                  <a:pt x="2624772" y="2885884"/>
                </a:moveTo>
                <a:lnTo>
                  <a:pt x="2609430" y="2885884"/>
                </a:lnTo>
                <a:lnTo>
                  <a:pt x="2619158" y="2898584"/>
                </a:lnTo>
                <a:lnTo>
                  <a:pt x="2624772" y="2885884"/>
                </a:lnTo>
                <a:close/>
              </a:path>
              <a:path w="3812540" h="3546475">
                <a:moveTo>
                  <a:pt x="2771292" y="2885884"/>
                </a:moveTo>
                <a:lnTo>
                  <a:pt x="2766631" y="2898584"/>
                </a:lnTo>
                <a:lnTo>
                  <a:pt x="2779344" y="2898584"/>
                </a:lnTo>
                <a:lnTo>
                  <a:pt x="2771292" y="2885884"/>
                </a:lnTo>
                <a:close/>
              </a:path>
              <a:path w="3812540" h="3546475">
                <a:moveTo>
                  <a:pt x="3183343" y="2885884"/>
                </a:moveTo>
                <a:lnTo>
                  <a:pt x="3176993" y="2885884"/>
                </a:lnTo>
                <a:lnTo>
                  <a:pt x="3181019" y="2898584"/>
                </a:lnTo>
                <a:lnTo>
                  <a:pt x="3183343" y="2885884"/>
                </a:lnTo>
                <a:close/>
              </a:path>
              <a:path w="3812540" h="3546475">
                <a:moveTo>
                  <a:pt x="609927" y="2835084"/>
                </a:moveTo>
                <a:lnTo>
                  <a:pt x="592946" y="2873184"/>
                </a:lnTo>
                <a:lnTo>
                  <a:pt x="622359" y="2885884"/>
                </a:lnTo>
                <a:lnTo>
                  <a:pt x="639340" y="2860484"/>
                </a:lnTo>
                <a:lnTo>
                  <a:pt x="609927" y="2835084"/>
                </a:lnTo>
                <a:close/>
              </a:path>
              <a:path w="3812540" h="3546475">
                <a:moveTo>
                  <a:pt x="1174140" y="2847784"/>
                </a:moveTo>
                <a:lnTo>
                  <a:pt x="1160308" y="2873184"/>
                </a:lnTo>
                <a:lnTo>
                  <a:pt x="1184269" y="2885884"/>
                </a:lnTo>
                <a:lnTo>
                  <a:pt x="1198101" y="2860484"/>
                </a:lnTo>
                <a:lnTo>
                  <a:pt x="1174140" y="2847784"/>
                </a:lnTo>
                <a:close/>
              </a:path>
              <a:path w="3812540" h="3546475">
                <a:moveTo>
                  <a:pt x="1330375" y="2860484"/>
                </a:moveTo>
                <a:lnTo>
                  <a:pt x="1317510" y="2873184"/>
                </a:lnTo>
                <a:lnTo>
                  <a:pt x="1339799" y="2885884"/>
                </a:lnTo>
                <a:lnTo>
                  <a:pt x="1352676" y="2873184"/>
                </a:lnTo>
                <a:lnTo>
                  <a:pt x="1330375" y="2860484"/>
                </a:lnTo>
                <a:close/>
              </a:path>
              <a:path w="3812540" h="3546475">
                <a:moveTo>
                  <a:pt x="1738401" y="2847784"/>
                </a:moveTo>
                <a:lnTo>
                  <a:pt x="1727860" y="2873184"/>
                </a:lnTo>
                <a:lnTo>
                  <a:pt x="1746122" y="2885884"/>
                </a:lnTo>
                <a:lnTo>
                  <a:pt x="1756663" y="2860484"/>
                </a:lnTo>
                <a:lnTo>
                  <a:pt x="1738401" y="2847784"/>
                </a:lnTo>
                <a:close/>
              </a:path>
              <a:path w="3812540" h="3546475">
                <a:moveTo>
                  <a:pt x="1894585" y="2860484"/>
                </a:moveTo>
                <a:lnTo>
                  <a:pt x="1884870" y="2873184"/>
                </a:lnTo>
                <a:lnTo>
                  <a:pt x="1901710" y="2885884"/>
                </a:lnTo>
                <a:lnTo>
                  <a:pt x="1911438" y="2873184"/>
                </a:lnTo>
                <a:lnTo>
                  <a:pt x="1894585" y="2860484"/>
                </a:lnTo>
                <a:close/>
              </a:path>
              <a:path w="3812540" h="3546475">
                <a:moveTo>
                  <a:pt x="2469819" y="2873184"/>
                </a:moveTo>
                <a:lnTo>
                  <a:pt x="2458910" y="2873184"/>
                </a:lnTo>
                <a:lnTo>
                  <a:pt x="2452611" y="2885884"/>
                </a:lnTo>
                <a:lnTo>
                  <a:pt x="2463520" y="2885884"/>
                </a:lnTo>
                <a:lnTo>
                  <a:pt x="2469819" y="2873184"/>
                </a:lnTo>
                <a:close/>
              </a:path>
              <a:path w="3812540" h="3546475">
                <a:moveTo>
                  <a:pt x="3028581" y="2873184"/>
                </a:moveTo>
                <a:lnTo>
                  <a:pt x="3023133" y="2873184"/>
                </a:lnTo>
                <a:lnTo>
                  <a:pt x="3019983" y="2885884"/>
                </a:lnTo>
                <a:lnTo>
                  <a:pt x="3025431" y="2885884"/>
                </a:lnTo>
                <a:lnTo>
                  <a:pt x="3028581" y="2873184"/>
                </a:lnTo>
                <a:close/>
              </a:path>
              <a:path w="3812540" h="3546475">
                <a:moveTo>
                  <a:pt x="297502" y="2822384"/>
                </a:moveTo>
                <a:lnTo>
                  <a:pt x="278744" y="2847784"/>
                </a:lnTo>
                <a:lnTo>
                  <a:pt x="311238" y="2873184"/>
                </a:lnTo>
                <a:lnTo>
                  <a:pt x="329996" y="2835084"/>
                </a:lnTo>
                <a:lnTo>
                  <a:pt x="297502" y="2822384"/>
                </a:lnTo>
                <a:close/>
              </a:path>
              <a:path w="3812540" h="3546475">
                <a:moveTo>
                  <a:pt x="453692" y="2822384"/>
                </a:moveTo>
                <a:lnTo>
                  <a:pt x="435748" y="2860484"/>
                </a:lnTo>
                <a:lnTo>
                  <a:pt x="466824" y="2873184"/>
                </a:lnTo>
                <a:lnTo>
                  <a:pt x="484762" y="2847784"/>
                </a:lnTo>
                <a:lnTo>
                  <a:pt x="453692" y="2822384"/>
                </a:lnTo>
                <a:close/>
              </a:path>
              <a:path w="3812540" h="3546475">
                <a:moveTo>
                  <a:pt x="1017954" y="2835084"/>
                </a:moveTo>
                <a:lnTo>
                  <a:pt x="1003299" y="2860484"/>
                </a:lnTo>
                <a:lnTo>
                  <a:pt x="1028679" y="2873184"/>
                </a:lnTo>
                <a:lnTo>
                  <a:pt x="1043334" y="2847784"/>
                </a:lnTo>
                <a:lnTo>
                  <a:pt x="1017954" y="2835084"/>
                </a:lnTo>
                <a:close/>
              </a:path>
              <a:path w="3812540" h="3546475">
                <a:moveTo>
                  <a:pt x="1582216" y="2835084"/>
                </a:moveTo>
                <a:lnTo>
                  <a:pt x="1570850" y="2860484"/>
                </a:lnTo>
                <a:lnTo>
                  <a:pt x="1590535" y="2873184"/>
                </a:lnTo>
                <a:lnTo>
                  <a:pt x="1601901" y="2847784"/>
                </a:lnTo>
                <a:lnTo>
                  <a:pt x="1582216" y="2835084"/>
                </a:lnTo>
                <a:close/>
              </a:path>
              <a:path w="3812540" h="3546475">
                <a:moveTo>
                  <a:pt x="2146477" y="2847784"/>
                </a:moveTo>
                <a:lnTo>
                  <a:pt x="2138400" y="2860484"/>
                </a:lnTo>
                <a:lnTo>
                  <a:pt x="2152395" y="2873184"/>
                </a:lnTo>
                <a:lnTo>
                  <a:pt x="2160473" y="2860484"/>
                </a:lnTo>
                <a:lnTo>
                  <a:pt x="2146477" y="2847784"/>
                </a:lnTo>
                <a:close/>
              </a:path>
              <a:path w="3812540" h="3546475">
                <a:moveTo>
                  <a:pt x="2315235" y="2860484"/>
                </a:moveTo>
                <a:lnTo>
                  <a:pt x="2302674" y="2860484"/>
                </a:lnTo>
                <a:lnTo>
                  <a:pt x="2295410" y="2873184"/>
                </a:lnTo>
                <a:lnTo>
                  <a:pt x="2307983" y="2873184"/>
                </a:lnTo>
                <a:lnTo>
                  <a:pt x="2315235" y="2860484"/>
                </a:lnTo>
                <a:close/>
              </a:path>
              <a:path w="3812540" h="3546475">
                <a:moveTo>
                  <a:pt x="2719044" y="2860484"/>
                </a:moveTo>
                <a:lnTo>
                  <a:pt x="2705963" y="2860484"/>
                </a:lnTo>
                <a:lnTo>
                  <a:pt x="2714256" y="2873184"/>
                </a:lnTo>
                <a:lnTo>
                  <a:pt x="2719044" y="2860484"/>
                </a:lnTo>
                <a:close/>
              </a:path>
              <a:path w="3812540" h="3546475">
                <a:moveTo>
                  <a:pt x="2866935" y="2860484"/>
                </a:moveTo>
                <a:lnTo>
                  <a:pt x="2862960" y="2873184"/>
                </a:lnTo>
                <a:lnTo>
                  <a:pt x="2873819" y="2873184"/>
                </a:lnTo>
                <a:lnTo>
                  <a:pt x="2866935" y="2860484"/>
                </a:lnTo>
                <a:close/>
              </a:path>
              <a:path w="3812540" h="3546475">
                <a:moveTo>
                  <a:pt x="705529" y="2809684"/>
                </a:moveTo>
                <a:lnTo>
                  <a:pt x="689099" y="2835084"/>
                </a:lnTo>
                <a:lnTo>
                  <a:pt x="717560" y="2860484"/>
                </a:lnTo>
                <a:lnTo>
                  <a:pt x="733990" y="2835084"/>
                </a:lnTo>
                <a:lnTo>
                  <a:pt x="705529" y="2809684"/>
                </a:lnTo>
                <a:close/>
              </a:path>
              <a:path w="3812540" h="3546475">
                <a:moveTo>
                  <a:pt x="861769" y="2822384"/>
                </a:moveTo>
                <a:lnTo>
                  <a:pt x="846291" y="2847784"/>
                </a:lnTo>
                <a:lnTo>
                  <a:pt x="873095" y="2860484"/>
                </a:lnTo>
                <a:lnTo>
                  <a:pt x="888568" y="2835084"/>
                </a:lnTo>
                <a:lnTo>
                  <a:pt x="861769" y="2822384"/>
                </a:lnTo>
                <a:close/>
              </a:path>
              <a:path w="3812540" h="3546475">
                <a:moveTo>
                  <a:pt x="1269846" y="2822384"/>
                </a:moveTo>
                <a:lnTo>
                  <a:pt x="1256833" y="2847784"/>
                </a:lnTo>
                <a:lnTo>
                  <a:pt x="1279372" y="2860484"/>
                </a:lnTo>
                <a:lnTo>
                  <a:pt x="1292377" y="2835084"/>
                </a:lnTo>
                <a:lnTo>
                  <a:pt x="1269846" y="2822384"/>
                </a:lnTo>
                <a:close/>
              </a:path>
              <a:path w="3812540" h="3546475">
                <a:moveTo>
                  <a:pt x="1426032" y="2835084"/>
                </a:moveTo>
                <a:lnTo>
                  <a:pt x="1413840" y="2847784"/>
                </a:lnTo>
                <a:lnTo>
                  <a:pt x="1434960" y="2860484"/>
                </a:lnTo>
                <a:lnTo>
                  <a:pt x="1447139" y="2847784"/>
                </a:lnTo>
                <a:lnTo>
                  <a:pt x="1426032" y="2835084"/>
                </a:lnTo>
                <a:close/>
              </a:path>
              <a:path w="3812540" h="3546475">
                <a:moveTo>
                  <a:pt x="1990293" y="2835084"/>
                </a:moveTo>
                <a:lnTo>
                  <a:pt x="1981390" y="2847784"/>
                </a:lnTo>
                <a:lnTo>
                  <a:pt x="1996808" y="2860484"/>
                </a:lnTo>
                <a:lnTo>
                  <a:pt x="2005710" y="2847784"/>
                </a:lnTo>
                <a:lnTo>
                  <a:pt x="1990293" y="2835084"/>
                </a:lnTo>
                <a:close/>
              </a:path>
              <a:path w="3812540" h="3546475">
                <a:moveTo>
                  <a:pt x="2564472" y="2847784"/>
                </a:moveTo>
                <a:lnTo>
                  <a:pt x="2554515" y="2847784"/>
                </a:lnTo>
                <a:lnTo>
                  <a:pt x="2548762" y="2860484"/>
                </a:lnTo>
                <a:lnTo>
                  <a:pt x="2558719" y="2860484"/>
                </a:lnTo>
                <a:lnTo>
                  <a:pt x="2564472" y="2847784"/>
                </a:lnTo>
                <a:close/>
              </a:path>
              <a:path w="3812540" h="3546475">
                <a:moveTo>
                  <a:pt x="3123044" y="2847784"/>
                </a:moveTo>
                <a:lnTo>
                  <a:pt x="3118776" y="2847784"/>
                </a:lnTo>
                <a:lnTo>
                  <a:pt x="3116313" y="2860484"/>
                </a:lnTo>
                <a:lnTo>
                  <a:pt x="3120580" y="2860484"/>
                </a:lnTo>
                <a:lnTo>
                  <a:pt x="3123044" y="2847784"/>
                </a:lnTo>
                <a:close/>
              </a:path>
              <a:path w="3812540" h="3546475">
                <a:moveTo>
                  <a:pt x="549394" y="2796984"/>
                </a:moveTo>
                <a:lnTo>
                  <a:pt x="532273" y="2835084"/>
                </a:lnTo>
                <a:lnTo>
                  <a:pt x="561925" y="2847784"/>
                </a:lnTo>
                <a:lnTo>
                  <a:pt x="579045" y="2822384"/>
                </a:lnTo>
                <a:lnTo>
                  <a:pt x="549394" y="2796984"/>
                </a:lnTo>
                <a:close/>
              </a:path>
              <a:path w="3812540" h="3546475">
                <a:moveTo>
                  <a:pt x="1113610" y="2809684"/>
                </a:moveTo>
                <a:lnTo>
                  <a:pt x="1099640" y="2835084"/>
                </a:lnTo>
                <a:lnTo>
                  <a:pt x="1123830" y="2847784"/>
                </a:lnTo>
                <a:lnTo>
                  <a:pt x="1137800" y="2822384"/>
                </a:lnTo>
                <a:lnTo>
                  <a:pt x="1113610" y="2809684"/>
                </a:lnTo>
                <a:close/>
              </a:path>
              <a:path w="3812540" h="3546475">
                <a:moveTo>
                  <a:pt x="1696377" y="2822384"/>
                </a:moveTo>
                <a:lnTo>
                  <a:pt x="1677873" y="2822384"/>
                </a:lnTo>
                <a:lnTo>
                  <a:pt x="1667192" y="2835084"/>
                </a:lnTo>
                <a:lnTo>
                  <a:pt x="1685696" y="2847784"/>
                </a:lnTo>
                <a:lnTo>
                  <a:pt x="1696377" y="2822384"/>
                </a:lnTo>
                <a:close/>
              </a:path>
              <a:path w="3812540" h="3546475">
                <a:moveTo>
                  <a:pt x="1834057" y="2822384"/>
                </a:moveTo>
                <a:lnTo>
                  <a:pt x="1824202" y="2847784"/>
                </a:lnTo>
                <a:lnTo>
                  <a:pt x="1841271" y="2847784"/>
                </a:lnTo>
                <a:lnTo>
                  <a:pt x="1851139" y="2835084"/>
                </a:lnTo>
                <a:lnTo>
                  <a:pt x="1834057" y="2822384"/>
                </a:lnTo>
                <a:close/>
              </a:path>
              <a:path w="3812540" h="3546475">
                <a:moveTo>
                  <a:pt x="2242134" y="2822384"/>
                </a:moveTo>
                <a:lnTo>
                  <a:pt x="2234742" y="2835084"/>
                </a:lnTo>
                <a:lnTo>
                  <a:pt x="2247544" y="2847784"/>
                </a:lnTo>
                <a:lnTo>
                  <a:pt x="2254948" y="2835084"/>
                </a:lnTo>
                <a:lnTo>
                  <a:pt x="2242134" y="2822384"/>
                </a:lnTo>
                <a:close/>
              </a:path>
              <a:path w="3812540" h="3546475">
                <a:moveTo>
                  <a:pt x="2409532" y="2835084"/>
                </a:moveTo>
                <a:lnTo>
                  <a:pt x="2398369" y="2835084"/>
                </a:lnTo>
                <a:lnTo>
                  <a:pt x="2391943" y="2847784"/>
                </a:lnTo>
                <a:lnTo>
                  <a:pt x="2403093" y="2847784"/>
                </a:lnTo>
                <a:lnTo>
                  <a:pt x="2409532" y="2835084"/>
                </a:lnTo>
                <a:close/>
              </a:path>
              <a:path w="3812540" h="3546475">
                <a:moveTo>
                  <a:pt x="2813519" y="2835084"/>
                </a:moveTo>
                <a:lnTo>
                  <a:pt x="2802292" y="2835084"/>
                </a:lnTo>
                <a:lnTo>
                  <a:pt x="2809417" y="2847784"/>
                </a:lnTo>
                <a:lnTo>
                  <a:pt x="2813519" y="2835084"/>
                </a:lnTo>
                <a:close/>
              </a:path>
              <a:path w="3812540" h="3546475">
                <a:moveTo>
                  <a:pt x="2962643" y="2835084"/>
                </a:moveTo>
                <a:lnTo>
                  <a:pt x="2959493" y="2847784"/>
                </a:lnTo>
                <a:lnTo>
                  <a:pt x="2968104" y="2847784"/>
                </a:lnTo>
                <a:lnTo>
                  <a:pt x="2962643" y="2835084"/>
                </a:lnTo>
                <a:close/>
              </a:path>
              <a:path w="3812540" h="3546475">
                <a:moveTo>
                  <a:pt x="393208" y="2796984"/>
                </a:moveTo>
                <a:lnTo>
                  <a:pt x="375264" y="2822384"/>
                </a:lnTo>
                <a:lnTo>
                  <a:pt x="406340" y="2835084"/>
                </a:lnTo>
                <a:lnTo>
                  <a:pt x="424279" y="2809684"/>
                </a:lnTo>
                <a:lnTo>
                  <a:pt x="393208" y="2796984"/>
                </a:lnTo>
                <a:close/>
              </a:path>
              <a:path w="3812540" h="3546475">
                <a:moveTo>
                  <a:pt x="801236" y="2784284"/>
                </a:moveTo>
                <a:lnTo>
                  <a:pt x="785624" y="2809684"/>
                </a:lnTo>
                <a:lnTo>
                  <a:pt x="812666" y="2835084"/>
                </a:lnTo>
                <a:lnTo>
                  <a:pt x="828273" y="2809684"/>
                </a:lnTo>
                <a:lnTo>
                  <a:pt x="801236" y="2784284"/>
                </a:lnTo>
                <a:close/>
              </a:path>
              <a:path w="3812540" h="3546475">
                <a:moveTo>
                  <a:pt x="957421" y="2796984"/>
                </a:moveTo>
                <a:lnTo>
                  <a:pt x="942632" y="2822384"/>
                </a:lnTo>
                <a:lnTo>
                  <a:pt x="968245" y="2835084"/>
                </a:lnTo>
                <a:lnTo>
                  <a:pt x="983039" y="2809684"/>
                </a:lnTo>
                <a:lnTo>
                  <a:pt x="957421" y="2796984"/>
                </a:lnTo>
                <a:close/>
              </a:path>
              <a:path w="3812540" h="3546475">
                <a:moveTo>
                  <a:pt x="1365503" y="2796984"/>
                </a:moveTo>
                <a:lnTo>
                  <a:pt x="1353172" y="2822384"/>
                </a:lnTo>
                <a:lnTo>
                  <a:pt x="1374520" y="2835084"/>
                </a:lnTo>
                <a:lnTo>
                  <a:pt x="1386839" y="2809684"/>
                </a:lnTo>
                <a:lnTo>
                  <a:pt x="1365503" y="2796984"/>
                </a:lnTo>
                <a:close/>
              </a:path>
              <a:path w="3812540" h="3546475">
                <a:moveTo>
                  <a:pt x="1521726" y="2809684"/>
                </a:moveTo>
                <a:lnTo>
                  <a:pt x="1510372" y="2822384"/>
                </a:lnTo>
                <a:lnTo>
                  <a:pt x="1530057" y="2835084"/>
                </a:lnTo>
                <a:lnTo>
                  <a:pt x="1541411" y="2822384"/>
                </a:lnTo>
                <a:lnTo>
                  <a:pt x="1521726" y="2809684"/>
                </a:lnTo>
                <a:close/>
              </a:path>
              <a:path w="3812540" h="3546475">
                <a:moveTo>
                  <a:pt x="2085949" y="2809684"/>
                </a:moveTo>
                <a:lnTo>
                  <a:pt x="2077732" y="2822384"/>
                </a:lnTo>
                <a:lnTo>
                  <a:pt x="2091956" y="2835084"/>
                </a:lnTo>
                <a:lnTo>
                  <a:pt x="2100186" y="2822384"/>
                </a:lnTo>
                <a:lnTo>
                  <a:pt x="2085949" y="2809684"/>
                </a:lnTo>
                <a:close/>
              </a:path>
              <a:path w="3812540" h="3546475">
                <a:moveTo>
                  <a:pt x="2658757" y="2822384"/>
                </a:moveTo>
                <a:lnTo>
                  <a:pt x="2645282" y="2822384"/>
                </a:lnTo>
                <a:lnTo>
                  <a:pt x="2653829" y="2835084"/>
                </a:lnTo>
                <a:lnTo>
                  <a:pt x="2658757" y="2822384"/>
                </a:lnTo>
                <a:close/>
              </a:path>
              <a:path w="3812540" h="3546475">
                <a:moveTo>
                  <a:pt x="3217341" y="2822384"/>
                </a:moveTo>
                <a:lnTo>
                  <a:pt x="3214484" y="2822384"/>
                </a:lnTo>
                <a:lnTo>
                  <a:pt x="3212845" y="2835084"/>
                </a:lnTo>
                <a:lnTo>
                  <a:pt x="3215690" y="2835084"/>
                </a:lnTo>
                <a:lnTo>
                  <a:pt x="3217341" y="2822384"/>
                </a:lnTo>
                <a:close/>
              </a:path>
              <a:path w="3812540" h="3546475">
                <a:moveTo>
                  <a:pt x="645045" y="2784284"/>
                </a:moveTo>
                <a:lnTo>
                  <a:pt x="628615" y="2809684"/>
                </a:lnTo>
                <a:lnTo>
                  <a:pt x="657076" y="2822384"/>
                </a:lnTo>
                <a:lnTo>
                  <a:pt x="673511" y="2796984"/>
                </a:lnTo>
                <a:lnTo>
                  <a:pt x="645045" y="2784284"/>
                </a:lnTo>
                <a:close/>
              </a:path>
              <a:path w="3812540" h="3546475">
                <a:moveTo>
                  <a:pt x="1209312" y="2784284"/>
                </a:moveTo>
                <a:lnTo>
                  <a:pt x="1196165" y="2809684"/>
                </a:lnTo>
                <a:lnTo>
                  <a:pt x="1218937" y="2822384"/>
                </a:lnTo>
                <a:lnTo>
                  <a:pt x="1232084" y="2796984"/>
                </a:lnTo>
                <a:lnTo>
                  <a:pt x="1209312" y="2784284"/>
                </a:lnTo>
                <a:close/>
              </a:path>
              <a:path w="3812540" h="3546475">
                <a:moveTo>
                  <a:pt x="1790649" y="2796984"/>
                </a:moveTo>
                <a:lnTo>
                  <a:pt x="1773580" y="2796984"/>
                </a:lnTo>
                <a:lnTo>
                  <a:pt x="1763712" y="2809684"/>
                </a:lnTo>
                <a:lnTo>
                  <a:pt x="1780793" y="2822384"/>
                </a:lnTo>
                <a:lnTo>
                  <a:pt x="1790649" y="2796984"/>
                </a:lnTo>
                <a:close/>
              </a:path>
              <a:path w="3812540" h="3546475">
                <a:moveTo>
                  <a:pt x="1929764" y="2796984"/>
                </a:moveTo>
                <a:lnTo>
                  <a:pt x="1920722" y="2822384"/>
                </a:lnTo>
                <a:lnTo>
                  <a:pt x="1936381" y="2822384"/>
                </a:lnTo>
                <a:lnTo>
                  <a:pt x="1945411" y="2809684"/>
                </a:lnTo>
                <a:lnTo>
                  <a:pt x="1929764" y="2796984"/>
                </a:lnTo>
                <a:close/>
              </a:path>
              <a:path w="3812540" h="3546475">
                <a:moveTo>
                  <a:pt x="2337841" y="2796984"/>
                </a:moveTo>
                <a:lnTo>
                  <a:pt x="2331262" y="2809684"/>
                </a:lnTo>
                <a:lnTo>
                  <a:pt x="2342654" y="2822384"/>
                </a:lnTo>
                <a:lnTo>
                  <a:pt x="2349233" y="2809684"/>
                </a:lnTo>
                <a:lnTo>
                  <a:pt x="2337841" y="2796984"/>
                </a:lnTo>
                <a:close/>
              </a:path>
              <a:path w="3812540" h="3546475">
                <a:moveTo>
                  <a:pt x="2503982" y="2809684"/>
                </a:moveTo>
                <a:lnTo>
                  <a:pt x="2494025" y="2809684"/>
                </a:lnTo>
                <a:lnTo>
                  <a:pt x="2488272" y="2822384"/>
                </a:lnTo>
                <a:lnTo>
                  <a:pt x="2498242" y="2822384"/>
                </a:lnTo>
                <a:lnTo>
                  <a:pt x="2503982" y="2809684"/>
                </a:lnTo>
                <a:close/>
              </a:path>
              <a:path w="3812540" h="3546475">
                <a:moveTo>
                  <a:pt x="332675" y="2758884"/>
                </a:moveTo>
                <a:lnTo>
                  <a:pt x="314598" y="2784284"/>
                </a:lnTo>
                <a:lnTo>
                  <a:pt x="345906" y="2809684"/>
                </a:lnTo>
                <a:lnTo>
                  <a:pt x="363984" y="2771584"/>
                </a:lnTo>
                <a:lnTo>
                  <a:pt x="332675" y="2758884"/>
                </a:lnTo>
                <a:close/>
              </a:path>
              <a:path w="3812540" h="3546475">
                <a:moveTo>
                  <a:pt x="488861" y="2771584"/>
                </a:moveTo>
                <a:lnTo>
                  <a:pt x="471606" y="2796984"/>
                </a:lnTo>
                <a:lnTo>
                  <a:pt x="501491" y="2809684"/>
                </a:lnTo>
                <a:lnTo>
                  <a:pt x="518745" y="2784284"/>
                </a:lnTo>
                <a:lnTo>
                  <a:pt x="488861" y="2771584"/>
                </a:lnTo>
                <a:close/>
              </a:path>
              <a:path w="3812540" h="3546475">
                <a:moveTo>
                  <a:pt x="896887" y="2758884"/>
                </a:moveTo>
                <a:lnTo>
                  <a:pt x="881960" y="2784284"/>
                </a:lnTo>
                <a:lnTo>
                  <a:pt x="907816" y="2809684"/>
                </a:lnTo>
                <a:lnTo>
                  <a:pt x="922738" y="2784284"/>
                </a:lnTo>
                <a:lnTo>
                  <a:pt x="896887" y="2758884"/>
                </a:lnTo>
                <a:close/>
              </a:path>
              <a:path w="3812540" h="3546475">
                <a:moveTo>
                  <a:pt x="1053127" y="2771584"/>
                </a:moveTo>
                <a:lnTo>
                  <a:pt x="1039157" y="2796984"/>
                </a:lnTo>
                <a:lnTo>
                  <a:pt x="1063351" y="2809684"/>
                </a:lnTo>
                <a:lnTo>
                  <a:pt x="1077316" y="2784284"/>
                </a:lnTo>
                <a:lnTo>
                  <a:pt x="1053127" y="2771584"/>
                </a:lnTo>
                <a:close/>
              </a:path>
              <a:path w="3812540" h="3546475">
                <a:moveTo>
                  <a:pt x="1617332" y="2784284"/>
                </a:moveTo>
                <a:lnTo>
                  <a:pt x="1606524" y="2796984"/>
                </a:lnTo>
                <a:lnTo>
                  <a:pt x="1625257" y="2809684"/>
                </a:lnTo>
                <a:lnTo>
                  <a:pt x="1636077" y="2796984"/>
                </a:lnTo>
                <a:lnTo>
                  <a:pt x="1617332" y="2784284"/>
                </a:lnTo>
                <a:close/>
              </a:path>
              <a:path w="3812540" h="3546475">
                <a:moveTo>
                  <a:pt x="2181605" y="2784284"/>
                </a:moveTo>
                <a:lnTo>
                  <a:pt x="2174074" y="2796984"/>
                </a:lnTo>
                <a:lnTo>
                  <a:pt x="2187117" y="2809684"/>
                </a:lnTo>
                <a:lnTo>
                  <a:pt x="2194648" y="2796984"/>
                </a:lnTo>
                <a:lnTo>
                  <a:pt x="2181605" y="2784284"/>
                </a:lnTo>
                <a:close/>
              </a:path>
              <a:path w="3812540" h="3546475">
                <a:moveTo>
                  <a:pt x="2753042" y="2796984"/>
                </a:moveTo>
                <a:lnTo>
                  <a:pt x="2741815" y="2796984"/>
                </a:lnTo>
                <a:lnTo>
                  <a:pt x="2748927" y="2809684"/>
                </a:lnTo>
                <a:lnTo>
                  <a:pt x="2753042" y="2796984"/>
                </a:lnTo>
                <a:close/>
              </a:path>
              <a:path w="3812540" h="3546475">
                <a:moveTo>
                  <a:pt x="740702" y="2758884"/>
                </a:moveTo>
                <a:lnTo>
                  <a:pt x="724951" y="2784284"/>
                </a:lnTo>
                <a:lnTo>
                  <a:pt x="752232" y="2796984"/>
                </a:lnTo>
                <a:lnTo>
                  <a:pt x="767977" y="2771584"/>
                </a:lnTo>
                <a:lnTo>
                  <a:pt x="740702" y="2758884"/>
                </a:lnTo>
                <a:close/>
              </a:path>
              <a:path w="3812540" h="3546475">
                <a:moveTo>
                  <a:pt x="1304963" y="2758884"/>
                </a:moveTo>
                <a:lnTo>
                  <a:pt x="1292504" y="2784284"/>
                </a:lnTo>
                <a:lnTo>
                  <a:pt x="1314081" y="2796984"/>
                </a:lnTo>
                <a:lnTo>
                  <a:pt x="1326553" y="2771584"/>
                </a:lnTo>
                <a:lnTo>
                  <a:pt x="1304963" y="2758884"/>
                </a:lnTo>
                <a:close/>
              </a:path>
              <a:path w="3812540" h="3546475">
                <a:moveTo>
                  <a:pt x="1461198" y="2771584"/>
                </a:moveTo>
                <a:lnTo>
                  <a:pt x="1449704" y="2796984"/>
                </a:lnTo>
                <a:lnTo>
                  <a:pt x="1469618" y="2796984"/>
                </a:lnTo>
                <a:lnTo>
                  <a:pt x="1481124" y="2784284"/>
                </a:lnTo>
                <a:lnTo>
                  <a:pt x="1461198" y="2771584"/>
                </a:lnTo>
                <a:close/>
              </a:path>
              <a:path w="3812540" h="3546475">
                <a:moveTo>
                  <a:pt x="1885124" y="2771584"/>
                </a:moveTo>
                <a:lnTo>
                  <a:pt x="1869236" y="2771584"/>
                </a:lnTo>
                <a:lnTo>
                  <a:pt x="1860054" y="2784284"/>
                </a:lnTo>
                <a:lnTo>
                  <a:pt x="1875955" y="2796984"/>
                </a:lnTo>
                <a:lnTo>
                  <a:pt x="1885124" y="2771584"/>
                </a:lnTo>
                <a:close/>
              </a:path>
              <a:path w="3812540" h="3546475">
                <a:moveTo>
                  <a:pt x="2039696" y="2784284"/>
                </a:moveTo>
                <a:lnTo>
                  <a:pt x="2025472" y="2784284"/>
                </a:lnTo>
                <a:lnTo>
                  <a:pt x="2017255" y="2796984"/>
                </a:lnTo>
                <a:lnTo>
                  <a:pt x="2031479" y="2796984"/>
                </a:lnTo>
                <a:lnTo>
                  <a:pt x="2039696" y="2784284"/>
                </a:lnTo>
                <a:close/>
              </a:path>
              <a:path w="3812540" h="3546475">
                <a:moveTo>
                  <a:pt x="2598457" y="2784284"/>
                </a:moveTo>
                <a:lnTo>
                  <a:pt x="2589694" y="2784284"/>
                </a:lnTo>
                <a:lnTo>
                  <a:pt x="2584614" y="2796984"/>
                </a:lnTo>
                <a:lnTo>
                  <a:pt x="2593390" y="2796984"/>
                </a:lnTo>
                <a:lnTo>
                  <a:pt x="2598457" y="2784284"/>
                </a:lnTo>
                <a:close/>
              </a:path>
              <a:path w="3812540" h="3546475">
                <a:moveTo>
                  <a:pt x="428332" y="2733484"/>
                </a:moveTo>
                <a:lnTo>
                  <a:pt x="410938" y="2758884"/>
                </a:lnTo>
                <a:lnTo>
                  <a:pt x="441062" y="2784284"/>
                </a:lnTo>
                <a:lnTo>
                  <a:pt x="458454" y="2746184"/>
                </a:lnTo>
                <a:lnTo>
                  <a:pt x="428332" y="2733484"/>
                </a:lnTo>
                <a:close/>
              </a:path>
              <a:path w="3812540" h="3546475">
                <a:moveTo>
                  <a:pt x="584517" y="2746184"/>
                </a:moveTo>
                <a:lnTo>
                  <a:pt x="567942" y="2771584"/>
                </a:lnTo>
                <a:lnTo>
                  <a:pt x="596642" y="2784284"/>
                </a:lnTo>
                <a:lnTo>
                  <a:pt x="613216" y="2758884"/>
                </a:lnTo>
                <a:lnTo>
                  <a:pt x="584517" y="2746184"/>
                </a:lnTo>
                <a:close/>
              </a:path>
              <a:path w="3812540" h="3546475">
                <a:moveTo>
                  <a:pt x="992593" y="2733484"/>
                </a:moveTo>
                <a:lnTo>
                  <a:pt x="978485" y="2758884"/>
                </a:lnTo>
                <a:lnTo>
                  <a:pt x="1002912" y="2784284"/>
                </a:lnTo>
                <a:lnTo>
                  <a:pt x="1017022" y="2758884"/>
                </a:lnTo>
                <a:lnTo>
                  <a:pt x="992593" y="2733484"/>
                </a:lnTo>
                <a:close/>
              </a:path>
              <a:path w="3812540" h="3546475">
                <a:moveTo>
                  <a:pt x="1148779" y="2746184"/>
                </a:moveTo>
                <a:lnTo>
                  <a:pt x="1135499" y="2771584"/>
                </a:lnTo>
                <a:lnTo>
                  <a:pt x="1158502" y="2784284"/>
                </a:lnTo>
                <a:lnTo>
                  <a:pt x="1171783" y="2758884"/>
                </a:lnTo>
                <a:lnTo>
                  <a:pt x="1148779" y="2746184"/>
                </a:lnTo>
                <a:close/>
              </a:path>
              <a:path w="3812540" h="3546475">
                <a:moveTo>
                  <a:pt x="1713039" y="2758884"/>
                </a:moveTo>
                <a:lnTo>
                  <a:pt x="1703044" y="2771584"/>
                </a:lnTo>
                <a:lnTo>
                  <a:pt x="1720354" y="2784284"/>
                </a:lnTo>
                <a:lnTo>
                  <a:pt x="1730349" y="2771584"/>
                </a:lnTo>
                <a:lnTo>
                  <a:pt x="1713039" y="2758884"/>
                </a:lnTo>
                <a:close/>
              </a:path>
              <a:path w="3812540" h="3546475">
                <a:moveTo>
                  <a:pt x="2277313" y="2758884"/>
                </a:moveTo>
                <a:lnTo>
                  <a:pt x="2270594" y="2771584"/>
                </a:lnTo>
                <a:lnTo>
                  <a:pt x="2282215" y="2784284"/>
                </a:lnTo>
                <a:lnTo>
                  <a:pt x="2288933" y="2771584"/>
                </a:lnTo>
                <a:lnTo>
                  <a:pt x="2277313" y="2758884"/>
                </a:lnTo>
                <a:close/>
              </a:path>
              <a:path w="3812540" h="3546475">
                <a:moveTo>
                  <a:pt x="2433497" y="2771584"/>
                </a:moveTo>
                <a:lnTo>
                  <a:pt x="2427604" y="2784284"/>
                </a:lnTo>
                <a:lnTo>
                  <a:pt x="2443695" y="2784284"/>
                </a:lnTo>
                <a:lnTo>
                  <a:pt x="2433497" y="2771584"/>
                </a:lnTo>
                <a:close/>
              </a:path>
              <a:path w="3812540" h="3546475">
                <a:moveTo>
                  <a:pt x="2847504" y="2771584"/>
                </a:moveTo>
                <a:lnTo>
                  <a:pt x="2838157" y="2771584"/>
                </a:lnTo>
                <a:lnTo>
                  <a:pt x="2844075" y="2784284"/>
                </a:lnTo>
                <a:lnTo>
                  <a:pt x="2847504" y="2771584"/>
                </a:lnTo>
                <a:close/>
              </a:path>
              <a:path w="3812540" h="3546475">
                <a:moveTo>
                  <a:pt x="836404" y="2733484"/>
                </a:moveTo>
                <a:lnTo>
                  <a:pt x="821476" y="2758884"/>
                </a:lnTo>
                <a:lnTo>
                  <a:pt x="847332" y="2771584"/>
                </a:lnTo>
                <a:lnTo>
                  <a:pt x="862260" y="2746184"/>
                </a:lnTo>
                <a:lnTo>
                  <a:pt x="836404" y="2733484"/>
                </a:lnTo>
                <a:close/>
              </a:path>
              <a:path w="3812540" h="3546475">
                <a:moveTo>
                  <a:pt x="1400670" y="2733484"/>
                </a:moveTo>
                <a:lnTo>
                  <a:pt x="1389024" y="2758884"/>
                </a:lnTo>
                <a:lnTo>
                  <a:pt x="1409191" y="2771584"/>
                </a:lnTo>
                <a:lnTo>
                  <a:pt x="1420825" y="2746184"/>
                </a:lnTo>
                <a:lnTo>
                  <a:pt x="1400670" y="2733484"/>
                </a:lnTo>
                <a:close/>
              </a:path>
              <a:path w="3812540" h="3546475">
                <a:moveTo>
                  <a:pt x="1556854" y="2746184"/>
                </a:moveTo>
                <a:lnTo>
                  <a:pt x="1546034" y="2758884"/>
                </a:lnTo>
                <a:lnTo>
                  <a:pt x="1564779" y="2771584"/>
                </a:lnTo>
                <a:lnTo>
                  <a:pt x="1575587" y="2758884"/>
                </a:lnTo>
                <a:lnTo>
                  <a:pt x="1556854" y="2746184"/>
                </a:lnTo>
                <a:close/>
              </a:path>
              <a:path w="3812540" h="3546475">
                <a:moveTo>
                  <a:pt x="1979396" y="2746184"/>
                </a:moveTo>
                <a:lnTo>
                  <a:pt x="1964931" y="2746184"/>
                </a:lnTo>
                <a:lnTo>
                  <a:pt x="1956574" y="2758884"/>
                </a:lnTo>
                <a:lnTo>
                  <a:pt x="1971039" y="2771584"/>
                </a:lnTo>
                <a:lnTo>
                  <a:pt x="1979396" y="2746184"/>
                </a:lnTo>
                <a:close/>
              </a:path>
              <a:path w="3812540" h="3546475">
                <a:moveTo>
                  <a:pt x="2134349" y="2758884"/>
                </a:moveTo>
                <a:lnTo>
                  <a:pt x="2121077" y="2758884"/>
                </a:lnTo>
                <a:lnTo>
                  <a:pt x="2113406" y="2771584"/>
                </a:lnTo>
                <a:lnTo>
                  <a:pt x="2126678" y="2771584"/>
                </a:lnTo>
                <a:lnTo>
                  <a:pt x="2134349" y="2758884"/>
                </a:lnTo>
                <a:close/>
              </a:path>
              <a:path w="3812540" h="3546475">
                <a:moveTo>
                  <a:pt x="2692742" y="2758884"/>
                </a:moveTo>
                <a:lnTo>
                  <a:pt x="2685389" y="2758884"/>
                </a:lnTo>
                <a:lnTo>
                  <a:pt x="2681147" y="2771584"/>
                </a:lnTo>
                <a:lnTo>
                  <a:pt x="2688500" y="2771584"/>
                </a:lnTo>
                <a:lnTo>
                  <a:pt x="2692742" y="2758884"/>
                </a:lnTo>
                <a:close/>
              </a:path>
              <a:path w="3812540" h="3546475">
                <a:moveTo>
                  <a:pt x="523979" y="2708084"/>
                </a:moveTo>
                <a:lnTo>
                  <a:pt x="507276" y="2733484"/>
                </a:lnTo>
                <a:lnTo>
                  <a:pt x="536213" y="2758884"/>
                </a:lnTo>
                <a:lnTo>
                  <a:pt x="552916" y="2720784"/>
                </a:lnTo>
                <a:lnTo>
                  <a:pt x="523979" y="2708084"/>
                </a:lnTo>
                <a:close/>
              </a:path>
              <a:path w="3812540" h="3546475">
                <a:moveTo>
                  <a:pt x="680168" y="2720784"/>
                </a:moveTo>
                <a:lnTo>
                  <a:pt x="664284" y="2746184"/>
                </a:lnTo>
                <a:lnTo>
                  <a:pt x="691798" y="2758884"/>
                </a:lnTo>
                <a:lnTo>
                  <a:pt x="707682" y="2733484"/>
                </a:lnTo>
                <a:lnTo>
                  <a:pt x="680168" y="2720784"/>
                </a:lnTo>
                <a:close/>
              </a:path>
              <a:path w="3812540" h="3546475">
                <a:moveTo>
                  <a:pt x="1244431" y="2720784"/>
                </a:moveTo>
                <a:lnTo>
                  <a:pt x="1231830" y="2746184"/>
                </a:lnTo>
                <a:lnTo>
                  <a:pt x="1253653" y="2758884"/>
                </a:lnTo>
                <a:lnTo>
                  <a:pt x="1266254" y="2733484"/>
                </a:lnTo>
                <a:lnTo>
                  <a:pt x="1244431" y="2720784"/>
                </a:lnTo>
                <a:close/>
              </a:path>
              <a:path w="3812540" h="3546475">
                <a:moveTo>
                  <a:pt x="1808695" y="2733484"/>
                </a:moveTo>
                <a:lnTo>
                  <a:pt x="1799386" y="2746184"/>
                </a:lnTo>
                <a:lnTo>
                  <a:pt x="1815515" y="2758884"/>
                </a:lnTo>
                <a:lnTo>
                  <a:pt x="1824824" y="2746184"/>
                </a:lnTo>
                <a:lnTo>
                  <a:pt x="1808695" y="2733484"/>
                </a:lnTo>
                <a:close/>
              </a:path>
              <a:path w="3812540" h="3546475">
                <a:moveTo>
                  <a:pt x="2372969" y="2733484"/>
                </a:moveTo>
                <a:lnTo>
                  <a:pt x="2366936" y="2746184"/>
                </a:lnTo>
                <a:lnTo>
                  <a:pt x="2377376" y="2758884"/>
                </a:lnTo>
                <a:lnTo>
                  <a:pt x="2383396" y="2746184"/>
                </a:lnTo>
                <a:lnTo>
                  <a:pt x="2372969" y="2733484"/>
                </a:lnTo>
                <a:close/>
              </a:path>
              <a:path w="3812540" h="3546475">
                <a:moveTo>
                  <a:pt x="2529204" y="2746184"/>
                </a:moveTo>
                <a:lnTo>
                  <a:pt x="2524137" y="2758884"/>
                </a:lnTo>
                <a:lnTo>
                  <a:pt x="2537980" y="2758884"/>
                </a:lnTo>
                <a:lnTo>
                  <a:pt x="2529204" y="2746184"/>
                </a:lnTo>
                <a:close/>
              </a:path>
              <a:path w="3812540" h="3546475">
                <a:moveTo>
                  <a:pt x="2941980" y="2746184"/>
                </a:moveTo>
                <a:lnTo>
                  <a:pt x="2934499" y="2746184"/>
                </a:lnTo>
                <a:lnTo>
                  <a:pt x="2939237" y="2758884"/>
                </a:lnTo>
                <a:lnTo>
                  <a:pt x="2941980" y="2746184"/>
                </a:lnTo>
                <a:close/>
              </a:path>
              <a:path w="3812540" h="3546475">
                <a:moveTo>
                  <a:pt x="367794" y="2695384"/>
                </a:moveTo>
                <a:lnTo>
                  <a:pt x="350267" y="2733484"/>
                </a:lnTo>
                <a:lnTo>
                  <a:pt x="380627" y="2746184"/>
                </a:lnTo>
                <a:lnTo>
                  <a:pt x="398155" y="2720784"/>
                </a:lnTo>
                <a:lnTo>
                  <a:pt x="367794" y="2695384"/>
                </a:lnTo>
                <a:close/>
              </a:path>
              <a:path w="3812540" h="3546475">
                <a:moveTo>
                  <a:pt x="932060" y="2708084"/>
                </a:moveTo>
                <a:lnTo>
                  <a:pt x="917817" y="2733484"/>
                </a:lnTo>
                <a:lnTo>
                  <a:pt x="942483" y="2746184"/>
                </a:lnTo>
                <a:lnTo>
                  <a:pt x="956726" y="2720784"/>
                </a:lnTo>
                <a:lnTo>
                  <a:pt x="932060" y="2708084"/>
                </a:lnTo>
                <a:close/>
              </a:path>
              <a:path w="3812540" h="3546475">
                <a:moveTo>
                  <a:pt x="1088295" y="2720784"/>
                </a:moveTo>
                <a:lnTo>
                  <a:pt x="1075015" y="2733484"/>
                </a:lnTo>
                <a:lnTo>
                  <a:pt x="1098019" y="2746184"/>
                </a:lnTo>
                <a:lnTo>
                  <a:pt x="1111304" y="2733484"/>
                </a:lnTo>
                <a:lnTo>
                  <a:pt x="1088295" y="2720784"/>
                </a:lnTo>
                <a:close/>
              </a:path>
              <a:path w="3812540" h="3546475">
                <a:moveTo>
                  <a:pt x="1496326" y="2708084"/>
                </a:moveTo>
                <a:lnTo>
                  <a:pt x="1485366" y="2733484"/>
                </a:lnTo>
                <a:lnTo>
                  <a:pt x="1504340" y="2746184"/>
                </a:lnTo>
                <a:lnTo>
                  <a:pt x="1515287" y="2720784"/>
                </a:lnTo>
                <a:lnTo>
                  <a:pt x="1496326" y="2708084"/>
                </a:lnTo>
                <a:close/>
              </a:path>
              <a:path w="3812540" h="3546475">
                <a:moveTo>
                  <a:pt x="1652511" y="2720784"/>
                </a:moveTo>
                <a:lnTo>
                  <a:pt x="1642376" y="2733484"/>
                </a:lnTo>
                <a:lnTo>
                  <a:pt x="1659928" y="2746184"/>
                </a:lnTo>
                <a:lnTo>
                  <a:pt x="1670062" y="2733484"/>
                </a:lnTo>
                <a:lnTo>
                  <a:pt x="1652511" y="2720784"/>
                </a:lnTo>
                <a:close/>
              </a:path>
              <a:path w="3812540" h="3546475">
                <a:moveTo>
                  <a:pt x="2228633" y="2733484"/>
                </a:moveTo>
                <a:lnTo>
                  <a:pt x="2216772" y="2733484"/>
                </a:lnTo>
                <a:lnTo>
                  <a:pt x="2209926" y="2746184"/>
                </a:lnTo>
                <a:lnTo>
                  <a:pt x="2221788" y="2746184"/>
                </a:lnTo>
                <a:lnTo>
                  <a:pt x="2228633" y="2733484"/>
                </a:lnTo>
                <a:close/>
              </a:path>
              <a:path w="3812540" h="3546475">
                <a:moveTo>
                  <a:pt x="2787218" y="2733484"/>
                </a:moveTo>
                <a:lnTo>
                  <a:pt x="2781045" y="2733484"/>
                </a:lnTo>
                <a:lnTo>
                  <a:pt x="2777489" y="2746184"/>
                </a:lnTo>
                <a:lnTo>
                  <a:pt x="2783649" y="2746184"/>
                </a:lnTo>
                <a:lnTo>
                  <a:pt x="2787218" y="2733484"/>
                </a:lnTo>
                <a:close/>
              </a:path>
              <a:path w="3812540" h="3546475">
                <a:moveTo>
                  <a:pt x="775875" y="2695384"/>
                </a:moveTo>
                <a:lnTo>
                  <a:pt x="760809" y="2720784"/>
                </a:lnTo>
                <a:lnTo>
                  <a:pt x="786898" y="2733484"/>
                </a:lnTo>
                <a:lnTo>
                  <a:pt x="801965" y="2708084"/>
                </a:lnTo>
                <a:lnTo>
                  <a:pt x="775875" y="2695384"/>
                </a:lnTo>
                <a:close/>
              </a:path>
              <a:path w="3812540" h="3546475">
                <a:moveTo>
                  <a:pt x="1340129" y="2695384"/>
                </a:moveTo>
                <a:lnTo>
                  <a:pt x="1328356" y="2720784"/>
                </a:lnTo>
                <a:lnTo>
                  <a:pt x="1348752" y="2733484"/>
                </a:lnTo>
                <a:lnTo>
                  <a:pt x="1360538" y="2708084"/>
                </a:lnTo>
                <a:lnTo>
                  <a:pt x="1340129" y="2695384"/>
                </a:lnTo>
                <a:close/>
              </a:path>
              <a:path w="3812540" h="3546475">
                <a:moveTo>
                  <a:pt x="1904403" y="2708084"/>
                </a:moveTo>
                <a:lnTo>
                  <a:pt x="1895906" y="2720784"/>
                </a:lnTo>
                <a:lnTo>
                  <a:pt x="1910613" y="2733484"/>
                </a:lnTo>
                <a:lnTo>
                  <a:pt x="1919109" y="2720784"/>
                </a:lnTo>
                <a:lnTo>
                  <a:pt x="1904403" y="2708084"/>
                </a:lnTo>
                <a:close/>
              </a:path>
              <a:path w="3812540" h="3546475">
                <a:moveTo>
                  <a:pt x="2073871" y="2720784"/>
                </a:moveTo>
                <a:lnTo>
                  <a:pt x="2060587" y="2720784"/>
                </a:lnTo>
                <a:lnTo>
                  <a:pt x="2052916" y="2733484"/>
                </a:lnTo>
                <a:lnTo>
                  <a:pt x="2066200" y="2733484"/>
                </a:lnTo>
                <a:lnTo>
                  <a:pt x="2073871" y="2720784"/>
                </a:lnTo>
                <a:close/>
              </a:path>
              <a:path w="3812540" h="3546475">
                <a:moveTo>
                  <a:pt x="2477680" y="2720784"/>
                </a:moveTo>
                <a:lnTo>
                  <a:pt x="2463456" y="2720784"/>
                </a:lnTo>
                <a:lnTo>
                  <a:pt x="2472473" y="2733484"/>
                </a:lnTo>
                <a:lnTo>
                  <a:pt x="2477680" y="2720784"/>
                </a:lnTo>
                <a:close/>
              </a:path>
              <a:path w="3812540" h="3546475">
                <a:moveTo>
                  <a:pt x="2624861" y="2720784"/>
                </a:moveTo>
                <a:lnTo>
                  <a:pt x="2620467" y="2733484"/>
                </a:lnTo>
                <a:lnTo>
                  <a:pt x="2632443" y="2733484"/>
                </a:lnTo>
                <a:lnTo>
                  <a:pt x="2624861" y="2720784"/>
                </a:lnTo>
                <a:close/>
              </a:path>
              <a:path w="3812540" h="3546475">
                <a:moveTo>
                  <a:pt x="3036442" y="2720784"/>
                </a:moveTo>
                <a:lnTo>
                  <a:pt x="3030829" y="2720784"/>
                </a:lnTo>
                <a:lnTo>
                  <a:pt x="3034385" y="2733484"/>
                </a:lnTo>
                <a:lnTo>
                  <a:pt x="3036442" y="2720784"/>
                </a:lnTo>
                <a:close/>
              </a:path>
              <a:path w="3812540" h="3546475">
                <a:moveTo>
                  <a:pt x="463445" y="2669984"/>
                </a:moveTo>
                <a:lnTo>
                  <a:pt x="446603" y="2708084"/>
                </a:lnTo>
                <a:lnTo>
                  <a:pt x="475778" y="2720784"/>
                </a:lnTo>
                <a:lnTo>
                  <a:pt x="492621" y="2695384"/>
                </a:lnTo>
                <a:lnTo>
                  <a:pt x="463445" y="2669984"/>
                </a:lnTo>
                <a:close/>
              </a:path>
              <a:path w="3812540" h="3546475">
                <a:moveTo>
                  <a:pt x="619685" y="2682684"/>
                </a:moveTo>
                <a:lnTo>
                  <a:pt x="603801" y="2708084"/>
                </a:lnTo>
                <a:lnTo>
                  <a:pt x="631314" y="2720784"/>
                </a:lnTo>
                <a:lnTo>
                  <a:pt x="647198" y="2695384"/>
                </a:lnTo>
                <a:lnTo>
                  <a:pt x="619685" y="2682684"/>
                </a:lnTo>
                <a:close/>
              </a:path>
              <a:path w="3812540" h="3546475">
                <a:moveTo>
                  <a:pt x="1027762" y="2682684"/>
                </a:moveTo>
                <a:lnTo>
                  <a:pt x="1014342" y="2708084"/>
                </a:lnTo>
                <a:lnTo>
                  <a:pt x="1037584" y="2720784"/>
                </a:lnTo>
                <a:lnTo>
                  <a:pt x="1051004" y="2695384"/>
                </a:lnTo>
                <a:lnTo>
                  <a:pt x="1027762" y="2682684"/>
                </a:lnTo>
                <a:close/>
              </a:path>
              <a:path w="3812540" h="3546475">
                <a:moveTo>
                  <a:pt x="1183902" y="2695384"/>
                </a:moveTo>
                <a:lnTo>
                  <a:pt x="1171163" y="2708084"/>
                </a:lnTo>
                <a:lnTo>
                  <a:pt x="1193219" y="2720784"/>
                </a:lnTo>
                <a:lnTo>
                  <a:pt x="1205958" y="2708084"/>
                </a:lnTo>
                <a:lnTo>
                  <a:pt x="1183902" y="2695384"/>
                </a:lnTo>
                <a:close/>
              </a:path>
              <a:path w="3812540" h="3546475">
                <a:moveTo>
                  <a:pt x="1592021" y="2682684"/>
                </a:moveTo>
                <a:lnTo>
                  <a:pt x="1581886" y="2708084"/>
                </a:lnTo>
                <a:lnTo>
                  <a:pt x="1599450" y="2720784"/>
                </a:lnTo>
                <a:lnTo>
                  <a:pt x="1609572" y="2695384"/>
                </a:lnTo>
                <a:lnTo>
                  <a:pt x="1592021" y="2682684"/>
                </a:lnTo>
                <a:close/>
              </a:path>
              <a:path w="3812540" h="3546475">
                <a:moveTo>
                  <a:pt x="1748154" y="2695384"/>
                </a:moveTo>
                <a:lnTo>
                  <a:pt x="1738718" y="2708084"/>
                </a:lnTo>
                <a:lnTo>
                  <a:pt x="1755076" y="2720784"/>
                </a:lnTo>
                <a:lnTo>
                  <a:pt x="1764525" y="2708084"/>
                </a:lnTo>
                <a:lnTo>
                  <a:pt x="1748154" y="2695384"/>
                </a:lnTo>
                <a:close/>
              </a:path>
              <a:path w="3812540" h="3546475">
                <a:moveTo>
                  <a:pt x="2322918" y="2708084"/>
                </a:moveTo>
                <a:lnTo>
                  <a:pt x="2312479" y="2708084"/>
                </a:lnTo>
                <a:lnTo>
                  <a:pt x="2306459" y="2720784"/>
                </a:lnTo>
                <a:lnTo>
                  <a:pt x="2316886" y="2720784"/>
                </a:lnTo>
                <a:lnTo>
                  <a:pt x="2322918" y="2708084"/>
                </a:lnTo>
                <a:close/>
              </a:path>
              <a:path w="3812540" h="3546475">
                <a:moveTo>
                  <a:pt x="2881680" y="2708084"/>
                </a:moveTo>
                <a:lnTo>
                  <a:pt x="2876702" y="2708084"/>
                </a:lnTo>
                <a:lnTo>
                  <a:pt x="2873819" y="2720784"/>
                </a:lnTo>
                <a:lnTo>
                  <a:pt x="2878797" y="2720784"/>
                </a:lnTo>
                <a:lnTo>
                  <a:pt x="2881680" y="2708084"/>
                </a:lnTo>
                <a:close/>
              </a:path>
              <a:path w="3812540" h="3546475">
                <a:moveTo>
                  <a:pt x="871522" y="2669984"/>
                </a:moveTo>
                <a:lnTo>
                  <a:pt x="857145" y="2695384"/>
                </a:lnTo>
                <a:lnTo>
                  <a:pt x="882049" y="2708084"/>
                </a:lnTo>
                <a:lnTo>
                  <a:pt x="896431" y="2682684"/>
                </a:lnTo>
                <a:lnTo>
                  <a:pt x="871522" y="2669984"/>
                </a:lnTo>
                <a:close/>
              </a:path>
              <a:path w="3812540" h="3546475">
                <a:moveTo>
                  <a:pt x="1435785" y="2669984"/>
                </a:moveTo>
                <a:lnTo>
                  <a:pt x="1424698" y="2695384"/>
                </a:lnTo>
                <a:lnTo>
                  <a:pt x="1443913" y="2708084"/>
                </a:lnTo>
                <a:lnTo>
                  <a:pt x="1455000" y="2682684"/>
                </a:lnTo>
                <a:lnTo>
                  <a:pt x="1435785" y="2669984"/>
                </a:lnTo>
                <a:close/>
              </a:path>
              <a:path w="3812540" h="3546475">
                <a:moveTo>
                  <a:pt x="2000059" y="2682684"/>
                </a:moveTo>
                <a:lnTo>
                  <a:pt x="1992248" y="2695384"/>
                </a:lnTo>
                <a:lnTo>
                  <a:pt x="2005761" y="2708084"/>
                </a:lnTo>
                <a:lnTo>
                  <a:pt x="2013572" y="2695384"/>
                </a:lnTo>
                <a:lnTo>
                  <a:pt x="2000059" y="2682684"/>
                </a:lnTo>
                <a:close/>
              </a:path>
              <a:path w="3812540" h="3546475">
                <a:moveTo>
                  <a:pt x="2168334" y="2695384"/>
                </a:moveTo>
                <a:lnTo>
                  <a:pt x="2156243" y="2695384"/>
                </a:lnTo>
                <a:lnTo>
                  <a:pt x="2149258" y="2708084"/>
                </a:lnTo>
                <a:lnTo>
                  <a:pt x="2161349" y="2708084"/>
                </a:lnTo>
                <a:lnTo>
                  <a:pt x="2168334" y="2695384"/>
                </a:lnTo>
                <a:close/>
              </a:path>
              <a:path w="3812540" h="3546475">
                <a:moveTo>
                  <a:pt x="2572156" y="2695384"/>
                </a:moveTo>
                <a:lnTo>
                  <a:pt x="2559799" y="2695384"/>
                </a:lnTo>
                <a:lnTo>
                  <a:pt x="2567635" y="2708084"/>
                </a:lnTo>
                <a:lnTo>
                  <a:pt x="2572156" y="2695384"/>
                </a:lnTo>
                <a:close/>
              </a:path>
              <a:path w="3812540" h="3546475">
                <a:moveTo>
                  <a:pt x="2720504" y="2695384"/>
                </a:moveTo>
                <a:lnTo>
                  <a:pt x="2716809" y="2708084"/>
                </a:lnTo>
                <a:lnTo>
                  <a:pt x="2726918" y="2708084"/>
                </a:lnTo>
                <a:lnTo>
                  <a:pt x="2720504" y="2695384"/>
                </a:lnTo>
                <a:close/>
              </a:path>
              <a:path w="3812540" h="3546475">
                <a:moveTo>
                  <a:pt x="559151" y="2644584"/>
                </a:moveTo>
                <a:lnTo>
                  <a:pt x="543128" y="2669984"/>
                </a:lnTo>
                <a:lnTo>
                  <a:pt x="570880" y="2695384"/>
                </a:lnTo>
                <a:lnTo>
                  <a:pt x="586903" y="2669984"/>
                </a:lnTo>
                <a:lnTo>
                  <a:pt x="559151" y="2644584"/>
                </a:lnTo>
                <a:close/>
              </a:path>
              <a:path w="3812540" h="3546475">
                <a:moveTo>
                  <a:pt x="715337" y="2657284"/>
                </a:moveTo>
                <a:lnTo>
                  <a:pt x="700136" y="2682684"/>
                </a:lnTo>
                <a:lnTo>
                  <a:pt x="726465" y="2695384"/>
                </a:lnTo>
                <a:lnTo>
                  <a:pt x="741664" y="2669984"/>
                </a:lnTo>
                <a:lnTo>
                  <a:pt x="715337" y="2657284"/>
                </a:lnTo>
                <a:close/>
              </a:path>
              <a:path w="3812540" h="3546475">
                <a:moveTo>
                  <a:pt x="1123419" y="2657284"/>
                </a:moveTo>
                <a:lnTo>
                  <a:pt x="1110679" y="2682684"/>
                </a:lnTo>
                <a:lnTo>
                  <a:pt x="1132740" y="2695384"/>
                </a:lnTo>
                <a:lnTo>
                  <a:pt x="1145475" y="2669984"/>
                </a:lnTo>
                <a:lnTo>
                  <a:pt x="1123419" y="2657284"/>
                </a:lnTo>
                <a:close/>
              </a:path>
              <a:path w="3812540" h="3546475">
                <a:moveTo>
                  <a:pt x="1279601" y="2669984"/>
                </a:moveTo>
                <a:lnTo>
                  <a:pt x="1267688" y="2682684"/>
                </a:lnTo>
                <a:lnTo>
                  <a:pt x="1288326" y="2695384"/>
                </a:lnTo>
                <a:lnTo>
                  <a:pt x="1300238" y="2682684"/>
                </a:lnTo>
                <a:lnTo>
                  <a:pt x="1279601" y="2669984"/>
                </a:lnTo>
                <a:close/>
              </a:path>
              <a:path w="3812540" h="3546475">
                <a:moveTo>
                  <a:pt x="1843862" y="2669984"/>
                </a:moveTo>
                <a:lnTo>
                  <a:pt x="1835238" y="2682684"/>
                </a:lnTo>
                <a:lnTo>
                  <a:pt x="1850186" y="2695384"/>
                </a:lnTo>
                <a:lnTo>
                  <a:pt x="1858810" y="2682684"/>
                </a:lnTo>
                <a:lnTo>
                  <a:pt x="1843862" y="2669984"/>
                </a:lnTo>
                <a:close/>
              </a:path>
              <a:path w="3812540" h="3546475">
                <a:moveTo>
                  <a:pt x="2417381" y="2682684"/>
                </a:moveTo>
                <a:lnTo>
                  <a:pt x="2402789" y="2682684"/>
                </a:lnTo>
                <a:lnTo>
                  <a:pt x="2412047" y="2695384"/>
                </a:lnTo>
                <a:lnTo>
                  <a:pt x="2417381" y="2682684"/>
                </a:lnTo>
                <a:close/>
              </a:path>
              <a:path w="3812540" h="3546475">
                <a:moveTo>
                  <a:pt x="2975965" y="2682684"/>
                </a:moveTo>
                <a:lnTo>
                  <a:pt x="2972396" y="2682684"/>
                </a:lnTo>
                <a:lnTo>
                  <a:pt x="2970352" y="2695384"/>
                </a:lnTo>
                <a:lnTo>
                  <a:pt x="2973908" y="2695384"/>
                </a:lnTo>
                <a:lnTo>
                  <a:pt x="2975965" y="2682684"/>
                </a:lnTo>
                <a:close/>
              </a:path>
              <a:path w="3812540" h="3546475">
                <a:moveTo>
                  <a:pt x="402962" y="2631884"/>
                </a:moveTo>
                <a:lnTo>
                  <a:pt x="386119" y="2669984"/>
                </a:lnTo>
                <a:lnTo>
                  <a:pt x="415295" y="2682684"/>
                </a:lnTo>
                <a:lnTo>
                  <a:pt x="432137" y="2657284"/>
                </a:lnTo>
                <a:lnTo>
                  <a:pt x="402962" y="2631884"/>
                </a:lnTo>
                <a:close/>
              </a:path>
              <a:path w="3812540" h="3546475">
                <a:moveTo>
                  <a:pt x="967229" y="2644584"/>
                </a:moveTo>
                <a:lnTo>
                  <a:pt x="953670" y="2669984"/>
                </a:lnTo>
                <a:lnTo>
                  <a:pt x="977155" y="2682684"/>
                </a:lnTo>
                <a:lnTo>
                  <a:pt x="990714" y="2657284"/>
                </a:lnTo>
                <a:lnTo>
                  <a:pt x="967229" y="2644584"/>
                </a:lnTo>
                <a:close/>
              </a:path>
              <a:path w="3812540" h="3546475">
                <a:moveTo>
                  <a:pt x="1549285" y="2657284"/>
                </a:moveTo>
                <a:lnTo>
                  <a:pt x="1531492" y="2657284"/>
                </a:lnTo>
                <a:lnTo>
                  <a:pt x="1521218" y="2669984"/>
                </a:lnTo>
                <a:lnTo>
                  <a:pt x="1539011" y="2682684"/>
                </a:lnTo>
                <a:lnTo>
                  <a:pt x="1549285" y="2657284"/>
                </a:lnTo>
                <a:close/>
              </a:path>
              <a:path w="3812540" h="3546475">
                <a:moveTo>
                  <a:pt x="1687626" y="2657284"/>
                </a:moveTo>
                <a:lnTo>
                  <a:pt x="1678038" y="2682684"/>
                </a:lnTo>
                <a:lnTo>
                  <a:pt x="1694649" y="2682684"/>
                </a:lnTo>
                <a:lnTo>
                  <a:pt x="1704238" y="2669984"/>
                </a:lnTo>
                <a:lnTo>
                  <a:pt x="1687626" y="2657284"/>
                </a:lnTo>
                <a:close/>
              </a:path>
              <a:path w="3812540" h="3546475">
                <a:moveTo>
                  <a:pt x="2095753" y="2657284"/>
                </a:moveTo>
                <a:lnTo>
                  <a:pt x="2088768" y="2669984"/>
                </a:lnTo>
                <a:lnTo>
                  <a:pt x="2100871" y="2682684"/>
                </a:lnTo>
                <a:lnTo>
                  <a:pt x="2107856" y="2669984"/>
                </a:lnTo>
                <a:lnTo>
                  <a:pt x="2095753" y="2657284"/>
                </a:lnTo>
                <a:close/>
              </a:path>
              <a:path w="3812540" h="3546475">
                <a:moveTo>
                  <a:pt x="2262619" y="2669984"/>
                </a:moveTo>
                <a:lnTo>
                  <a:pt x="2251938" y="2669984"/>
                </a:lnTo>
                <a:lnTo>
                  <a:pt x="2245778" y="2682684"/>
                </a:lnTo>
                <a:lnTo>
                  <a:pt x="2256459" y="2682684"/>
                </a:lnTo>
                <a:lnTo>
                  <a:pt x="2262619" y="2669984"/>
                </a:lnTo>
                <a:close/>
              </a:path>
              <a:path w="3812540" h="3546475">
                <a:moveTo>
                  <a:pt x="2816212" y="2669984"/>
                </a:moveTo>
                <a:lnTo>
                  <a:pt x="2813341" y="2682684"/>
                </a:lnTo>
                <a:lnTo>
                  <a:pt x="2821190" y="2682684"/>
                </a:lnTo>
                <a:lnTo>
                  <a:pt x="2816212" y="2669984"/>
                </a:lnTo>
                <a:close/>
              </a:path>
              <a:path w="3812540" h="3546475">
                <a:moveTo>
                  <a:pt x="654853" y="2619184"/>
                </a:moveTo>
                <a:lnTo>
                  <a:pt x="639653" y="2644584"/>
                </a:lnTo>
                <a:lnTo>
                  <a:pt x="665981" y="2669984"/>
                </a:lnTo>
                <a:lnTo>
                  <a:pt x="681180" y="2644584"/>
                </a:lnTo>
                <a:lnTo>
                  <a:pt x="654853" y="2619184"/>
                </a:lnTo>
                <a:close/>
              </a:path>
              <a:path w="3812540" h="3546475">
                <a:moveTo>
                  <a:pt x="810988" y="2631884"/>
                </a:moveTo>
                <a:lnTo>
                  <a:pt x="796474" y="2657284"/>
                </a:lnTo>
                <a:lnTo>
                  <a:pt x="821615" y="2669984"/>
                </a:lnTo>
                <a:lnTo>
                  <a:pt x="836136" y="2644584"/>
                </a:lnTo>
                <a:lnTo>
                  <a:pt x="810988" y="2631884"/>
                </a:lnTo>
                <a:close/>
              </a:path>
              <a:path w="3812540" h="3546475">
                <a:moveTo>
                  <a:pt x="1375308" y="2644584"/>
                </a:moveTo>
                <a:lnTo>
                  <a:pt x="1364208" y="2657284"/>
                </a:lnTo>
                <a:lnTo>
                  <a:pt x="1383423" y="2669984"/>
                </a:lnTo>
                <a:lnTo>
                  <a:pt x="1394523" y="2657284"/>
                </a:lnTo>
                <a:lnTo>
                  <a:pt x="1375308" y="2644584"/>
                </a:lnTo>
                <a:close/>
              </a:path>
              <a:path w="3812540" h="3546475">
                <a:moveTo>
                  <a:pt x="1939518" y="2644584"/>
                </a:moveTo>
                <a:lnTo>
                  <a:pt x="1931581" y="2657284"/>
                </a:lnTo>
                <a:lnTo>
                  <a:pt x="1945335" y="2669984"/>
                </a:lnTo>
                <a:lnTo>
                  <a:pt x="1953285" y="2657284"/>
                </a:lnTo>
                <a:lnTo>
                  <a:pt x="1939518" y="2644584"/>
                </a:lnTo>
                <a:close/>
              </a:path>
              <a:path w="3812540" h="3546475">
                <a:moveTo>
                  <a:pt x="2511666" y="2657284"/>
                </a:moveTo>
                <a:lnTo>
                  <a:pt x="2499321" y="2657284"/>
                </a:lnTo>
                <a:lnTo>
                  <a:pt x="2507144" y="2669984"/>
                </a:lnTo>
                <a:lnTo>
                  <a:pt x="2511666" y="2657284"/>
                </a:lnTo>
                <a:close/>
              </a:path>
              <a:path w="3812540" h="3546475">
                <a:moveTo>
                  <a:pt x="3070428" y="2657284"/>
                </a:moveTo>
                <a:lnTo>
                  <a:pt x="3068053" y="2657284"/>
                </a:lnTo>
                <a:lnTo>
                  <a:pt x="3066681" y="2669984"/>
                </a:lnTo>
                <a:lnTo>
                  <a:pt x="3069056" y="2669984"/>
                </a:lnTo>
                <a:lnTo>
                  <a:pt x="3070428" y="2657284"/>
                </a:lnTo>
                <a:close/>
              </a:path>
              <a:path w="3812540" h="3546475">
                <a:moveTo>
                  <a:pt x="498618" y="2619184"/>
                </a:moveTo>
                <a:lnTo>
                  <a:pt x="482461" y="2644584"/>
                </a:lnTo>
                <a:lnTo>
                  <a:pt x="510445" y="2657284"/>
                </a:lnTo>
                <a:lnTo>
                  <a:pt x="526608" y="2631884"/>
                </a:lnTo>
                <a:lnTo>
                  <a:pt x="498618" y="2619184"/>
                </a:lnTo>
                <a:close/>
              </a:path>
              <a:path w="3812540" h="3546475">
                <a:moveTo>
                  <a:pt x="1062880" y="2619184"/>
                </a:moveTo>
                <a:lnTo>
                  <a:pt x="1050006" y="2644584"/>
                </a:lnTo>
                <a:lnTo>
                  <a:pt x="1072306" y="2657284"/>
                </a:lnTo>
                <a:lnTo>
                  <a:pt x="1085180" y="2631884"/>
                </a:lnTo>
                <a:lnTo>
                  <a:pt x="1062880" y="2619184"/>
                </a:lnTo>
                <a:close/>
              </a:path>
              <a:path w="3812540" h="3546475">
                <a:moveTo>
                  <a:pt x="1219066" y="2631884"/>
                </a:moveTo>
                <a:lnTo>
                  <a:pt x="1207020" y="2657284"/>
                </a:lnTo>
                <a:lnTo>
                  <a:pt x="1227891" y="2657284"/>
                </a:lnTo>
                <a:lnTo>
                  <a:pt x="1239941" y="2644584"/>
                </a:lnTo>
                <a:lnTo>
                  <a:pt x="1219066" y="2631884"/>
                </a:lnTo>
                <a:close/>
              </a:path>
              <a:path w="3812540" h="3546475">
                <a:moveTo>
                  <a:pt x="1643748" y="2631884"/>
                </a:moveTo>
                <a:lnTo>
                  <a:pt x="1627149" y="2631884"/>
                </a:lnTo>
                <a:lnTo>
                  <a:pt x="1617560" y="2644584"/>
                </a:lnTo>
                <a:lnTo>
                  <a:pt x="1634159" y="2657284"/>
                </a:lnTo>
                <a:lnTo>
                  <a:pt x="1643748" y="2631884"/>
                </a:lnTo>
                <a:close/>
              </a:path>
              <a:path w="3812540" h="3546475">
                <a:moveTo>
                  <a:pt x="1783333" y="2631884"/>
                </a:moveTo>
                <a:lnTo>
                  <a:pt x="1774570" y="2657284"/>
                </a:lnTo>
                <a:lnTo>
                  <a:pt x="1789747" y="2657284"/>
                </a:lnTo>
                <a:lnTo>
                  <a:pt x="1798510" y="2644584"/>
                </a:lnTo>
                <a:lnTo>
                  <a:pt x="1783333" y="2631884"/>
                </a:lnTo>
                <a:close/>
              </a:path>
              <a:path w="3812540" h="3546475">
                <a:moveTo>
                  <a:pt x="2191410" y="2631884"/>
                </a:moveTo>
                <a:lnTo>
                  <a:pt x="2185111" y="2644584"/>
                </a:lnTo>
                <a:lnTo>
                  <a:pt x="2196020" y="2657284"/>
                </a:lnTo>
                <a:lnTo>
                  <a:pt x="2202319" y="2644584"/>
                </a:lnTo>
                <a:lnTo>
                  <a:pt x="2191410" y="2631884"/>
                </a:lnTo>
                <a:close/>
              </a:path>
              <a:path w="3812540" h="3546475">
                <a:moveTo>
                  <a:pt x="2357094" y="2644584"/>
                </a:moveTo>
                <a:lnTo>
                  <a:pt x="2347594" y="2644584"/>
                </a:lnTo>
                <a:lnTo>
                  <a:pt x="2342121" y="2657284"/>
                </a:lnTo>
                <a:lnTo>
                  <a:pt x="2351608" y="2657284"/>
                </a:lnTo>
                <a:lnTo>
                  <a:pt x="2357094" y="2644584"/>
                </a:lnTo>
                <a:close/>
              </a:path>
              <a:path w="3812540" h="3546475">
                <a:moveTo>
                  <a:pt x="750460" y="2593784"/>
                </a:moveTo>
                <a:lnTo>
                  <a:pt x="735806" y="2619184"/>
                </a:lnTo>
                <a:lnTo>
                  <a:pt x="761185" y="2644584"/>
                </a:lnTo>
                <a:lnTo>
                  <a:pt x="775840" y="2619184"/>
                </a:lnTo>
                <a:lnTo>
                  <a:pt x="750460" y="2593784"/>
                </a:lnTo>
                <a:close/>
              </a:path>
              <a:path w="3812540" h="3546475">
                <a:moveTo>
                  <a:pt x="906696" y="2606484"/>
                </a:moveTo>
                <a:lnTo>
                  <a:pt x="893002" y="2631884"/>
                </a:lnTo>
                <a:lnTo>
                  <a:pt x="916721" y="2644584"/>
                </a:lnTo>
                <a:lnTo>
                  <a:pt x="930413" y="2619184"/>
                </a:lnTo>
                <a:lnTo>
                  <a:pt x="906696" y="2606484"/>
                </a:lnTo>
                <a:close/>
              </a:path>
              <a:path w="3812540" h="3546475">
                <a:moveTo>
                  <a:pt x="1470964" y="2619184"/>
                </a:moveTo>
                <a:lnTo>
                  <a:pt x="1460550" y="2631884"/>
                </a:lnTo>
                <a:lnTo>
                  <a:pt x="1478572" y="2644584"/>
                </a:lnTo>
                <a:lnTo>
                  <a:pt x="1488986" y="2631884"/>
                </a:lnTo>
                <a:lnTo>
                  <a:pt x="1470964" y="2619184"/>
                </a:lnTo>
                <a:close/>
              </a:path>
              <a:path w="3812540" h="3546475">
                <a:moveTo>
                  <a:pt x="2035225" y="2619184"/>
                </a:moveTo>
                <a:lnTo>
                  <a:pt x="2028100" y="2631884"/>
                </a:lnTo>
                <a:lnTo>
                  <a:pt x="2040432" y="2644584"/>
                </a:lnTo>
                <a:lnTo>
                  <a:pt x="2047557" y="2631884"/>
                </a:lnTo>
                <a:lnTo>
                  <a:pt x="2035225" y="2619184"/>
                </a:lnTo>
                <a:close/>
              </a:path>
              <a:path w="3812540" h="3546475">
                <a:moveTo>
                  <a:pt x="2606128" y="2631884"/>
                </a:moveTo>
                <a:lnTo>
                  <a:pt x="2595651" y="2631884"/>
                </a:lnTo>
                <a:lnTo>
                  <a:pt x="2602293" y="2644584"/>
                </a:lnTo>
                <a:lnTo>
                  <a:pt x="2606128" y="2631884"/>
                </a:lnTo>
                <a:close/>
              </a:path>
              <a:path w="3812540" h="3546475">
                <a:moveTo>
                  <a:pt x="3164890" y="2631884"/>
                </a:moveTo>
                <a:lnTo>
                  <a:pt x="3163709" y="2631884"/>
                </a:lnTo>
                <a:lnTo>
                  <a:pt x="3163023" y="2644584"/>
                </a:lnTo>
                <a:lnTo>
                  <a:pt x="3164204" y="2644584"/>
                </a:lnTo>
                <a:lnTo>
                  <a:pt x="3164890" y="2631884"/>
                </a:lnTo>
                <a:close/>
              </a:path>
              <a:path w="3812540" h="3546475">
                <a:moveTo>
                  <a:pt x="594325" y="2593784"/>
                </a:moveTo>
                <a:lnTo>
                  <a:pt x="578986" y="2619184"/>
                </a:lnTo>
                <a:lnTo>
                  <a:pt x="605552" y="2631884"/>
                </a:lnTo>
                <a:lnTo>
                  <a:pt x="620886" y="2606484"/>
                </a:lnTo>
                <a:lnTo>
                  <a:pt x="594325" y="2593784"/>
                </a:lnTo>
                <a:close/>
              </a:path>
              <a:path w="3812540" h="3546475">
                <a:moveTo>
                  <a:pt x="1158582" y="2593784"/>
                </a:moveTo>
                <a:lnTo>
                  <a:pt x="1146536" y="2619184"/>
                </a:lnTo>
                <a:lnTo>
                  <a:pt x="1167408" y="2631884"/>
                </a:lnTo>
                <a:lnTo>
                  <a:pt x="1179457" y="2606484"/>
                </a:lnTo>
                <a:lnTo>
                  <a:pt x="1158582" y="2593784"/>
                </a:lnTo>
                <a:close/>
              </a:path>
              <a:path w="3812540" h="3546475">
                <a:moveTo>
                  <a:pt x="1314767" y="2606484"/>
                </a:moveTo>
                <a:lnTo>
                  <a:pt x="1303540" y="2619184"/>
                </a:lnTo>
                <a:lnTo>
                  <a:pt x="1322997" y="2631884"/>
                </a:lnTo>
                <a:lnTo>
                  <a:pt x="1334223" y="2619184"/>
                </a:lnTo>
                <a:lnTo>
                  <a:pt x="1314767" y="2606484"/>
                </a:lnTo>
                <a:close/>
              </a:path>
              <a:path w="3812540" h="3546475">
                <a:moveTo>
                  <a:pt x="1738223" y="2606484"/>
                </a:moveTo>
                <a:lnTo>
                  <a:pt x="1722805" y="2606484"/>
                </a:lnTo>
                <a:lnTo>
                  <a:pt x="1713890" y="2619184"/>
                </a:lnTo>
                <a:lnTo>
                  <a:pt x="1729320" y="2631884"/>
                </a:lnTo>
                <a:lnTo>
                  <a:pt x="1738223" y="2606484"/>
                </a:lnTo>
                <a:close/>
              </a:path>
              <a:path w="3812540" h="3546475">
                <a:moveTo>
                  <a:pt x="1892795" y="2619184"/>
                </a:moveTo>
                <a:lnTo>
                  <a:pt x="1879028" y="2619184"/>
                </a:lnTo>
                <a:lnTo>
                  <a:pt x="1871090" y="2631884"/>
                </a:lnTo>
                <a:lnTo>
                  <a:pt x="1884845" y="2631884"/>
                </a:lnTo>
                <a:lnTo>
                  <a:pt x="1892795" y="2619184"/>
                </a:lnTo>
                <a:close/>
              </a:path>
              <a:path w="3812540" h="3546475">
                <a:moveTo>
                  <a:pt x="2451366" y="2619184"/>
                </a:moveTo>
                <a:lnTo>
                  <a:pt x="2443302" y="2619184"/>
                </a:lnTo>
                <a:lnTo>
                  <a:pt x="2438653" y="2631884"/>
                </a:lnTo>
                <a:lnTo>
                  <a:pt x="2446718" y="2631884"/>
                </a:lnTo>
                <a:lnTo>
                  <a:pt x="2451366" y="2619184"/>
                </a:lnTo>
                <a:close/>
              </a:path>
              <a:path w="3812540" h="3546475">
                <a:moveTo>
                  <a:pt x="438085" y="2581084"/>
                </a:moveTo>
                <a:lnTo>
                  <a:pt x="421788" y="2606484"/>
                </a:lnTo>
                <a:lnTo>
                  <a:pt x="450011" y="2619184"/>
                </a:lnTo>
                <a:lnTo>
                  <a:pt x="466313" y="2593784"/>
                </a:lnTo>
                <a:lnTo>
                  <a:pt x="438085" y="2581084"/>
                </a:lnTo>
                <a:close/>
              </a:path>
              <a:path w="3812540" h="3546475">
                <a:moveTo>
                  <a:pt x="1002352" y="2581084"/>
                </a:moveTo>
                <a:lnTo>
                  <a:pt x="989345" y="2606484"/>
                </a:lnTo>
                <a:lnTo>
                  <a:pt x="1011872" y="2619184"/>
                </a:lnTo>
                <a:lnTo>
                  <a:pt x="1024884" y="2593784"/>
                </a:lnTo>
                <a:lnTo>
                  <a:pt x="1002352" y="2581084"/>
                </a:lnTo>
                <a:close/>
              </a:path>
              <a:path w="3812540" h="3546475">
                <a:moveTo>
                  <a:pt x="1566608" y="2593784"/>
                </a:moveTo>
                <a:lnTo>
                  <a:pt x="1556892" y="2606484"/>
                </a:lnTo>
                <a:lnTo>
                  <a:pt x="1573733" y="2619184"/>
                </a:lnTo>
                <a:lnTo>
                  <a:pt x="1583448" y="2606484"/>
                </a:lnTo>
                <a:lnTo>
                  <a:pt x="1566608" y="2593784"/>
                </a:lnTo>
                <a:close/>
              </a:path>
              <a:path w="3812540" h="3546475">
                <a:moveTo>
                  <a:pt x="2130882" y="2593784"/>
                </a:moveTo>
                <a:lnTo>
                  <a:pt x="2124443" y="2606484"/>
                </a:lnTo>
                <a:lnTo>
                  <a:pt x="2135593" y="2619184"/>
                </a:lnTo>
                <a:lnTo>
                  <a:pt x="2142032" y="2606484"/>
                </a:lnTo>
                <a:lnTo>
                  <a:pt x="2130882" y="2593784"/>
                </a:lnTo>
                <a:close/>
              </a:path>
              <a:path w="3812540" h="3546475">
                <a:moveTo>
                  <a:pt x="2287066" y="2606484"/>
                </a:moveTo>
                <a:lnTo>
                  <a:pt x="2281453" y="2619184"/>
                </a:lnTo>
                <a:lnTo>
                  <a:pt x="2296794" y="2619184"/>
                </a:lnTo>
                <a:lnTo>
                  <a:pt x="2287066" y="2606484"/>
                </a:lnTo>
                <a:close/>
              </a:path>
              <a:path w="3812540" h="3546475">
                <a:moveTo>
                  <a:pt x="2700604" y="2606484"/>
                </a:moveTo>
                <a:lnTo>
                  <a:pt x="2691993" y="2606484"/>
                </a:lnTo>
                <a:lnTo>
                  <a:pt x="2697454" y="2619184"/>
                </a:lnTo>
                <a:lnTo>
                  <a:pt x="2700604" y="2606484"/>
                </a:lnTo>
                <a:close/>
              </a:path>
              <a:path w="3812540" h="3546475">
                <a:moveTo>
                  <a:pt x="689976" y="2568384"/>
                </a:moveTo>
                <a:lnTo>
                  <a:pt x="675322" y="2593784"/>
                </a:lnTo>
                <a:lnTo>
                  <a:pt x="700702" y="2606484"/>
                </a:lnTo>
                <a:lnTo>
                  <a:pt x="715356" y="2581084"/>
                </a:lnTo>
                <a:lnTo>
                  <a:pt x="689976" y="2568384"/>
                </a:lnTo>
                <a:close/>
              </a:path>
              <a:path w="3812540" h="3546475">
                <a:moveTo>
                  <a:pt x="846162" y="2568384"/>
                </a:moveTo>
                <a:lnTo>
                  <a:pt x="832331" y="2593784"/>
                </a:lnTo>
                <a:lnTo>
                  <a:pt x="856287" y="2606484"/>
                </a:lnTo>
                <a:lnTo>
                  <a:pt x="870118" y="2593784"/>
                </a:lnTo>
                <a:lnTo>
                  <a:pt x="846162" y="2568384"/>
                </a:lnTo>
                <a:close/>
              </a:path>
              <a:path w="3812540" h="3546475">
                <a:moveTo>
                  <a:pt x="1254239" y="2568384"/>
                </a:moveTo>
                <a:lnTo>
                  <a:pt x="1242874" y="2593784"/>
                </a:lnTo>
                <a:lnTo>
                  <a:pt x="1262559" y="2606484"/>
                </a:lnTo>
                <a:lnTo>
                  <a:pt x="1273924" y="2581084"/>
                </a:lnTo>
                <a:lnTo>
                  <a:pt x="1254239" y="2568384"/>
                </a:lnTo>
                <a:close/>
              </a:path>
              <a:path w="3812540" h="3546475">
                <a:moveTo>
                  <a:pt x="1410423" y="2581084"/>
                </a:moveTo>
                <a:lnTo>
                  <a:pt x="1399882" y="2593784"/>
                </a:lnTo>
                <a:lnTo>
                  <a:pt x="1418145" y="2606484"/>
                </a:lnTo>
                <a:lnTo>
                  <a:pt x="1428686" y="2593784"/>
                </a:lnTo>
                <a:lnTo>
                  <a:pt x="1410423" y="2581084"/>
                </a:lnTo>
                <a:close/>
              </a:path>
              <a:path w="3812540" h="3546475">
                <a:moveTo>
                  <a:pt x="1987257" y="2593784"/>
                </a:moveTo>
                <a:lnTo>
                  <a:pt x="1974697" y="2593784"/>
                </a:lnTo>
                <a:lnTo>
                  <a:pt x="1967433" y="2606484"/>
                </a:lnTo>
                <a:lnTo>
                  <a:pt x="1980006" y="2606484"/>
                </a:lnTo>
                <a:lnTo>
                  <a:pt x="1987257" y="2593784"/>
                </a:lnTo>
                <a:close/>
              </a:path>
              <a:path w="3812540" h="3546475">
                <a:moveTo>
                  <a:pt x="2545841" y="2593784"/>
                </a:moveTo>
                <a:lnTo>
                  <a:pt x="2538958" y="2593784"/>
                </a:lnTo>
                <a:lnTo>
                  <a:pt x="2534983" y="2606484"/>
                </a:lnTo>
                <a:lnTo>
                  <a:pt x="2541866" y="2606484"/>
                </a:lnTo>
                <a:lnTo>
                  <a:pt x="2545841" y="2593784"/>
                </a:lnTo>
                <a:close/>
              </a:path>
              <a:path w="3812540" h="3546475">
                <a:moveTo>
                  <a:pt x="533787" y="2555684"/>
                </a:moveTo>
                <a:lnTo>
                  <a:pt x="518313" y="2581084"/>
                </a:lnTo>
                <a:lnTo>
                  <a:pt x="545118" y="2593784"/>
                </a:lnTo>
                <a:lnTo>
                  <a:pt x="560590" y="2568384"/>
                </a:lnTo>
                <a:lnTo>
                  <a:pt x="533787" y="2555684"/>
                </a:lnTo>
                <a:close/>
              </a:path>
              <a:path w="3812540" h="3546475">
                <a:moveTo>
                  <a:pt x="1098053" y="2555684"/>
                </a:moveTo>
                <a:lnTo>
                  <a:pt x="1085865" y="2581084"/>
                </a:lnTo>
                <a:lnTo>
                  <a:pt x="1106978" y="2593784"/>
                </a:lnTo>
                <a:lnTo>
                  <a:pt x="1119162" y="2568384"/>
                </a:lnTo>
                <a:lnTo>
                  <a:pt x="1098053" y="2555684"/>
                </a:lnTo>
                <a:close/>
              </a:path>
              <a:path w="3812540" h="3546475">
                <a:moveTo>
                  <a:pt x="1662315" y="2568384"/>
                </a:moveTo>
                <a:lnTo>
                  <a:pt x="1653412" y="2581084"/>
                </a:lnTo>
                <a:lnTo>
                  <a:pt x="1668830" y="2593784"/>
                </a:lnTo>
                <a:lnTo>
                  <a:pt x="1677733" y="2581084"/>
                </a:lnTo>
                <a:lnTo>
                  <a:pt x="1662315" y="2568384"/>
                </a:lnTo>
                <a:close/>
              </a:path>
              <a:path w="3812540" h="3546475">
                <a:moveTo>
                  <a:pt x="1832495" y="2581084"/>
                </a:moveTo>
                <a:lnTo>
                  <a:pt x="1818500" y="2581084"/>
                </a:lnTo>
                <a:lnTo>
                  <a:pt x="1810423" y="2593784"/>
                </a:lnTo>
                <a:lnTo>
                  <a:pt x="1824418" y="2593784"/>
                </a:lnTo>
                <a:lnTo>
                  <a:pt x="1832495" y="2581084"/>
                </a:lnTo>
                <a:close/>
              </a:path>
              <a:path w="3812540" h="3546475">
                <a:moveTo>
                  <a:pt x="2226538" y="2568384"/>
                </a:moveTo>
                <a:lnTo>
                  <a:pt x="2220772" y="2581084"/>
                </a:lnTo>
                <a:lnTo>
                  <a:pt x="2230742" y="2593784"/>
                </a:lnTo>
                <a:lnTo>
                  <a:pt x="2236495" y="2581084"/>
                </a:lnTo>
                <a:lnTo>
                  <a:pt x="2226538" y="2568384"/>
                </a:lnTo>
                <a:close/>
              </a:path>
              <a:path w="3812540" h="3546475">
                <a:moveTo>
                  <a:pt x="2382773" y="2581084"/>
                </a:moveTo>
                <a:lnTo>
                  <a:pt x="2377973" y="2593784"/>
                </a:lnTo>
                <a:lnTo>
                  <a:pt x="2391066" y="2593784"/>
                </a:lnTo>
                <a:lnTo>
                  <a:pt x="2382773" y="2581084"/>
                </a:lnTo>
                <a:close/>
              </a:path>
              <a:path w="3812540" h="3546475">
                <a:moveTo>
                  <a:pt x="2795066" y="2581084"/>
                </a:moveTo>
                <a:lnTo>
                  <a:pt x="2788335" y="2581084"/>
                </a:lnTo>
                <a:lnTo>
                  <a:pt x="2792602" y="2593784"/>
                </a:lnTo>
                <a:lnTo>
                  <a:pt x="2795066" y="2581084"/>
                </a:lnTo>
                <a:close/>
              </a:path>
              <a:path w="3812540" h="3546475">
                <a:moveTo>
                  <a:pt x="785628" y="2542984"/>
                </a:moveTo>
                <a:lnTo>
                  <a:pt x="771663" y="2568384"/>
                </a:lnTo>
                <a:lnTo>
                  <a:pt x="795858" y="2581084"/>
                </a:lnTo>
                <a:lnTo>
                  <a:pt x="809823" y="2555684"/>
                </a:lnTo>
                <a:lnTo>
                  <a:pt x="785628" y="2542984"/>
                </a:lnTo>
                <a:close/>
              </a:path>
              <a:path w="3812540" h="3546475">
                <a:moveTo>
                  <a:pt x="941868" y="2555684"/>
                </a:moveTo>
                <a:lnTo>
                  <a:pt x="928861" y="2568384"/>
                </a:lnTo>
                <a:lnTo>
                  <a:pt x="951388" y="2581084"/>
                </a:lnTo>
                <a:lnTo>
                  <a:pt x="964401" y="2568384"/>
                </a:lnTo>
                <a:lnTo>
                  <a:pt x="941868" y="2555684"/>
                </a:lnTo>
                <a:close/>
              </a:path>
              <a:path w="3812540" h="3546475">
                <a:moveTo>
                  <a:pt x="1349895" y="2542984"/>
                </a:moveTo>
                <a:lnTo>
                  <a:pt x="1339214" y="2568384"/>
                </a:lnTo>
                <a:lnTo>
                  <a:pt x="1357718" y="2581084"/>
                </a:lnTo>
                <a:lnTo>
                  <a:pt x="1368399" y="2555684"/>
                </a:lnTo>
                <a:lnTo>
                  <a:pt x="1349895" y="2542984"/>
                </a:lnTo>
                <a:close/>
              </a:path>
              <a:path w="3812540" h="3546475">
                <a:moveTo>
                  <a:pt x="1506080" y="2555684"/>
                </a:moveTo>
                <a:lnTo>
                  <a:pt x="1496225" y="2568384"/>
                </a:lnTo>
                <a:lnTo>
                  <a:pt x="1513293" y="2581084"/>
                </a:lnTo>
                <a:lnTo>
                  <a:pt x="1523161" y="2568384"/>
                </a:lnTo>
                <a:lnTo>
                  <a:pt x="1506080" y="2555684"/>
                </a:lnTo>
                <a:close/>
              </a:path>
              <a:path w="3812540" h="3546475">
                <a:moveTo>
                  <a:pt x="2081542" y="2568384"/>
                </a:moveTo>
                <a:lnTo>
                  <a:pt x="2070391" y="2568384"/>
                </a:lnTo>
                <a:lnTo>
                  <a:pt x="2063953" y="2581084"/>
                </a:lnTo>
                <a:lnTo>
                  <a:pt x="2075103" y="2581084"/>
                </a:lnTo>
                <a:lnTo>
                  <a:pt x="2081542" y="2568384"/>
                </a:lnTo>
                <a:close/>
              </a:path>
              <a:path w="3812540" h="3546475">
                <a:moveTo>
                  <a:pt x="2640304" y="2568384"/>
                </a:moveTo>
                <a:lnTo>
                  <a:pt x="2634614" y="2568384"/>
                </a:lnTo>
                <a:lnTo>
                  <a:pt x="2631325" y="2581084"/>
                </a:lnTo>
                <a:lnTo>
                  <a:pt x="2637015" y="2581084"/>
                </a:lnTo>
                <a:lnTo>
                  <a:pt x="2640304" y="2568384"/>
                </a:lnTo>
                <a:close/>
              </a:path>
              <a:path w="3812540" h="3546475">
                <a:moveTo>
                  <a:pt x="629443" y="2530284"/>
                </a:moveTo>
                <a:lnTo>
                  <a:pt x="614650" y="2555684"/>
                </a:lnTo>
                <a:lnTo>
                  <a:pt x="640267" y="2568384"/>
                </a:lnTo>
                <a:lnTo>
                  <a:pt x="655062" y="2542984"/>
                </a:lnTo>
                <a:lnTo>
                  <a:pt x="629443" y="2530284"/>
                </a:lnTo>
                <a:close/>
              </a:path>
              <a:path w="3812540" h="3546475">
                <a:moveTo>
                  <a:pt x="1193755" y="2530284"/>
                </a:moveTo>
                <a:lnTo>
                  <a:pt x="1182390" y="2555684"/>
                </a:lnTo>
                <a:lnTo>
                  <a:pt x="1202080" y="2568384"/>
                </a:lnTo>
                <a:lnTo>
                  <a:pt x="1213445" y="2542984"/>
                </a:lnTo>
                <a:lnTo>
                  <a:pt x="1193755" y="2530284"/>
                </a:lnTo>
                <a:close/>
              </a:path>
              <a:path w="3812540" h="3546475">
                <a:moveTo>
                  <a:pt x="1757972" y="2542984"/>
                </a:moveTo>
                <a:lnTo>
                  <a:pt x="1749755" y="2555684"/>
                </a:lnTo>
                <a:lnTo>
                  <a:pt x="1763979" y="2568384"/>
                </a:lnTo>
                <a:lnTo>
                  <a:pt x="1772196" y="2555684"/>
                </a:lnTo>
                <a:lnTo>
                  <a:pt x="1757972" y="2542984"/>
                </a:lnTo>
                <a:close/>
              </a:path>
              <a:path w="3812540" h="3546475">
                <a:moveTo>
                  <a:pt x="1926970" y="2555684"/>
                </a:moveTo>
                <a:lnTo>
                  <a:pt x="1914156" y="2555684"/>
                </a:lnTo>
                <a:lnTo>
                  <a:pt x="1906765" y="2568384"/>
                </a:lnTo>
                <a:lnTo>
                  <a:pt x="1919579" y="2568384"/>
                </a:lnTo>
                <a:lnTo>
                  <a:pt x="1926970" y="2555684"/>
                </a:lnTo>
                <a:close/>
              </a:path>
              <a:path w="3812540" h="3546475">
                <a:moveTo>
                  <a:pt x="2330780" y="2555684"/>
                </a:moveTo>
                <a:lnTo>
                  <a:pt x="2317305" y="2555684"/>
                </a:lnTo>
                <a:lnTo>
                  <a:pt x="2325852" y="2568384"/>
                </a:lnTo>
                <a:lnTo>
                  <a:pt x="2330780" y="2555684"/>
                </a:lnTo>
                <a:close/>
              </a:path>
              <a:path w="3812540" h="3546475">
                <a:moveTo>
                  <a:pt x="2478430" y="2555684"/>
                </a:moveTo>
                <a:lnTo>
                  <a:pt x="2474315" y="2568384"/>
                </a:lnTo>
                <a:lnTo>
                  <a:pt x="2485542" y="2568384"/>
                </a:lnTo>
                <a:lnTo>
                  <a:pt x="2478430" y="2555684"/>
                </a:lnTo>
                <a:close/>
              </a:path>
              <a:path w="3812540" h="3546475">
                <a:moveTo>
                  <a:pt x="473259" y="2517584"/>
                </a:moveTo>
                <a:lnTo>
                  <a:pt x="457647" y="2542984"/>
                </a:lnTo>
                <a:lnTo>
                  <a:pt x="484684" y="2555684"/>
                </a:lnTo>
                <a:lnTo>
                  <a:pt x="500296" y="2530284"/>
                </a:lnTo>
                <a:lnTo>
                  <a:pt x="473259" y="2517584"/>
                </a:lnTo>
                <a:close/>
              </a:path>
              <a:path w="3812540" h="3546475">
                <a:moveTo>
                  <a:pt x="881330" y="2517584"/>
                </a:moveTo>
                <a:lnTo>
                  <a:pt x="868188" y="2542984"/>
                </a:lnTo>
                <a:lnTo>
                  <a:pt x="890959" y="2555684"/>
                </a:lnTo>
                <a:lnTo>
                  <a:pt x="904101" y="2530284"/>
                </a:lnTo>
                <a:lnTo>
                  <a:pt x="881330" y="2517584"/>
                </a:lnTo>
                <a:close/>
              </a:path>
              <a:path w="3812540" h="3546475">
                <a:moveTo>
                  <a:pt x="1037520" y="2530284"/>
                </a:moveTo>
                <a:lnTo>
                  <a:pt x="1025197" y="2542984"/>
                </a:lnTo>
                <a:lnTo>
                  <a:pt x="1046539" y="2555684"/>
                </a:lnTo>
                <a:lnTo>
                  <a:pt x="1058867" y="2542984"/>
                </a:lnTo>
                <a:lnTo>
                  <a:pt x="1037520" y="2530284"/>
                </a:lnTo>
                <a:close/>
              </a:path>
              <a:path w="3812540" h="3546475">
                <a:moveTo>
                  <a:pt x="1601787" y="2530284"/>
                </a:moveTo>
                <a:lnTo>
                  <a:pt x="1592745" y="2542984"/>
                </a:lnTo>
                <a:lnTo>
                  <a:pt x="1608404" y="2555684"/>
                </a:lnTo>
                <a:lnTo>
                  <a:pt x="1617433" y="2542984"/>
                </a:lnTo>
                <a:lnTo>
                  <a:pt x="1601787" y="2530284"/>
                </a:lnTo>
                <a:close/>
              </a:path>
              <a:path w="3812540" h="3546475">
                <a:moveTo>
                  <a:pt x="2176005" y="2542984"/>
                </a:moveTo>
                <a:lnTo>
                  <a:pt x="2160295" y="2542984"/>
                </a:lnTo>
                <a:lnTo>
                  <a:pt x="2170264" y="2555684"/>
                </a:lnTo>
                <a:lnTo>
                  <a:pt x="2176005" y="2542984"/>
                </a:lnTo>
                <a:close/>
              </a:path>
              <a:path w="3812540" h="3546475">
                <a:moveTo>
                  <a:pt x="2734779" y="2542984"/>
                </a:moveTo>
                <a:lnTo>
                  <a:pt x="2730271" y="2542984"/>
                </a:lnTo>
                <a:lnTo>
                  <a:pt x="2727667" y="2555684"/>
                </a:lnTo>
                <a:lnTo>
                  <a:pt x="2732176" y="2555684"/>
                </a:lnTo>
                <a:lnTo>
                  <a:pt x="2734779" y="2542984"/>
                </a:lnTo>
                <a:close/>
              </a:path>
              <a:path w="3812540" h="3546475">
                <a:moveTo>
                  <a:pt x="725144" y="2504884"/>
                </a:moveTo>
                <a:lnTo>
                  <a:pt x="711179" y="2530284"/>
                </a:lnTo>
                <a:lnTo>
                  <a:pt x="735374" y="2542984"/>
                </a:lnTo>
                <a:lnTo>
                  <a:pt x="749339" y="2517584"/>
                </a:lnTo>
                <a:lnTo>
                  <a:pt x="725144" y="2504884"/>
                </a:lnTo>
                <a:close/>
              </a:path>
              <a:path w="3812540" h="3546475">
                <a:moveTo>
                  <a:pt x="1289367" y="2504884"/>
                </a:moveTo>
                <a:lnTo>
                  <a:pt x="1278547" y="2530284"/>
                </a:lnTo>
                <a:lnTo>
                  <a:pt x="1297279" y="2542984"/>
                </a:lnTo>
                <a:lnTo>
                  <a:pt x="1308099" y="2517584"/>
                </a:lnTo>
                <a:lnTo>
                  <a:pt x="1289367" y="2504884"/>
                </a:lnTo>
                <a:close/>
              </a:path>
              <a:path w="3812540" h="3546475">
                <a:moveTo>
                  <a:pt x="1445602" y="2517584"/>
                </a:moveTo>
                <a:lnTo>
                  <a:pt x="1435734" y="2542984"/>
                </a:lnTo>
                <a:lnTo>
                  <a:pt x="1452816" y="2542984"/>
                </a:lnTo>
                <a:lnTo>
                  <a:pt x="1462671" y="2530284"/>
                </a:lnTo>
                <a:lnTo>
                  <a:pt x="1445602" y="2517584"/>
                </a:lnTo>
                <a:close/>
              </a:path>
              <a:path w="3812540" h="3546475">
                <a:moveTo>
                  <a:pt x="1853628" y="2517584"/>
                </a:moveTo>
                <a:lnTo>
                  <a:pt x="1846084" y="2530284"/>
                </a:lnTo>
                <a:lnTo>
                  <a:pt x="1859140" y="2542984"/>
                </a:lnTo>
                <a:lnTo>
                  <a:pt x="1866671" y="2530284"/>
                </a:lnTo>
                <a:lnTo>
                  <a:pt x="1853628" y="2517584"/>
                </a:lnTo>
                <a:close/>
              </a:path>
              <a:path w="3812540" h="3546475">
                <a:moveTo>
                  <a:pt x="2021242" y="2530284"/>
                </a:moveTo>
                <a:lnTo>
                  <a:pt x="2009863" y="2530284"/>
                </a:lnTo>
                <a:lnTo>
                  <a:pt x="2003285" y="2542984"/>
                </a:lnTo>
                <a:lnTo>
                  <a:pt x="2014677" y="2542984"/>
                </a:lnTo>
                <a:lnTo>
                  <a:pt x="2021242" y="2530284"/>
                </a:lnTo>
                <a:close/>
              </a:path>
              <a:path w="3812540" h="3546475">
                <a:moveTo>
                  <a:pt x="2574086" y="2530284"/>
                </a:moveTo>
                <a:lnTo>
                  <a:pt x="2570657" y="2542984"/>
                </a:lnTo>
                <a:lnTo>
                  <a:pt x="2580004" y="2542984"/>
                </a:lnTo>
                <a:lnTo>
                  <a:pt x="2574086" y="2530284"/>
                </a:lnTo>
                <a:close/>
              </a:path>
              <a:path w="3812540" h="3546475">
                <a:moveTo>
                  <a:pt x="568910" y="2492184"/>
                </a:moveTo>
                <a:lnTo>
                  <a:pt x="553982" y="2517584"/>
                </a:lnTo>
                <a:lnTo>
                  <a:pt x="579838" y="2530284"/>
                </a:lnTo>
                <a:lnTo>
                  <a:pt x="594761" y="2504884"/>
                </a:lnTo>
                <a:lnTo>
                  <a:pt x="568910" y="2492184"/>
                </a:lnTo>
                <a:close/>
              </a:path>
              <a:path w="3812540" h="3546475">
                <a:moveTo>
                  <a:pt x="976986" y="2492184"/>
                </a:moveTo>
                <a:lnTo>
                  <a:pt x="964525" y="2517584"/>
                </a:lnTo>
                <a:lnTo>
                  <a:pt x="986110" y="2530284"/>
                </a:lnTo>
                <a:lnTo>
                  <a:pt x="998571" y="2504884"/>
                </a:lnTo>
                <a:lnTo>
                  <a:pt x="976986" y="2492184"/>
                </a:lnTo>
                <a:close/>
              </a:path>
              <a:path w="3812540" h="3546475">
                <a:moveTo>
                  <a:pt x="1133222" y="2504884"/>
                </a:moveTo>
                <a:lnTo>
                  <a:pt x="1121722" y="2517584"/>
                </a:lnTo>
                <a:lnTo>
                  <a:pt x="1141646" y="2530284"/>
                </a:lnTo>
                <a:lnTo>
                  <a:pt x="1153149" y="2517584"/>
                </a:lnTo>
                <a:lnTo>
                  <a:pt x="1133222" y="2504884"/>
                </a:lnTo>
                <a:close/>
              </a:path>
              <a:path w="3812540" h="3546475">
                <a:moveTo>
                  <a:pt x="1697443" y="2504884"/>
                </a:moveTo>
                <a:lnTo>
                  <a:pt x="1689087" y="2517584"/>
                </a:lnTo>
                <a:lnTo>
                  <a:pt x="1703552" y="2530284"/>
                </a:lnTo>
                <a:lnTo>
                  <a:pt x="1711909" y="2517584"/>
                </a:lnTo>
                <a:lnTo>
                  <a:pt x="1697443" y="2504884"/>
                </a:lnTo>
                <a:close/>
              </a:path>
              <a:path w="3812540" h="3546475">
                <a:moveTo>
                  <a:pt x="2270480" y="2517584"/>
                </a:moveTo>
                <a:lnTo>
                  <a:pt x="2256637" y="2517584"/>
                </a:lnTo>
                <a:lnTo>
                  <a:pt x="2265413" y="2530284"/>
                </a:lnTo>
                <a:lnTo>
                  <a:pt x="2270480" y="2517584"/>
                </a:lnTo>
                <a:close/>
              </a:path>
              <a:path w="3812540" h="3546475">
                <a:moveTo>
                  <a:pt x="2829051" y="2517584"/>
                </a:moveTo>
                <a:lnTo>
                  <a:pt x="2825965" y="2517584"/>
                </a:lnTo>
                <a:lnTo>
                  <a:pt x="2824187" y="2530284"/>
                </a:lnTo>
                <a:lnTo>
                  <a:pt x="2827273" y="2530284"/>
                </a:lnTo>
                <a:lnTo>
                  <a:pt x="2829051" y="2517584"/>
                </a:lnTo>
                <a:close/>
              </a:path>
              <a:path w="3812540" h="3546475">
                <a:moveTo>
                  <a:pt x="820802" y="2479484"/>
                </a:moveTo>
                <a:lnTo>
                  <a:pt x="807516" y="2504884"/>
                </a:lnTo>
                <a:lnTo>
                  <a:pt x="830525" y="2517584"/>
                </a:lnTo>
                <a:lnTo>
                  <a:pt x="843810" y="2492184"/>
                </a:lnTo>
                <a:lnTo>
                  <a:pt x="820802" y="2479484"/>
                </a:lnTo>
                <a:close/>
              </a:path>
              <a:path w="3812540" h="3546475">
                <a:moveTo>
                  <a:pt x="1402384" y="2492184"/>
                </a:moveTo>
                <a:lnTo>
                  <a:pt x="1385061" y="2492184"/>
                </a:lnTo>
                <a:lnTo>
                  <a:pt x="1375067" y="2504884"/>
                </a:lnTo>
                <a:lnTo>
                  <a:pt x="1392389" y="2517584"/>
                </a:lnTo>
                <a:lnTo>
                  <a:pt x="1402384" y="2492184"/>
                </a:lnTo>
                <a:close/>
              </a:path>
              <a:path w="3812540" h="3546475">
                <a:moveTo>
                  <a:pt x="1541246" y="2492184"/>
                </a:moveTo>
                <a:lnTo>
                  <a:pt x="1532077" y="2517584"/>
                </a:lnTo>
                <a:lnTo>
                  <a:pt x="1547964" y="2517584"/>
                </a:lnTo>
                <a:lnTo>
                  <a:pt x="1557146" y="2504884"/>
                </a:lnTo>
                <a:lnTo>
                  <a:pt x="1541246" y="2492184"/>
                </a:lnTo>
                <a:close/>
              </a:path>
              <a:path w="3812540" h="3546475">
                <a:moveTo>
                  <a:pt x="1949335" y="2492184"/>
                </a:moveTo>
                <a:lnTo>
                  <a:pt x="1942617" y="2504884"/>
                </a:lnTo>
                <a:lnTo>
                  <a:pt x="1954237" y="2517584"/>
                </a:lnTo>
                <a:lnTo>
                  <a:pt x="1960943" y="2504884"/>
                </a:lnTo>
                <a:lnTo>
                  <a:pt x="1949335" y="2492184"/>
                </a:lnTo>
                <a:close/>
              </a:path>
              <a:path w="3812540" h="3546475">
                <a:moveTo>
                  <a:pt x="2115718" y="2504884"/>
                </a:moveTo>
                <a:lnTo>
                  <a:pt x="2105520" y="2504884"/>
                </a:lnTo>
                <a:lnTo>
                  <a:pt x="2099627" y="2517584"/>
                </a:lnTo>
                <a:lnTo>
                  <a:pt x="2109825" y="2517584"/>
                </a:lnTo>
                <a:lnTo>
                  <a:pt x="2115718" y="2504884"/>
                </a:lnTo>
                <a:close/>
              </a:path>
              <a:path w="3812540" h="3546475">
                <a:moveTo>
                  <a:pt x="2669781" y="2504884"/>
                </a:moveTo>
                <a:lnTo>
                  <a:pt x="2667177" y="2517584"/>
                </a:lnTo>
                <a:lnTo>
                  <a:pt x="2674289" y="2517584"/>
                </a:lnTo>
                <a:lnTo>
                  <a:pt x="2669781" y="2504884"/>
                </a:lnTo>
                <a:close/>
              </a:path>
              <a:path w="3812540" h="3546475">
                <a:moveTo>
                  <a:pt x="508426" y="2454084"/>
                </a:moveTo>
                <a:lnTo>
                  <a:pt x="493504" y="2479484"/>
                </a:lnTo>
                <a:lnTo>
                  <a:pt x="519355" y="2504884"/>
                </a:lnTo>
                <a:lnTo>
                  <a:pt x="534277" y="2479484"/>
                </a:lnTo>
                <a:lnTo>
                  <a:pt x="508426" y="2454084"/>
                </a:lnTo>
                <a:close/>
              </a:path>
              <a:path w="3812540" h="3546475">
                <a:moveTo>
                  <a:pt x="664611" y="2466784"/>
                </a:moveTo>
                <a:lnTo>
                  <a:pt x="650507" y="2492184"/>
                </a:lnTo>
                <a:lnTo>
                  <a:pt x="674935" y="2504884"/>
                </a:lnTo>
                <a:lnTo>
                  <a:pt x="689044" y="2479484"/>
                </a:lnTo>
                <a:lnTo>
                  <a:pt x="664611" y="2466784"/>
                </a:lnTo>
                <a:close/>
              </a:path>
              <a:path w="3812540" h="3546475">
                <a:moveTo>
                  <a:pt x="1228878" y="2479484"/>
                </a:moveTo>
                <a:lnTo>
                  <a:pt x="1218059" y="2492184"/>
                </a:lnTo>
                <a:lnTo>
                  <a:pt x="1236795" y="2504884"/>
                </a:lnTo>
                <a:lnTo>
                  <a:pt x="1247616" y="2492184"/>
                </a:lnTo>
                <a:lnTo>
                  <a:pt x="1228878" y="2479484"/>
                </a:lnTo>
                <a:close/>
              </a:path>
              <a:path w="3812540" h="3546475">
                <a:moveTo>
                  <a:pt x="1793087" y="2479484"/>
                </a:moveTo>
                <a:lnTo>
                  <a:pt x="1785416" y="2492184"/>
                </a:lnTo>
                <a:lnTo>
                  <a:pt x="1798700" y="2504884"/>
                </a:lnTo>
                <a:lnTo>
                  <a:pt x="1806371" y="2492184"/>
                </a:lnTo>
                <a:lnTo>
                  <a:pt x="1793087" y="2479484"/>
                </a:lnTo>
                <a:close/>
              </a:path>
              <a:path w="3812540" h="3546475">
                <a:moveTo>
                  <a:pt x="2364765" y="2492184"/>
                </a:moveTo>
                <a:lnTo>
                  <a:pt x="2353157" y="2492184"/>
                </a:lnTo>
                <a:lnTo>
                  <a:pt x="2360523" y="2504884"/>
                </a:lnTo>
                <a:lnTo>
                  <a:pt x="2364765" y="2492184"/>
                </a:lnTo>
                <a:close/>
              </a:path>
              <a:path w="3812540" h="3546475">
                <a:moveTo>
                  <a:pt x="2923514" y="2492184"/>
                </a:moveTo>
                <a:lnTo>
                  <a:pt x="2921622" y="2492184"/>
                </a:lnTo>
                <a:lnTo>
                  <a:pt x="2920529" y="2504884"/>
                </a:lnTo>
                <a:lnTo>
                  <a:pt x="2922422" y="2504884"/>
                </a:lnTo>
                <a:lnTo>
                  <a:pt x="2923514" y="2492184"/>
                </a:lnTo>
                <a:close/>
              </a:path>
              <a:path w="3812540" h="3546475">
                <a:moveTo>
                  <a:pt x="916453" y="2454084"/>
                </a:moveTo>
                <a:lnTo>
                  <a:pt x="903852" y="2479484"/>
                </a:lnTo>
                <a:lnTo>
                  <a:pt x="925681" y="2492184"/>
                </a:lnTo>
                <a:lnTo>
                  <a:pt x="938277" y="2466784"/>
                </a:lnTo>
                <a:lnTo>
                  <a:pt x="916453" y="2454084"/>
                </a:lnTo>
                <a:close/>
              </a:path>
              <a:path w="3812540" h="3546475">
                <a:moveTo>
                  <a:pt x="1072694" y="2466784"/>
                </a:moveTo>
                <a:lnTo>
                  <a:pt x="1061055" y="2492184"/>
                </a:lnTo>
                <a:lnTo>
                  <a:pt x="1081211" y="2492184"/>
                </a:lnTo>
                <a:lnTo>
                  <a:pt x="1092850" y="2479484"/>
                </a:lnTo>
                <a:lnTo>
                  <a:pt x="1072694" y="2466784"/>
                </a:lnTo>
                <a:close/>
              </a:path>
              <a:path w="3812540" h="3546475">
                <a:moveTo>
                  <a:pt x="1496847" y="2466784"/>
                </a:moveTo>
                <a:lnTo>
                  <a:pt x="1480718" y="2466784"/>
                </a:lnTo>
                <a:lnTo>
                  <a:pt x="1471409" y="2479484"/>
                </a:lnTo>
                <a:lnTo>
                  <a:pt x="1487538" y="2492184"/>
                </a:lnTo>
                <a:lnTo>
                  <a:pt x="1496847" y="2466784"/>
                </a:lnTo>
                <a:close/>
              </a:path>
              <a:path w="3812540" h="3546475">
                <a:moveTo>
                  <a:pt x="1636953" y="2466784"/>
                </a:moveTo>
                <a:lnTo>
                  <a:pt x="1628597" y="2492184"/>
                </a:lnTo>
                <a:lnTo>
                  <a:pt x="1643075" y="2492184"/>
                </a:lnTo>
                <a:lnTo>
                  <a:pt x="1651419" y="2479484"/>
                </a:lnTo>
                <a:lnTo>
                  <a:pt x="1636953" y="2466784"/>
                </a:lnTo>
                <a:close/>
              </a:path>
              <a:path w="3812540" h="3546475">
                <a:moveTo>
                  <a:pt x="2210180" y="2479484"/>
                </a:moveTo>
                <a:lnTo>
                  <a:pt x="2201163" y="2479484"/>
                </a:lnTo>
                <a:lnTo>
                  <a:pt x="2195969" y="2492184"/>
                </a:lnTo>
                <a:lnTo>
                  <a:pt x="2204973" y="2492184"/>
                </a:lnTo>
                <a:lnTo>
                  <a:pt x="2210180" y="2479484"/>
                </a:lnTo>
                <a:close/>
              </a:path>
              <a:path w="3812540" h="3546475">
                <a:moveTo>
                  <a:pt x="760318" y="2441384"/>
                </a:moveTo>
                <a:lnTo>
                  <a:pt x="747033" y="2466784"/>
                </a:lnTo>
                <a:lnTo>
                  <a:pt x="770041" y="2479484"/>
                </a:lnTo>
                <a:lnTo>
                  <a:pt x="783327" y="2454084"/>
                </a:lnTo>
                <a:lnTo>
                  <a:pt x="760318" y="2441384"/>
                </a:lnTo>
                <a:close/>
              </a:path>
              <a:path w="3812540" h="3546475">
                <a:moveTo>
                  <a:pt x="1324533" y="2454084"/>
                </a:moveTo>
                <a:lnTo>
                  <a:pt x="1314399" y="2466784"/>
                </a:lnTo>
                <a:lnTo>
                  <a:pt x="1331950" y="2479484"/>
                </a:lnTo>
                <a:lnTo>
                  <a:pt x="1342085" y="2466784"/>
                </a:lnTo>
                <a:lnTo>
                  <a:pt x="1324533" y="2454084"/>
                </a:lnTo>
                <a:close/>
              </a:path>
              <a:path w="3812540" h="3546475">
                <a:moveTo>
                  <a:pt x="1888794" y="2454084"/>
                </a:moveTo>
                <a:lnTo>
                  <a:pt x="1881949" y="2466784"/>
                </a:lnTo>
                <a:lnTo>
                  <a:pt x="1893811" y="2479484"/>
                </a:lnTo>
                <a:lnTo>
                  <a:pt x="1900656" y="2466784"/>
                </a:lnTo>
                <a:lnTo>
                  <a:pt x="1888794" y="2454084"/>
                </a:lnTo>
                <a:close/>
              </a:path>
              <a:path w="3812540" h="3546475">
                <a:moveTo>
                  <a:pt x="2044979" y="2466784"/>
                </a:moveTo>
                <a:lnTo>
                  <a:pt x="2038959" y="2479484"/>
                </a:lnTo>
                <a:lnTo>
                  <a:pt x="2055418" y="2479484"/>
                </a:lnTo>
                <a:lnTo>
                  <a:pt x="2044979" y="2466784"/>
                </a:lnTo>
                <a:close/>
              </a:path>
              <a:path w="3812540" h="3546475">
                <a:moveTo>
                  <a:pt x="2459227" y="2466784"/>
                </a:moveTo>
                <a:lnTo>
                  <a:pt x="2449499" y="2466784"/>
                </a:lnTo>
                <a:lnTo>
                  <a:pt x="2455659" y="2479484"/>
                </a:lnTo>
                <a:lnTo>
                  <a:pt x="2459227" y="2466784"/>
                </a:lnTo>
                <a:close/>
              </a:path>
              <a:path w="3812540" h="3546475">
                <a:moveTo>
                  <a:pt x="3017799" y="2466784"/>
                </a:moveTo>
                <a:lnTo>
                  <a:pt x="3017049" y="2466784"/>
                </a:lnTo>
                <a:lnTo>
                  <a:pt x="3017532" y="2479484"/>
                </a:lnTo>
                <a:lnTo>
                  <a:pt x="3017799" y="2466784"/>
                </a:lnTo>
                <a:close/>
              </a:path>
              <a:path w="3812540" h="3546475">
                <a:moveTo>
                  <a:pt x="604083" y="2428684"/>
                </a:moveTo>
                <a:lnTo>
                  <a:pt x="589840" y="2454084"/>
                </a:lnTo>
                <a:lnTo>
                  <a:pt x="614505" y="2466784"/>
                </a:lnTo>
                <a:lnTo>
                  <a:pt x="628749" y="2454084"/>
                </a:lnTo>
                <a:lnTo>
                  <a:pt x="604083" y="2428684"/>
                </a:lnTo>
                <a:close/>
              </a:path>
              <a:path w="3812540" h="3546475">
                <a:moveTo>
                  <a:pt x="1012160" y="2428684"/>
                </a:moveTo>
                <a:lnTo>
                  <a:pt x="1000382" y="2454084"/>
                </a:lnTo>
                <a:lnTo>
                  <a:pt x="1020782" y="2466784"/>
                </a:lnTo>
                <a:lnTo>
                  <a:pt x="1032554" y="2441384"/>
                </a:lnTo>
                <a:lnTo>
                  <a:pt x="1012160" y="2428684"/>
                </a:lnTo>
                <a:close/>
              </a:path>
              <a:path w="3812540" h="3546475">
                <a:moveTo>
                  <a:pt x="1168345" y="2441384"/>
                </a:moveTo>
                <a:lnTo>
                  <a:pt x="1157386" y="2454084"/>
                </a:lnTo>
                <a:lnTo>
                  <a:pt x="1176366" y="2466784"/>
                </a:lnTo>
                <a:lnTo>
                  <a:pt x="1187320" y="2454084"/>
                </a:lnTo>
                <a:lnTo>
                  <a:pt x="1168345" y="2441384"/>
                </a:lnTo>
                <a:close/>
              </a:path>
              <a:path w="3812540" h="3546475">
                <a:moveTo>
                  <a:pt x="1591132" y="2441384"/>
                </a:moveTo>
                <a:lnTo>
                  <a:pt x="1576425" y="2441384"/>
                </a:lnTo>
                <a:lnTo>
                  <a:pt x="1567929" y="2454084"/>
                </a:lnTo>
                <a:lnTo>
                  <a:pt x="1582635" y="2466784"/>
                </a:lnTo>
                <a:lnTo>
                  <a:pt x="1591132" y="2441384"/>
                </a:lnTo>
                <a:close/>
              </a:path>
              <a:path w="3812540" h="3546475">
                <a:moveTo>
                  <a:pt x="1745894" y="2454084"/>
                </a:moveTo>
                <a:lnTo>
                  <a:pt x="1732610" y="2454084"/>
                </a:lnTo>
                <a:lnTo>
                  <a:pt x="1724939" y="2466784"/>
                </a:lnTo>
                <a:lnTo>
                  <a:pt x="1738223" y="2466784"/>
                </a:lnTo>
                <a:lnTo>
                  <a:pt x="1745894" y="2454084"/>
                </a:lnTo>
                <a:close/>
              </a:path>
              <a:path w="3812540" h="3546475">
                <a:moveTo>
                  <a:pt x="2304465" y="2454084"/>
                </a:moveTo>
                <a:lnTo>
                  <a:pt x="2296871" y="2454084"/>
                </a:lnTo>
                <a:lnTo>
                  <a:pt x="2292489" y="2466784"/>
                </a:lnTo>
                <a:lnTo>
                  <a:pt x="2300084" y="2466784"/>
                </a:lnTo>
                <a:lnTo>
                  <a:pt x="2304465" y="2454084"/>
                </a:lnTo>
                <a:close/>
              </a:path>
              <a:path w="3812540" h="3546475">
                <a:moveTo>
                  <a:pt x="855920" y="2415984"/>
                </a:moveTo>
                <a:lnTo>
                  <a:pt x="843185" y="2441384"/>
                </a:lnTo>
                <a:lnTo>
                  <a:pt x="865242" y="2454084"/>
                </a:lnTo>
                <a:lnTo>
                  <a:pt x="877976" y="2428684"/>
                </a:lnTo>
                <a:lnTo>
                  <a:pt x="855920" y="2415984"/>
                </a:lnTo>
                <a:close/>
              </a:path>
              <a:path w="3812540" h="3546475">
                <a:moveTo>
                  <a:pt x="1420177" y="2428684"/>
                </a:moveTo>
                <a:lnTo>
                  <a:pt x="1410741" y="2441384"/>
                </a:lnTo>
                <a:lnTo>
                  <a:pt x="1427098" y="2454084"/>
                </a:lnTo>
                <a:lnTo>
                  <a:pt x="1436547" y="2441384"/>
                </a:lnTo>
                <a:lnTo>
                  <a:pt x="1420177" y="2428684"/>
                </a:lnTo>
                <a:close/>
              </a:path>
              <a:path w="3812540" h="3546475">
                <a:moveTo>
                  <a:pt x="1984501" y="2428684"/>
                </a:moveTo>
                <a:lnTo>
                  <a:pt x="1978469" y="2441384"/>
                </a:lnTo>
                <a:lnTo>
                  <a:pt x="1988908" y="2454084"/>
                </a:lnTo>
                <a:lnTo>
                  <a:pt x="1994941" y="2441384"/>
                </a:lnTo>
                <a:lnTo>
                  <a:pt x="1984501" y="2428684"/>
                </a:lnTo>
                <a:close/>
              </a:path>
              <a:path w="3812540" h="3546475">
                <a:moveTo>
                  <a:pt x="2140635" y="2441384"/>
                </a:moveTo>
                <a:lnTo>
                  <a:pt x="2135288" y="2454084"/>
                </a:lnTo>
                <a:lnTo>
                  <a:pt x="2149881" y="2454084"/>
                </a:lnTo>
                <a:lnTo>
                  <a:pt x="2140635" y="2441384"/>
                </a:lnTo>
                <a:close/>
              </a:path>
              <a:path w="3812540" h="3546475">
                <a:moveTo>
                  <a:pt x="2553703" y="2441384"/>
                </a:moveTo>
                <a:lnTo>
                  <a:pt x="2545841" y="2441384"/>
                </a:lnTo>
                <a:lnTo>
                  <a:pt x="2550820" y="2454084"/>
                </a:lnTo>
                <a:lnTo>
                  <a:pt x="2553703" y="2441384"/>
                </a:lnTo>
                <a:close/>
              </a:path>
              <a:path w="3812540" h="3546475">
                <a:moveTo>
                  <a:pt x="543549" y="2403284"/>
                </a:moveTo>
                <a:lnTo>
                  <a:pt x="529168" y="2428684"/>
                </a:lnTo>
                <a:lnTo>
                  <a:pt x="554071" y="2441384"/>
                </a:lnTo>
                <a:lnTo>
                  <a:pt x="568454" y="2415984"/>
                </a:lnTo>
                <a:lnTo>
                  <a:pt x="543549" y="2403284"/>
                </a:lnTo>
                <a:close/>
              </a:path>
              <a:path w="3812540" h="3546475">
                <a:moveTo>
                  <a:pt x="699785" y="2415984"/>
                </a:moveTo>
                <a:lnTo>
                  <a:pt x="686365" y="2428684"/>
                </a:lnTo>
                <a:lnTo>
                  <a:pt x="709607" y="2441384"/>
                </a:lnTo>
                <a:lnTo>
                  <a:pt x="723027" y="2428684"/>
                </a:lnTo>
                <a:lnTo>
                  <a:pt x="699785" y="2415984"/>
                </a:lnTo>
                <a:close/>
              </a:path>
              <a:path w="3812540" h="3546475">
                <a:moveTo>
                  <a:pt x="1107812" y="2403284"/>
                </a:moveTo>
                <a:lnTo>
                  <a:pt x="1096719" y="2428684"/>
                </a:lnTo>
                <a:lnTo>
                  <a:pt x="1115928" y="2441384"/>
                </a:lnTo>
                <a:lnTo>
                  <a:pt x="1127020" y="2415984"/>
                </a:lnTo>
                <a:lnTo>
                  <a:pt x="1107812" y="2403284"/>
                </a:lnTo>
                <a:close/>
              </a:path>
              <a:path w="3812540" h="3546475">
                <a:moveTo>
                  <a:pt x="1263996" y="2415984"/>
                </a:moveTo>
                <a:lnTo>
                  <a:pt x="1253728" y="2428684"/>
                </a:lnTo>
                <a:lnTo>
                  <a:pt x="1271523" y="2441384"/>
                </a:lnTo>
                <a:lnTo>
                  <a:pt x="1281785" y="2428684"/>
                </a:lnTo>
                <a:lnTo>
                  <a:pt x="1263996" y="2415984"/>
                </a:lnTo>
                <a:close/>
              </a:path>
              <a:path w="3812540" h="3546475">
                <a:moveTo>
                  <a:pt x="1840356" y="2428684"/>
                </a:moveTo>
                <a:lnTo>
                  <a:pt x="1828253" y="2428684"/>
                </a:lnTo>
                <a:lnTo>
                  <a:pt x="1821268" y="2441384"/>
                </a:lnTo>
                <a:lnTo>
                  <a:pt x="1833371" y="2441384"/>
                </a:lnTo>
                <a:lnTo>
                  <a:pt x="1840356" y="2428684"/>
                </a:lnTo>
                <a:close/>
              </a:path>
              <a:path w="3812540" h="3546475">
                <a:moveTo>
                  <a:pt x="2398928" y="2428684"/>
                </a:moveTo>
                <a:lnTo>
                  <a:pt x="2392527" y="2428684"/>
                </a:lnTo>
                <a:lnTo>
                  <a:pt x="2388831" y="2441384"/>
                </a:lnTo>
                <a:lnTo>
                  <a:pt x="2395232" y="2441384"/>
                </a:lnTo>
                <a:lnTo>
                  <a:pt x="2398928" y="2428684"/>
                </a:lnTo>
                <a:close/>
              </a:path>
              <a:path w="3812540" h="3546475">
                <a:moveTo>
                  <a:pt x="951627" y="2390584"/>
                </a:moveTo>
                <a:lnTo>
                  <a:pt x="939711" y="2415984"/>
                </a:lnTo>
                <a:lnTo>
                  <a:pt x="960348" y="2428684"/>
                </a:lnTo>
                <a:lnTo>
                  <a:pt x="972264" y="2403284"/>
                </a:lnTo>
                <a:lnTo>
                  <a:pt x="951627" y="2390584"/>
                </a:lnTo>
                <a:close/>
              </a:path>
              <a:path w="3812540" h="3546475">
                <a:moveTo>
                  <a:pt x="1515884" y="2403284"/>
                </a:moveTo>
                <a:lnTo>
                  <a:pt x="1507261" y="2415984"/>
                </a:lnTo>
                <a:lnTo>
                  <a:pt x="1522209" y="2428684"/>
                </a:lnTo>
                <a:lnTo>
                  <a:pt x="1530832" y="2415984"/>
                </a:lnTo>
                <a:lnTo>
                  <a:pt x="1515884" y="2403284"/>
                </a:lnTo>
                <a:close/>
              </a:path>
              <a:path w="3812540" h="3546475">
                <a:moveTo>
                  <a:pt x="1685594" y="2415984"/>
                </a:moveTo>
                <a:lnTo>
                  <a:pt x="1672069" y="2415984"/>
                </a:lnTo>
                <a:lnTo>
                  <a:pt x="1664271" y="2428684"/>
                </a:lnTo>
                <a:lnTo>
                  <a:pt x="1677784" y="2428684"/>
                </a:lnTo>
                <a:lnTo>
                  <a:pt x="1685594" y="2415984"/>
                </a:lnTo>
                <a:close/>
              </a:path>
              <a:path w="3812540" h="3546475">
                <a:moveTo>
                  <a:pt x="2080145" y="2403284"/>
                </a:moveTo>
                <a:lnTo>
                  <a:pt x="2074811" y="2415984"/>
                </a:lnTo>
                <a:lnTo>
                  <a:pt x="2084057" y="2428684"/>
                </a:lnTo>
                <a:lnTo>
                  <a:pt x="2089403" y="2415984"/>
                </a:lnTo>
                <a:lnTo>
                  <a:pt x="2080145" y="2403284"/>
                </a:lnTo>
                <a:close/>
              </a:path>
              <a:path w="3812540" h="3546475">
                <a:moveTo>
                  <a:pt x="2236342" y="2415984"/>
                </a:moveTo>
                <a:lnTo>
                  <a:pt x="2231821" y="2428684"/>
                </a:lnTo>
                <a:lnTo>
                  <a:pt x="2244166" y="2428684"/>
                </a:lnTo>
                <a:lnTo>
                  <a:pt x="2236342" y="2415984"/>
                </a:lnTo>
                <a:close/>
              </a:path>
              <a:path w="3812540" h="3546475">
                <a:moveTo>
                  <a:pt x="639251" y="2377884"/>
                </a:moveTo>
                <a:lnTo>
                  <a:pt x="625693" y="2403284"/>
                </a:lnTo>
                <a:lnTo>
                  <a:pt x="649178" y="2415984"/>
                </a:lnTo>
                <a:lnTo>
                  <a:pt x="662731" y="2390584"/>
                </a:lnTo>
                <a:lnTo>
                  <a:pt x="639251" y="2377884"/>
                </a:lnTo>
                <a:close/>
              </a:path>
              <a:path w="3812540" h="3546475">
                <a:moveTo>
                  <a:pt x="795436" y="2390584"/>
                </a:moveTo>
                <a:lnTo>
                  <a:pt x="782702" y="2403284"/>
                </a:lnTo>
                <a:lnTo>
                  <a:pt x="804763" y="2415984"/>
                </a:lnTo>
                <a:lnTo>
                  <a:pt x="817497" y="2403284"/>
                </a:lnTo>
                <a:lnTo>
                  <a:pt x="795436" y="2390584"/>
                </a:lnTo>
                <a:close/>
              </a:path>
              <a:path w="3812540" h="3546475">
                <a:moveTo>
                  <a:pt x="1359649" y="2390584"/>
                </a:moveTo>
                <a:lnTo>
                  <a:pt x="1350060" y="2403284"/>
                </a:lnTo>
                <a:lnTo>
                  <a:pt x="1366672" y="2415984"/>
                </a:lnTo>
                <a:lnTo>
                  <a:pt x="1376248" y="2403284"/>
                </a:lnTo>
                <a:lnTo>
                  <a:pt x="1359649" y="2390584"/>
                </a:lnTo>
                <a:close/>
              </a:path>
              <a:path w="3812540" h="3546475">
                <a:moveTo>
                  <a:pt x="1934641" y="2403284"/>
                </a:moveTo>
                <a:lnTo>
                  <a:pt x="1923961" y="2403284"/>
                </a:lnTo>
                <a:lnTo>
                  <a:pt x="1917801" y="2415984"/>
                </a:lnTo>
                <a:lnTo>
                  <a:pt x="1928469" y="2415984"/>
                </a:lnTo>
                <a:lnTo>
                  <a:pt x="1934641" y="2403284"/>
                </a:lnTo>
                <a:close/>
              </a:path>
              <a:path w="3812540" h="3546475">
                <a:moveTo>
                  <a:pt x="2493403" y="2403284"/>
                </a:moveTo>
                <a:lnTo>
                  <a:pt x="2488183" y="2403284"/>
                </a:lnTo>
                <a:lnTo>
                  <a:pt x="2485161" y="2415984"/>
                </a:lnTo>
                <a:lnTo>
                  <a:pt x="2490380" y="2415984"/>
                </a:lnTo>
                <a:lnTo>
                  <a:pt x="2493403" y="2403284"/>
                </a:lnTo>
                <a:close/>
              </a:path>
              <a:path w="3812540" h="3546475">
                <a:moveTo>
                  <a:pt x="1047328" y="2365184"/>
                </a:moveTo>
                <a:lnTo>
                  <a:pt x="1036236" y="2390584"/>
                </a:lnTo>
                <a:lnTo>
                  <a:pt x="1055449" y="2403284"/>
                </a:lnTo>
                <a:lnTo>
                  <a:pt x="1066542" y="2377884"/>
                </a:lnTo>
                <a:lnTo>
                  <a:pt x="1047328" y="2365184"/>
                </a:lnTo>
                <a:close/>
              </a:path>
              <a:path w="3812540" h="3546475">
                <a:moveTo>
                  <a:pt x="1203512" y="2377884"/>
                </a:moveTo>
                <a:lnTo>
                  <a:pt x="1193244" y="2403284"/>
                </a:lnTo>
                <a:lnTo>
                  <a:pt x="1211033" y="2403284"/>
                </a:lnTo>
                <a:lnTo>
                  <a:pt x="1221303" y="2390584"/>
                </a:lnTo>
                <a:lnTo>
                  <a:pt x="1203512" y="2377884"/>
                </a:lnTo>
                <a:close/>
              </a:path>
              <a:path w="3812540" h="3546475">
                <a:moveTo>
                  <a:pt x="1611541" y="2377884"/>
                </a:moveTo>
                <a:lnTo>
                  <a:pt x="1603603" y="2390584"/>
                </a:lnTo>
                <a:lnTo>
                  <a:pt x="1617357" y="2403284"/>
                </a:lnTo>
                <a:lnTo>
                  <a:pt x="1625295" y="2390584"/>
                </a:lnTo>
                <a:lnTo>
                  <a:pt x="1611541" y="2377884"/>
                </a:lnTo>
                <a:close/>
              </a:path>
              <a:path w="3812540" h="3546475">
                <a:moveTo>
                  <a:pt x="1780057" y="2390584"/>
                </a:moveTo>
                <a:lnTo>
                  <a:pt x="1767725" y="2390584"/>
                </a:lnTo>
                <a:lnTo>
                  <a:pt x="1760600" y="2403284"/>
                </a:lnTo>
                <a:lnTo>
                  <a:pt x="1772945" y="2403284"/>
                </a:lnTo>
                <a:lnTo>
                  <a:pt x="1780057" y="2390584"/>
                </a:lnTo>
                <a:close/>
              </a:path>
              <a:path w="3812540" h="3546475">
                <a:moveTo>
                  <a:pt x="2183866" y="2390584"/>
                </a:moveTo>
                <a:lnTo>
                  <a:pt x="2171153" y="2390584"/>
                </a:lnTo>
                <a:lnTo>
                  <a:pt x="2179218" y="2403284"/>
                </a:lnTo>
                <a:lnTo>
                  <a:pt x="2183866" y="2390584"/>
                </a:lnTo>
                <a:close/>
              </a:path>
              <a:path w="3812540" h="3546475">
                <a:moveTo>
                  <a:pt x="2331986" y="2390584"/>
                </a:moveTo>
                <a:lnTo>
                  <a:pt x="2328163" y="2403284"/>
                </a:lnTo>
                <a:lnTo>
                  <a:pt x="2338641" y="2403284"/>
                </a:lnTo>
                <a:lnTo>
                  <a:pt x="2331986" y="2390584"/>
                </a:lnTo>
                <a:close/>
              </a:path>
              <a:path w="3812540" h="3546475">
                <a:moveTo>
                  <a:pt x="734903" y="2352484"/>
                </a:moveTo>
                <a:lnTo>
                  <a:pt x="722029" y="2377884"/>
                </a:lnTo>
                <a:lnTo>
                  <a:pt x="744324" y="2390584"/>
                </a:lnTo>
                <a:lnTo>
                  <a:pt x="757198" y="2365184"/>
                </a:lnTo>
                <a:lnTo>
                  <a:pt x="734903" y="2352484"/>
                </a:lnTo>
                <a:close/>
              </a:path>
              <a:path w="3812540" h="3546475">
                <a:moveTo>
                  <a:pt x="891092" y="2365184"/>
                </a:moveTo>
                <a:lnTo>
                  <a:pt x="879038" y="2377884"/>
                </a:lnTo>
                <a:lnTo>
                  <a:pt x="899914" y="2390584"/>
                </a:lnTo>
                <a:lnTo>
                  <a:pt x="911964" y="2377884"/>
                </a:lnTo>
                <a:lnTo>
                  <a:pt x="891092" y="2365184"/>
                </a:lnTo>
                <a:close/>
              </a:path>
              <a:path w="3812540" h="3546475">
                <a:moveTo>
                  <a:pt x="1455356" y="2365184"/>
                </a:moveTo>
                <a:lnTo>
                  <a:pt x="1446593" y="2377884"/>
                </a:lnTo>
                <a:lnTo>
                  <a:pt x="1461769" y="2390584"/>
                </a:lnTo>
                <a:lnTo>
                  <a:pt x="1470532" y="2377884"/>
                </a:lnTo>
                <a:lnTo>
                  <a:pt x="1455356" y="2365184"/>
                </a:lnTo>
                <a:close/>
              </a:path>
              <a:path w="3812540" h="3546475">
                <a:moveTo>
                  <a:pt x="2029104" y="2377884"/>
                </a:moveTo>
                <a:lnTo>
                  <a:pt x="2014143" y="2377884"/>
                </a:lnTo>
                <a:lnTo>
                  <a:pt x="2023630" y="2390584"/>
                </a:lnTo>
                <a:lnTo>
                  <a:pt x="2029104" y="2377884"/>
                </a:lnTo>
                <a:close/>
              </a:path>
              <a:path w="3812540" h="3546475">
                <a:moveTo>
                  <a:pt x="2587675" y="2377884"/>
                </a:moveTo>
                <a:lnTo>
                  <a:pt x="2583878" y="2377884"/>
                </a:lnTo>
                <a:lnTo>
                  <a:pt x="2581693" y="2390584"/>
                </a:lnTo>
                <a:lnTo>
                  <a:pt x="2585491" y="2390584"/>
                </a:lnTo>
                <a:lnTo>
                  <a:pt x="2587675" y="2377884"/>
                </a:lnTo>
                <a:close/>
              </a:path>
              <a:path w="3812540" h="3546475">
                <a:moveTo>
                  <a:pt x="578718" y="2339784"/>
                </a:moveTo>
                <a:lnTo>
                  <a:pt x="565025" y="2365184"/>
                </a:lnTo>
                <a:lnTo>
                  <a:pt x="588744" y="2377884"/>
                </a:lnTo>
                <a:lnTo>
                  <a:pt x="602435" y="2352484"/>
                </a:lnTo>
                <a:lnTo>
                  <a:pt x="578718" y="2339784"/>
                </a:lnTo>
                <a:close/>
              </a:path>
              <a:path w="3812540" h="3546475">
                <a:moveTo>
                  <a:pt x="1161008" y="2352484"/>
                </a:moveTo>
                <a:lnTo>
                  <a:pt x="1142984" y="2352484"/>
                </a:lnTo>
                <a:lnTo>
                  <a:pt x="1132577" y="2365184"/>
                </a:lnTo>
                <a:lnTo>
                  <a:pt x="1150599" y="2377884"/>
                </a:lnTo>
                <a:lnTo>
                  <a:pt x="1161008" y="2352484"/>
                </a:lnTo>
                <a:close/>
              </a:path>
              <a:path w="3812540" h="3546475">
                <a:moveTo>
                  <a:pt x="1299171" y="2352484"/>
                </a:moveTo>
                <a:lnTo>
                  <a:pt x="1289583" y="2377884"/>
                </a:lnTo>
                <a:lnTo>
                  <a:pt x="1306182" y="2377884"/>
                </a:lnTo>
                <a:lnTo>
                  <a:pt x="1315770" y="2365184"/>
                </a:lnTo>
                <a:lnTo>
                  <a:pt x="1299171" y="2352484"/>
                </a:lnTo>
                <a:close/>
              </a:path>
              <a:path w="3812540" h="3546475">
                <a:moveTo>
                  <a:pt x="1707197" y="2352484"/>
                </a:moveTo>
                <a:lnTo>
                  <a:pt x="1699933" y="2365184"/>
                </a:lnTo>
                <a:lnTo>
                  <a:pt x="1712506" y="2377884"/>
                </a:lnTo>
                <a:lnTo>
                  <a:pt x="1719770" y="2365184"/>
                </a:lnTo>
                <a:lnTo>
                  <a:pt x="1707197" y="2352484"/>
                </a:lnTo>
                <a:close/>
              </a:path>
              <a:path w="3812540" h="3546475">
                <a:moveTo>
                  <a:pt x="1874342" y="2365184"/>
                </a:moveTo>
                <a:lnTo>
                  <a:pt x="1863432" y="2365184"/>
                </a:lnTo>
                <a:lnTo>
                  <a:pt x="1857133" y="2377884"/>
                </a:lnTo>
                <a:lnTo>
                  <a:pt x="1868042" y="2377884"/>
                </a:lnTo>
                <a:lnTo>
                  <a:pt x="1874342" y="2365184"/>
                </a:lnTo>
                <a:close/>
              </a:path>
              <a:path w="3812540" h="3546475">
                <a:moveTo>
                  <a:pt x="2427693" y="2365184"/>
                </a:moveTo>
                <a:lnTo>
                  <a:pt x="2424683" y="2377884"/>
                </a:lnTo>
                <a:lnTo>
                  <a:pt x="2432913" y="2377884"/>
                </a:lnTo>
                <a:lnTo>
                  <a:pt x="2427693" y="2365184"/>
                </a:lnTo>
                <a:close/>
              </a:path>
              <a:path w="3812540" h="3546475">
                <a:moveTo>
                  <a:pt x="986795" y="2339784"/>
                </a:moveTo>
                <a:lnTo>
                  <a:pt x="975568" y="2352484"/>
                </a:lnTo>
                <a:lnTo>
                  <a:pt x="995015" y="2365184"/>
                </a:lnTo>
                <a:lnTo>
                  <a:pt x="1006241" y="2352484"/>
                </a:lnTo>
                <a:lnTo>
                  <a:pt x="986795" y="2339784"/>
                </a:lnTo>
                <a:close/>
              </a:path>
              <a:path w="3812540" h="3546475">
                <a:moveTo>
                  <a:pt x="1551063" y="2339784"/>
                </a:moveTo>
                <a:lnTo>
                  <a:pt x="1543113" y="2352484"/>
                </a:lnTo>
                <a:lnTo>
                  <a:pt x="1556867" y="2365184"/>
                </a:lnTo>
                <a:lnTo>
                  <a:pt x="1564817" y="2352484"/>
                </a:lnTo>
                <a:lnTo>
                  <a:pt x="1551063" y="2339784"/>
                </a:lnTo>
                <a:close/>
              </a:path>
              <a:path w="3812540" h="3546475">
                <a:moveTo>
                  <a:pt x="2123389" y="2352484"/>
                </a:moveTo>
                <a:lnTo>
                  <a:pt x="2110663" y="2352484"/>
                </a:lnTo>
                <a:lnTo>
                  <a:pt x="2118728" y="2365184"/>
                </a:lnTo>
                <a:lnTo>
                  <a:pt x="2123389" y="2352484"/>
                </a:lnTo>
                <a:close/>
              </a:path>
              <a:path w="3812540" h="3546475">
                <a:moveTo>
                  <a:pt x="2682150" y="2352484"/>
                </a:moveTo>
                <a:lnTo>
                  <a:pt x="2679547" y="2352484"/>
                </a:lnTo>
                <a:lnTo>
                  <a:pt x="2678036" y="2365184"/>
                </a:lnTo>
                <a:lnTo>
                  <a:pt x="2680639" y="2365184"/>
                </a:lnTo>
                <a:lnTo>
                  <a:pt x="2682150" y="2352484"/>
                </a:lnTo>
                <a:close/>
              </a:path>
              <a:path w="3812540" h="3546475">
                <a:moveTo>
                  <a:pt x="674369" y="2314384"/>
                </a:moveTo>
                <a:lnTo>
                  <a:pt x="661362" y="2339784"/>
                </a:lnTo>
                <a:lnTo>
                  <a:pt x="683894" y="2352484"/>
                </a:lnTo>
                <a:lnTo>
                  <a:pt x="696902" y="2327084"/>
                </a:lnTo>
                <a:lnTo>
                  <a:pt x="674369" y="2314384"/>
                </a:lnTo>
                <a:close/>
              </a:path>
              <a:path w="3812540" h="3546475">
                <a:moveTo>
                  <a:pt x="830554" y="2327084"/>
                </a:moveTo>
                <a:lnTo>
                  <a:pt x="818371" y="2352484"/>
                </a:lnTo>
                <a:lnTo>
                  <a:pt x="839480" y="2352484"/>
                </a:lnTo>
                <a:lnTo>
                  <a:pt x="851668" y="2339784"/>
                </a:lnTo>
                <a:lnTo>
                  <a:pt x="830554" y="2327084"/>
                </a:lnTo>
                <a:close/>
              </a:path>
              <a:path w="3812540" h="3546475">
                <a:moveTo>
                  <a:pt x="1255474" y="2327084"/>
                </a:moveTo>
                <a:lnTo>
                  <a:pt x="1238637" y="2327084"/>
                </a:lnTo>
                <a:lnTo>
                  <a:pt x="1228912" y="2339784"/>
                </a:lnTo>
                <a:lnTo>
                  <a:pt x="1245750" y="2352484"/>
                </a:lnTo>
                <a:lnTo>
                  <a:pt x="1255474" y="2327084"/>
                </a:lnTo>
                <a:close/>
              </a:path>
              <a:path w="3812540" h="3546475">
                <a:moveTo>
                  <a:pt x="1394828" y="2327084"/>
                </a:moveTo>
                <a:lnTo>
                  <a:pt x="1385925" y="2352484"/>
                </a:lnTo>
                <a:lnTo>
                  <a:pt x="1401330" y="2352484"/>
                </a:lnTo>
                <a:lnTo>
                  <a:pt x="1410246" y="2339784"/>
                </a:lnTo>
                <a:lnTo>
                  <a:pt x="1394828" y="2327084"/>
                </a:lnTo>
                <a:close/>
              </a:path>
              <a:path w="3812540" h="3546475">
                <a:moveTo>
                  <a:pt x="1802904" y="2327084"/>
                </a:moveTo>
                <a:lnTo>
                  <a:pt x="1796465" y="2339784"/>
                </a:lnTo>
                <a:lnTo>
                  <a:pt x="1807616" y="2352484"/>
                </a:lnTo>
                <a:lnTo>
                  <a:pt x="1814042" y="2339784"/>
                </a:lnTo>
                <a:lnTo>
                  <a:pt x="1802904" y="2327084"/>
                </a:lnTo>
                <a:close/>
              </a:path>
              <a:path w="3812540" h="3546475">
                <a:moveTo>
                  <a:pt x="1968804" y="2339784"/>
                </a:moveTo>
                <a:lnTo>
                  <a:pt x="1959089" y="2339784"/>
                </a:lnTo>
                <a:lnTo>
                  <a:pt x="1953475" y="2352484"/>
                </a:lnTo>
                <a:lnTo>
                  <a:pt x="1963191" y="2352484"/>
                </a:lnTo>
                <a:lnTo>
                  <a:pt x="1968804" y="2339784"/>
                </a:lnTo>
                <a:close/>
              </a:path>
              <a:path w="3812540" h="3546475">
                <a:moveTo>
                  <a:pt x="1082451" y="2314384"/>
                </a:moveTo>
                <a:lnTo>
                  <a:pt x="1071905" y="2327084"/>
                </a:lnTo>
                <a:lnTo>
                  <a:pt x="1090165" y="2339784"/>
                </a:lnTo>
                <a:lnTo>
                  <a:pt x="1100712" y="2327084"/>
                </a:lnTo>
                <a:lnTo>
                  <a:pt x="1082451" y="2314384"/>
                </a:lnTo>
                <a:close/>
              </a:path>
              <a:path w="3812540" h="3546475">
                <a:moveTo>
                  <a:pt x="1646707" y="2314384"/>
                </a:moveTo>
                <a:lnTo>
                  <a:pt x="1639455" y="2327084"/>
                </a:lnTo>
                <a:lnTo>
                  <a:pt x="1652028" y="2339784"/>
                </a:lnTo>
                <a:lnTo>
                  <a:pt x="1659280" y="2327084"/>
                </a:lnTo>
                <a:lnTo>
                  <a:pt x="1646707" y="2314384"/>
                </a:lnTo>
                <a:close/>
              </a:path>
              <a:path w="3812540" h="3546475">
                <a:moveTo>
                  <a:pt x="2217851" y="2327084"/>
                </a:moveTo>
                <a:lnTo>
                  <a:pt x="2207005" y="2327084"/>
                </a:lnTo>
                <a:lnTo>
                  <a:pt x="2213876" y="2339784"/>
                </a:lnTo>
                <a:lnTo>
                  <a:pt x="2217851" y="2327084"/>
                </a:lnTo>
                <a:close/>
              </a:path>
              <a:path w="3812540" h="3546475">
                <a:moveTo>
                  <a:pt x="2776626" y="2327084"/>
                </a:moveTo>
                <a:lnTo>
                  <a:pt x="2775191" y="2327084"/>
                </a:lnTo>
                <a:lnTo>
                  <a:pt x="2774365" y="2339784"/>
                </a:lnTo>
                <a:lnTo>
                  <a:pt x="2775800" y="2339784"/>
                </a:lnTo>
                <a:lnTo>
                  <a:pt x="2776626" y="2327084"/>
                </a:lnTo>
                <a:close/>
              </a:path>
              <a:path w="3812540" h="3546475">
                <a:moveTo>
                  <a:pt x="770070" y="2288984"/>
                </a:moveTo>
                <a:lnTo>
                  <a:pt x="757887" y="2314384"/>
                </a:lnTo>
                <a:lnTo>
                  <a:pt x="778996" y="2327084"/>
                </a:lnTo>
                <a:lnTo>
                  <a:pt x="791184" y="2301684"/>
                </a:lnTo>
                <a:lnTo>
                  <a:pt x="770070" y="2288984"/>
                </a:lnTo>
                <a:close/>
              </a:path>
              <a:path w="3812540" h="3546475">
                <a:moveTo>
                  <a:pt x="926261" y="2301684"/>
                </a:moveTo>
                <a:lnTo>
                  <a:pt x="914896" y="2314384"/>
                </a:lnTo>
                <a:lnTo>
                  <a:pt x="934581" y="2327084"/>
                </a:lnTo>
                <a:lnTo>
                  <a:pt x="945946" y="2314384"/>
                </a:lnTo>
                <a:lnTo>
                  <a:pt x="926261" y="2301684"/>
                </a:lnTo>
                <a:close/>
              </a:path>
              <a:path w="3812540" h="3546475">
                <a:moveTo>
                  <a:pt x="1349946" y="2301684"/>
                </a:moveTo>
                <a:lnTo>
                  <a:pt x="1334300" y="2301684"/>
                </a:lnTo>
                <a:lnTo>
                  <a:pt x="1325257" y="2314384"/>
                </a:lnTo>
                <a:lnTo>
                  <a:pt x="1340904" y="2327084"/>
                </a:lnTo>
                <a:lnTo>
                  <a:pt x="1349946" y="2301684"/>
                </a:lnTo>
                <a:close/>
              </a:path>
              <a:path w="3812540" h="3546475">
                <a:moveTo>
                  <a:pt x="1490522" y="2301684"/>
                </a:moveTo>
                <a:lnTo>
                  <a:pt x="1482445" y="2327084"/>
                </a:lnTo>
                <a:lnTo>
                  <a:pt x="1496440" y="2327084"/>
                </a:lnTo>
                <a:lnTo>
                  <a:pt x="1504518" y="2314384"/>
                </a:lnTo>
                <a:lnTo>
                  <a:pt x="1490522" y="2301684"/>
                </a:lnTo>
                <a:close/>
              </a:path>
              <a:path w="3812540" h="3546475">
                <a:moveTo>
                  <a:pt x="2063089" y="2314384"/>
                </a:moveTo>
                <a:lnTo>
                  <a:pt x="2054796" y="2314384"/>
                </a:lnTo>
                <a:lnTo>
                  <a:pt x="2049995" y="2327084"/>
                </a:lnTo>
                <a:lnTo>
                  <a:pt x="2058301" y="2327084"/>
                </a:lnTo>
                <a:lnTo>
                  <a:pt x="2063089" y="2314384"/>
                </a:lnTo>
                <a:close/>
              </a:path>
              <a:path w="3812540" h="3546475">
                <a:moveTo>
                  <a:pt x="613886" y="2276284"/>
                </a:moveTo>
                <a:lnTo>
                  <a:pt x="600878" y="2301684"/>
                </a:lnTo>
                <a:lnTo>
                  <a:pt x="623411" y="2314384"/>
                </a:lnTo>
                <a:lnTo>
                  <a:pt x="636418" y="2288984"/>
                </a:lnTo>
                <a:lnTo>
                  <a:pt x="613886" y="2276284"/>
                </a:lnTo>
                <a:close/>
              </a:path>
              <a:path w="3812540" h="3546475">
                <a:moveTo>
                  <a:pt x="1178098" y="2288984"/>
                </a:moveTo>
                <a:lnTo>
                  <a:pt x="1168241" y="2301684"/>
                </a:lnTo>
                <a:lnTo>
                  <a:pt x="1185321" y="2314384"/>
                </a:lnTo>
                <a:lnTo>
                  <a:pt x="1195179" y="2301684"/>
                </a:lnTo>
                <a:lnTo>
                  <a:pt x="1178098" y="2288984"/>
                </a:lnTo>
                <a:close/>
              </a:path>
              <a:path w="3812540" h="3546475">
                <a:moveTo>
                  <a:pt x="1742363" y="2288984"/>
                </a:moveTo>
                <a:lnTo>
                  <a:pt x="1735797" y="2301684"/>
                </a:lnTo>
                <a:lnTo>
                  <a:pt x="1747177" y="2314384"/>
                </a:lnTo>
                <a:lnTo>
                  <a:pt x="1753755" y="2301684"/>
                </a:lnTo>
                <a:lnTo>
                  <a:pt x="1742363" y="2288984"/>
                </a:lnTo>
                <a:close/>
              </a:path>
              <a:path w="3812540" h="3546475">
                <a:moveTo>
                  <a:pt x="1898548" y="2301684"/>
                </a:moveTo>
                <a:lnTo>
                  <a:pt x="1892795" y="2314384"/>
                </a:lnTo>
                <a:lnTo>
                  <a:pt x="1908517" y="2314384"/>
                </a:lnTo>
                <a:lnTo>
                  <a:pt x="1898548" y="2301684"/>
                </a:lnTo>
                <a:close/>
              </a:path>
              <a:path w="3812540" h="3546475">
                <a:moveTo>
                  <a:pt x="2312326" y="2301684"/>
                </a:moveTo>
                <a:lnTo>
                  <a:pt x="2303348" y="2301684"/>
                </a:lnTo>
                <a:lnTo>
                  <a:pt x="2309037" y="2314384"/>
                </a:lnTo>
                <a:lnTo>
                  <a:pt x="2312326" y="2301684"/>
                </a:lnTo>
                <a:close/>
              </a:path>
              <a:path w="3812540" h="3546475">
                <a:moveTo>
                  <a:pt x="865728" y="2263584"/>
                </a:moveTo>
                <a:lnTo>
                  <a:pt x="854223" y="2288984"/>
                </a:lnTo>
                <a:lnTo>
                  <a:pt x="874152" y="2301684"/>
                </a:lnTo>
                <a:lnTo>
                  <a:pt x="885650" y="2276284"/>
                </a:lnTo>
                <a:lnTo>
                  <a:pt x="865728" y="2263584"/>
                </a:lnTo>
                <a:close/>
              </a:path>
              <a:path w="3812540" h="3546475">
                <a:moveTo>
                  <a:pt x="1021913" y="2276284"/>
                </a:moveTo>
                <a:lnTo>
                  <a:pt x="1011232" y="2288984"/>
                </a:lnTo>
                <a:lnTo>
                  <a:pt x="1029736" y="2301684"/>
                </a:lnTo>
                <a:lnTo>
                  <a:pt x="1040418" y="2288984"/>
                </a:lnTo>
                <a:lnTo>
                  <a:pt x="1021913" y="2276284"/>
                </a:lnTo>
                <a:close/>
              </a:path>
              <a:path w="3812540" h="3546475">
                <a:moveTo>
                  <a:pt x="1598993" y="2288984"/>
                </a:moveTo>
                <a:lnTo>
                  <a:pt x="1586179" y="2288984"/>
                </a:lnTo>
                <a:lnTo>
                  <a:pt x="1578787" y="2301684"/>
                </a:lnTo>
                <a:lnTo>
                  <a:pt x="1591589" y="2301684"/>
                </a:lnTo>
                <a:lnTo>
                  <a:pt x="1598993" y="2288984"/>
                </a:lnTo>
                <a:close/>
              </a:path>
              <a:path w="3812540" h="3546475">
                <a:moveTo>
                  <a:pt x="2157552" y="2288984"/>
                </a:moveTo>
                <a:lnTo>
                  <a:pt x="2150440" y="2288984"/>
                </a:lnTo>
                <a:lnTo>
                  <a:pt x="2146337" y="2301684"/>
                </a:lnTo>
                <a:lnTo>
                  <a:pt x="2153449" y="2301684"/>
                </a:lnTo>
                <a:lnTo>
                  <a:pt x="2157552" y="2288984"/>
                </a:lnTo>
                <a:close/>
              </a:path>
              <a:path w="3812540" h="3546475">
                <a:moveTo>
                  <a:pt x="709542" y="2250884"/>
                </a:moveTo>
                <a:lnTo>
                  <a:pt x="697219" y="2276284"/>
                </a:lnTo>
                <a:lnTo>
                  <a:pt x="718567" y="2288984"/>
                </a:lnTo>
                <a:lnTo>
                  <a:pt x="730890" y="2263584"/>
                </a:lnTo>
                <a:lnTo>
                  <a:pt x="709542" y="2250884"/>
                </a:lnTo>
                <a:close/>
              </a:path>
              <a:path w="3812540" h="3546475">
                <a:moveTo>
                  <a:pt x="1273759" y="2263584"/>
                </a:moveTo>
                <a:lnTo>
                  <a:pt x="1264582" y="2276284"/>
                </a:lnTo>
                <a:lnTo>
                  <a:pt x="1280477" y="2288984"/>
                </a:lnTo>
                <a:lnTo>
                  <a:pt x="1289646" y="2276284"/>
                </a:lnTo>
                <a:lnTo>
                  <a:pt x="1273759" y="2263584"/>
                </a:lnTo>
                <a:close/>
              </a:path>
              <a:path w="3812540" h="3546475">
                <a:moveTo>
                  <a:pt x="1444218" y="2276284"/>
                </a:moveTo>
                <a:lnTo>
                  <a:pt x="1429994" y="2276284"/>
                </a:lnTo>
                <a:lnTo>
                  <a:pt x="1421777" y="2288984"/>
                </a:lnTo>
                <a:lnTo>
                  <a:pt x="1436001" y="2288984"/>
                </a:lnTo>
                <a:lnTo>
                  <a:pt x="1444218" y="2276284"/>
                </a:lnTo>
                <a:close/>
              </a:path>
              <a:path w="3812540" h="3546475">
                <a:moveTo>
                  <a:pt x="1838020" y="2263584"/>
                </a:moveTo>
                <a:lnTo>
                  <a:pt x="1832140" y="2276284"/>
                </a:lnTo>
                <a:lnTo>
                  <a:pt x="1842325" y="2288984"/>
                </a:lnTo>
                <a:lnTo>
                  <a:pt x="1848218" y="2276284"/>
                </a:lnTo>
                <a:lnTo>
                  <a:pt x="1838020" y="2263584"/>
                </a:lnTo>
                <a:close/>
              </a:path>
              <a:path w="3812540" h="3546475">
                <a:moveTo>
                  <a:pt x="1994255" y="2276284"/>
                </a:moveTo>
                <a:lnTo>
                  <a:pt x="1989327" y="2288984"/>
                </a:lnTo>
                <a:lnTo>
                  <a:pt x="2002789" y="2288984"/>
                </a:lnTo>
                <a:lnTo>
                  <a:pt x="1994255" y="2276284"/>
                </a:lnTo>
                <a:close/>
              </a:path>
              <a:path w="3812540" h="3546475">
                <a:moveTo>
                  <a:pt x="2406789" y="2276284"/>
                </a:moveTo>
                <a:lnTo>
                  <a:pt x="2399690" y="2276284"/>
                </a:lnTo>
                <a:lnTo>
                  <a:pt x="2404186" y="2288984"/>
                </a:lnTo>
                <a:lnTo>
                  <a:pt x="2406789" y="2276284"/>
                </a:lnTo>
                <a:close/>
              </a:path>
              <a:path w="3812540" h="3546475">
                <a:moveTo>
                  <a:pt x="961379" y="2238184"/>
                </a:moveTo>
                <a:lnTo>
                  <a:pt x="950565" y="2263584"/>
                </a:lnTo>
                <a:lnTo>
                  <a:pt x="969302" y="2276284"/>
                </a:lnTo>
                <a:lnTo>
                  <a:pt x="980117" y="2250884"/>
                </a:lnTo>
                <a:lnTo>
                  <a:pt x="961379" y="2238184"/>
                </a:lnTo>
                <a:close/>
              </a:path>
              <a:path w="3812540" h="3546475">
                <a:moveTo>
                  <a:pt x="1117620" y="2250884"/>
                </a:moveTo>
                <a:lnTo>
                  <a:pt x="1107762" y="2263584"/>
                </a:lnTo>
                <a:lnTo>
                  <a:pt x="1124837" y="2276284"/>
                </a:lnTo>
                <a:lnTo>
                  <a:pt x="1134700" y="2263584"/>
                </a:lnTo>
                <a:lnTo>
                  <a:pt x="1117620" y="2250884"/>
                </a:lnTo>
                <a:close/>
              </a:path>
              <a:path w="3812540" h="3546475">
                <a:moveTo>
                  <a:pt x="1693265" y="2263584"/>
                </a:moveTo>
                <a:lnTo>
                  <a:pt x="1681886" y="2263584"/>
                </a:lnTo>
                <a:lnTo>
                  <a:pt x="1675307" y="2276284"/>
                </a:lnTo>
                <a:lnTo>
                  <a:pt x="1686699" y="2276284"/>
                </a:lnTo>
                <a:lnTo>
                  <a:pt x="1693265" y="2263584"/>
                </a:lnTo>
                <a:close/>
              </a:path>
              <a:path w="3812540" h="3546475">
                <a:moveTo>
                  <a:pt x="2252027" y="2263584"/>
                </a:moveTo>
                <a:lnTo>
                  <a:pt x="2246096" y="2263584"/>
                </a:lnTo>
                <a:lnTo>
                  <a:pt x="2242680" y="2276284"/>
                </a:lnTo>
                <a:lnTo>
                  <a:pt x="2248598" y="2276284"/>
                </a:lnTo>
                <a:lnTo>
                  <a:pt x="2252027" y="2263584"/>
                </a:lnTo>
                <a:close/>
              </a:path>
              <a:path w="3812540" h="3546475">
                <a:moveTo>
                  <a:pt x="805195" y="2225484"/>
                </a:moveTo>
                <a:lnTo>
                  <a:pt x="793556" y="2250884"/>
                </a:lnTo>
                <a:lnTo>
                  <a:pt x="813718" y="2263584"/>
                </a:lnTo>
                <a:lnTo>
                  <a:pt x="825356" y="2238184"/>
                </a:lnTo>
                <a:lnTo>
                  <a:pt x="805195" y="2225484"/>
                </a:lnTo>
                <a:close/>
              </a:path>
              <a:path w="3812540" h="3546475">
                <a:moveTo>
                  <a:pt x="1369466" y="2238184"/>
                </a:moveTo>
                <a:lnTo>
                  <a:pt x="1361109" y="2250884"/>
                </a:lnTo>
                <a:lnTo>
                  <a:pt x="1375575" y="2263584"/>
                </a:lnTo>
                <a:lnTo>
                  <a:pt x="1383931" y="2250884"/>
                </a:lnTo>
                <a:lnTo>
                  <a:pt x="1369466" y="2238184"/>
                </a:lnTo>
                <a:close/>
              </a:path>
              <a:path w="3812540" h="3546475">
                <a:moveTo>
                  <a:pt x="1538693" y="2250884"/>
                </a:moveTo>
                <a:lnTo>
                  <a:pt x="1525650" y="2250884"/>
                </a:lnTo>
                <a:lnTo>
                  <a:pt x="1518119" y="2263584"/>
                </a:lnTo>
                <a:lnTo>
                  <a:pt x="1531162" y="2263584"/>
                </a:lnTo>
                <a:lnTo>
                  <a:pt x="1538693" y="2250884"/>
                </a:lnTo>
                <a:close/>
              </a:path>
              <a:path w="3812540" h="3546475">
                <a:moveTo>
                  <a:pt x="1942503" y="2250884"/>
                </a:moveTo>
                <a:lnTo>
                  <a:pt x="1928660" y="2250884"/>
                </a:lnTo>
                <a:lnTo>
                  <a:pt x="1937435" y="2263584"/>
                </a:lnTo>
                <a:lnTo>
                  <a:pt x="1942503" y="2250884"/>
                </a:lnTo>
                <a:close/>
              </a:path>
              <a:path w="3812540" h="3546475">
                <a:moveTo>
                  <a:pt x="2089911" y="2250884"/>
                </a:moveTo>
                <a:lnTo>
                  <a:pt x="2085657" y="2263584"/>
                </a:lnTo>
                <a:lnTo>
                  <a:pt x="2097265" y="2263584"/>
                </a:lnTo>
                <a:lnTo>
                  <a:pt x="2089911" y="2250884"/>
                </a:lnTo>
                <a:close/>
              </a:path>
              <a:path w="3812540" h="3546475">
                <a:moveTo>
                  <a:pt x="649009" y="2225484"/>
                </a:moveTo>
                <a:lnTo>
                  <a:pt x="636548" y="2238184"/>
                </a:lnTo>
                <a:lnTo>
                  <a:pt x="658133" y="2250884"/>
                </a:lnTo>
                <a:lnTo>
                  <a:pt x="670594" y="2238184"/>
                </a:lnTo>
                <a:lnTo>
                  <a:pt x="649009" y="2225484"/>
                </a:lnTo>
                <a:close/>
              </a:path>
              <a:path w="3812540" h="3546475">
                <a:moveTo>
                  <a:pt x="1213271" y="2225484"/>
                </a:moveTo>
                <a:lnTo>
                  <a:pt x="1204098" y="2238184"/>
                </a:lnTo>
                <a:lnTo>
                  <a:pt x="1219988" y="2250884"/>
                </a:lnTo>
                <a:lnTo>
                  <a:pt x="1229166" y="2238184"/>
                </a:lnTo>
                <a:lnTo>
                  <a:pt x="1213271" y="2225484"/>
                </a:lnTo>
                <a:close/>
              </a:path>
              <a:path w="3812540" h="3546475">
                <a:moveTo>
                  <a:pt x="1787728" y="2238184"/>
                </a:moveTo>
                <a:lnTo>
                  <a:pt x="1771649" y="2238184"/>
                </a:lnTo>
                <a:lnTo>
                  <a:pt x="1781848" y="2250884"/>
                </a:lnTo>
                <a:lnTo>
                  <a:pt x="1787728" y="2238184"/>
                </a:lnTo>
                <a:close/>
              </a:path>
              <a:path w="3812540" h="3546475">
                <a:moveTo>
                  <a:pt x="2346489" y="2238184"/>
                </a:moveTo>
                <a:lnTo>
                  <a:pt x="2341752" y="2238184"/>
                </a:lnTo>
                <a:lnTo>
                  <a:pt x="2339009" y="2250884"/>
                </a:lnTo>
                <a:lnTo>
                  <a:pt x="2343759" y="2250884"/>
                </a:lnTo>
                <a:lnTo>
                  <a:pt x="2346489" y="2238184"/>
                </a:lnTo>
                <a:close/>
              </a:path>
              <a:path w="3812540" h="3546475">
                <a:moveTo>
                  <a:pt x="900851" y="2200084"/>
                </a:moveTo>
                <a:lnTo>
                  <a:pt x="889897" y="2225484"/>
                </a:lnTo>
                <a:lnTo>
                  <a:pt x="908869" y="2238184"/>
                </a:lnTo>
                <a:lnTo>
                  <a:pt x="919826" y="2212784"/>
                </a:lnTo>
                <a:lnTo>
                  <a:pt x="900851" y="2200084"/>
                </a:lnTo>
                <a:close/>
              </a:path>
              <a:path w="3812540" h="3546475">
                <a:moveTo>
                  <a:pt x="1057086" y="2212784"/>
                </a:moveTo>
                <a:lnTo>
                  <a:pt x="1047089" y="2238184"/>
                </a:lnTo>
                <a:lnTo>
                  <a:pt x="1064403" y="2238184"/>
                </a:lnTo>
                <a:lnTo>
                  <a:pt x="1074399" y="2225484"/>
                </a:lnTo>
                <a:lnTo>
                  <a:pt x="1057086" y="2212784"/>
                </a:lnTo>
                <a:close/>
              </a:path>
              <a:path w="3812540" h="3546475">
                <a:moveTo>
                  <a:pt x="1465110" y="2212784"/>
                </a:moveTo>
                <a:lnTo>
                  <a:pt x="1457439" y="2225484"/>
                </a:lnTo>
                <a:lnTo>
                  <a:pt x="1470723" y="2238184"/>
                </a:lnTo>
                <a:lnTo>
                  <a:pt x="1478394" y="2225484"/>
                </a:lnTo>
                <a:lnTo>
                  <a:pt x="1465110" y="2212784"/>
                </a:lnTo>
                <a:close/>
              </a:path>
              <a:path w="3812540" h="3546475">
                <a:moveTo>
                  <a:pt x="1632965" y="2225484"/>
                </a:moveTo>
                <a:lnTo>
                  <a:pt x="1621345" y="2225484"/>
                </a:lnTo>
                <a:lnTo>
                  <a:pt x="1614639" y="2238184"/>
                </a:lnTo>
                <a:lnTo>
                  <a:pt x="1626260" y="2238184"/>
                </a:lnTo>
                <a:lnTo>
                  <a:pt x="1632965" y="2225484"/>
                </a:lnTo>
                <a:close/>
              </a:path>
              <a:path w="3812540" h="3546475">
                <a:moveTo>
                  <a:pt x="2185619" y="2225484"/>
                </a:moveTo>
                <a:lnTo>
                  <a:pt x="2182190" y="2238184"/>
                </a:lnTo>
                <a:lnTo>
                  <a:pt x="2191549" y="2238184"/>
                </a:lnTo>
                <a:lnTo>
                  <a:pt x="2185619" y="2225484"/>
                </a:lnTo>
                <a:close/>
              </a:path>
              <a:path w="3812540" h="3546475">
                <a:moveTo>
                  <a:pt x="744711" y="2200084"/>
                </a:moveTo>
                <a:lnTo>
                  <a:pt x="733073" y="2212784"/>
                </a:lnTo>
                <a:lnTo>
                  <a:pt x="753234" y="2225484"/>
                </a:lnTo>
                <a:lnTo>
                  <a:pt x="764872" y="2212784"/>
                </a:lnTo>
                <a:lnTo>
                  <a:pt x="744711" y="2200084"/>
                </a:lnTo>
                <a:close/>
              </a:path>
              <a:path w="3812540" h="3546475">
                <a:moveTo>
                  <a:pt x="1308925" y="2200084"/>
                </a:moveTo>
                <a:lnTo>
                  <a:pt x="1300429" y="2212784"/>
                </a:lnTo>
                <a:lnTo>
                  <a:pt x="1315148" y="2225484"/>
                </a:lnTo>
                <a:lnTo>
                  <a:pt x="1323632" y="2212784"/>
                </a:lnTo>
                <a:lnTo>
                  <a:pt x="1308925" y="2200084"/>
                </a:lnTo>
                <a:close/>
              </a:path>
              <a:path w="3812540" h="3546475">
                <a:moveTo>
                  <a:pt x="1882203" y="2212784"/>
                </a:moveTo>
                <a:lnTo>
                  <a:pt x="1867992" y="2212784"/>
                </a:lnTo>
                <a:lnTo>
                  <a:pt x="1876996" y="2225484"/>
                </a:lnTo>
                <a:lnTo>
                  <a:pt x="1882203" y="2212784"/>
                </a:lnTo>
                <a:close/>
              </a:path>
              <a:path w="3812540" h="3546475">
                <a:moveTo>
                  <a:pt x="2440774" y="2212784"/>
                </a:moveTo>
                <a:lnTo>
                  <a:pt x="2437460" y="2212784"/>
                </a:lnTo>
                <a:lnTo>
                  <a:pt x="2435542" y="2225484"/>
                </a:lnTo>
                <a:lnTo>
                  <a:pt x="2438857" y="2225484"/>
                </a:lnTo>
                <a:lnTo>
                  <a:pt x="2440774" y="2212784"/>
                </a:lnTo>
                <a:close/>
              </a:path>
              <a:path w="3812540" h="3546475">
                <a:moveTo>
                  <a:pt x="1014105" y="2187384"/>
                </a:moveTo>
                <a:lnTo>
                  <a:pt x="996553" y="2187384"/>
                </a:lnTo>
                <a:lnTo>
                  <a:pt x="986417" y="2200084"/>
                </a:lnTo>
                <a:lnTo>
                  <a:pt x="1003969" y="2212784"/>
                </a:lnTo>
                <a:lnTo>
                  <a:pt x="1014105" y="2187384"/>
                </a:lnTo>
                <a:close/>
              </a:path>
              <a:path w="3812540" h="3546475">
                <a:moveTo>
                  <a:pt x="1152738" y="2187384"/>
                </a:moveTo>
                <a:lnTo>
                  <a:pt x="1143426" y="2212784"/>
                </a:lnTo>
                <a:lnTo>
                  <a:pt x="1159554" y="2212784"/>
                </a:lnTo>
                <a:lnTo>
                  <a:pt x="1168866" y="2200084"/>
                </a:lnTo>
                <a:lnTo>
                  <a:pt x="1152738" y="2187384"/>
                </a:lnTo>
                <a:close/>
              </a:path>
              <a:path w="3812540" h="3546475">
                <a:moveTo>
                  <a:pt x="1560817" y="2187384"/>
                </a:moveTo>
                <a:lnTo>
                  <a:pt x="1553971" y="2200084"/>
                </a:lnTo>
                <a:lnTo>
                  <a:pt x="1565833" y="2212784"/>
                </a:lnTo>
                <a:lnTo>
                  <a:pt x="1572679" y="2200084"/>
                </a:lnTo>
                <a:lnTo>
                  <a:pt x="1560817" y="2187384"/>
                </a:lnTo>
                <a:close/>
              </a:path>
              <a:path w="3812540" h="3546475">
                <a:moveTo>
                  <a:pt x="1727441" y="2200084"/>
                </a:moveTo>
                <a:lnTo>
                  <a:pt x="1717001" y="2200084"/>
                </a:lnTo>
                <a:lnTo>
                  <a:pt x="1710982" y="2212784"/>
                </a:lnTo>
                <a:lnTo>
                  <a:pt x="1721421" y="2212784"/>
                </a:lnTo>
                <a:lnTo>
                  <a:pt x="1727441" y="2200084"/>
                </a:lnTo>
                <a:close/>
              </a:path>
              <a:path w="3812540" h="3546475">
                <a:moveTo>
                  <a:pt x="2281262" y="2200084"/>
                </a:moveTo>
                <a:lnTo>
                  <a:pt x="2278532" y="2212784"/>
                </a:lnTo>
                <a:lnTo>
                  <a:pt x="2286012" y="2212784"/>
                </a:lnTo>
                <a:lnTo>
                  <a:pt x="2281262" y="2200084"/>
                </a:lnTo>
                <a:close/>
              </a:path>
              <a:path w="3812540" h="3546475">
                <a:moveTo>
                  <a:pt x="840367" y="2174684"/>
                </a:moveTo>
                <a:lnTo>
                  <a:pt x="829409" y="2187384"/>
                </a:lnTo>
                <a:lnTo>
                  <a:pt x="848385" y="2200084"/>
                </a:lnTo>
                <a:lnTo>
                  <a:pt x="859342" y="2187384"/>
                </a:lnTo>
                <a:lnTo>
                  <a:pt x="840367" y="2174684"/>
                </a:lnTo>
                <a:close/>
              </a:path>
              <a:path w="3812540" h="3546475">
                <a:moveTo>
                  <a:pt x="1404581" y="2174684"/>
                </a:moveTo>
                <a:lnTo>
                  <a:pt x="1396771" y="2187384"/>
                </a:lnTo>
                <a:lnTo>
                  <a:pt x="1410296" y="2200084"/>
                </a:lnTo>
                <a:lnTo>
                  <a:pt x="1418107" y="2187384"/>
                </a:lnTo>
                <a:lnTo>
                  <a:pt x="1404581" y="2174684"/>
                </a:lnTo>
                <a:close/>
              </a:path>
              <a:path w="3812540" h="3546475">
                <a:moveTo>
                  <a:pt x="1976488" y="2187384"/>
                </a:moveTo>
                <a:lnTo>
                  <a:pt x="1964512" y="2187384"/>
                </a:lnTo>
                <a:lnTo>
                  <a:pt x="1972106" y="2200084"/>
                </a:lnTo>
                <a:lnTo>
                  <a:pt x="1976488" y="2187384"/>
                </a:lnTo>
                <a:close/>
              </a:path>
              <a:path w="3812540" h="3546475">
                <a:moveTo>
                  <a:pt x="2535059" y="2187384"/>
                </a:moveTo>
                <a:lnTo>
                  <a:pt x="2533154" y="2187384"/>
                </a:lnTo>
                <a:lnTo>
                  <a:pt x="2532062" y="2200084"/>
                </a:lnTo>
                <a:lnTo>
                  <a:pt x="2533967" y="2200084"/>
                </a:lnTo>
                <a:lnTo>
                  <a:pt x="2535059" y="2187384"/>
                </a:lnTo>
                <a:close/>
              </a:path>
              <a:path w="3812540" h="3546475">
                <a:moveTo>
                  <a:pt x="684183" y="2161984"/>
                </a:moveTo>
                <a:lnTo>
                  <a:pt x="672405" y="2174684"/>
                </a:lnTo>
                <a:lnTo>
                  <a:pt x="692800" y="2187384"/>
                </a:lnTo>
                <a:lnTo>
                  <a:pt x="704576" y="2174684"/>
                </a:lnTo>
                <a:lnTo>
                  <a:pt x="684183" y="2161984"/>
                </a:lnTo>
                <a:close/>
              </a:path>
              <a:path w="3812540" h="3546475">
                <a:moveTo>
                  <a:pt x="1108576" y="2161984"/>
                </a:moveTo>
                <a:lnTo>
                  <a:pt x="1092210" y="2161984"/>
                </a:lnTo>
                <a:lnTo>
                  <a:pt x="1082758" y="2174684"/>
                </a:lnTo>
                <a:lnTo>
                  <a:pt x="1099125" y="2187384"/>
                </a:lnTo>
                <a:lnTo>
                  <a:pt x="1108576" y="2161984"/>
                </a:lnTo>
                <a:close/>
              </a:path>
              <a:path w="3812540" h="3546475">
                <a:moveTo>
                  <a:pt x="1248439" y="2161984"/>
                </a:moveTo>
                <a:lnTo>
                  <a:pt x="1239951" y="2187384"/>
                </a:lnTo>
                <a:lnTo>
                  <a:pt x="1254660" y="2187384"/>
                </a:lnTo>
                <a:lnTo>
                  <a:pt x="1263148" y="2174684"/>
                </a:lnTo>
                <a:lnTo>
                  <a:pt x="1248439" y="2161984"/>
                </a:lnTo>
                <a:close/>
              </a:path>
              <a:path w="3812540" h="3546475">
                <a:moveTo>
                  <a:pt x="1821903" y="2174684"/>
                </a:moveTo>
                <a:lnTo>
                  <a:pt x="1812658" y="2174684"/>
                </a:lnTo>
                <a:lnTo>
                  <a:pt x="1807324" y="2187384"/>
                </a:lnTo>
                <a:lnTo>
                  <a:pt x="1816569" y="2187384"/>
                </a:lnTo>
                <a:lnTo>
                  <a:pt x="1821903" y="2174684"/>
                </a:lnTo>
                <a:close/>
              </a:path>
              <a:path w="3812540" h="3546475">
                <a:moveTo>
                  <a:pt x="936019" y="2149284"/>
                </a:moveTo>
                <a:lnTo>
                  <a:pt x="925751" y="2161984"/>
                </a:lnTo>
                <a:lnTo>
                  <a:pt x="943540" y="2174684"/>
                </a:lnTo>
                <a:lnTo>
                  <a:pt x="953809" y="2161984"/>
                </a:lnTo>
                <a:lnTo>
                  <a:pt x="936019" y="2149284"/>
                </a:lnTo>
                <a:close/>
              </a:path>
              <a:path w="3812540" h="3546475">
                <a:moveTo>
                  <a:pt x="1500276" y="2149284"/>
                </a:moveTo>
                <a:lnTo>
                  <a:pt x="1493291" y="2161984"/>
                </a:lnTo>
                <a:lnTo>
                  <a:pt x="1505394" y="2174684"/>
                </a:lnTo>
                <a:lnTo>
                  <a:pt x="1512379" y="2161984"/>
                </a:lnTo>
                <a:lnTo>
                  <a:pt x="1500276" y="2149284"/>
                </a:lnTo>
                <a:close/>
              </a:path>
              <a:path w="3812540" h="3546475">
                <a:moveTo>
                  <a:pt x="1656460" y="2161984"/>
                </a:moveTo>
                <a:lnTo>
                  <a:pt x="1650301" y="2174684"/>
                </a:lnTo>
                <a:lnTo>
                  <a:pt x="1667141" y="2174684"/>
                </a:lnTo>
                <a:lnTo>
                  <a:pt x="1656460" y="2161984"/>
                </a:lnTo>
                <a:close/>
              </a:path>
              <a:path w="3812540" h="3546475">
                <a:moveTo>
                  <a:pt x="2070950" y="2161984"/>
                </a:moveTo>
                <a:lnTo>
                  <a:pt x="2060841" y="2161984"/>
                </a:lnTo>
                <a:lnTo>
                  <a:pt x="2067255" y="2174684"/>
                </a:lnTo>
                <a:lnTo>
                  <a:pt x="2070950" y="2161984"/>
                </a:lnTo>
                <a:close/>
              </a:path>
              <a:path w="3812540" h="3546475">
                <a:moveTo>
                  <a:pt x="2629522" y="2161984"/>
                </a:moveTo>
                <a:lnTo>
                  <a:pt x="2628404" y="2161984"/>
                </a:lnTo>
                <a:lnTo>
                  <a:pt x="2629115" y="2174684"/>
                </a:lnTo>
                <a:lnTo>
                  <a:pt x="2629522" y="2161984"/>
                </a:lnTo>
                <a:close/>
              </a:path>
              <a:path w="3812540" h="3546475">
                <a:moveTo>
                  <a:pt x="779834" y="2136584"/>
                </a:moveTo>
                <a:lnTo>
                  <a:pt x="768742" y="2149284"/>
                </a:lnTo>
                <a:lnTo>
                  <a:pt x="787951" y="2161984"/>
                </a:lnTo>
                <a:lnTo>
                  <a:pt x="799043" y="2149284"/>
                </a:lnTo>
                <a:lnTo>
                  <a:pt x="779834" y="2136584"/>
                </a:lnTo>
                <a:close/>
              </a:path>
              <a:path w="3812540" h="3546475">
                <a:moveTo>
                  <a:pt x="1202853" y="2136584"/>
                </a:moveTo>
                <a:lnTo>
                  <a:pt x="1187910" y="2136584"/>
                </a:lnTo>
                <a:lnTo>
                  <a:pt x="1179283" y="2149284"/>
                </a:lnTo>
                <a:lnTo>
                  <a:pt x="1194226" y="2161984"/>
                </a:lnTo>
                <a:lnTo>
                  <a:pt x="1202853" y="2136584"/>
                </a:lnTo>
                <a:close/>
              </a:path>
              <a:path w="3812540" h="3546475">
                <a:moveTo>
                  <a:pt x="1344091" y="2136584"/>
                </a:moveTo>
                <a:lnTo>
                  <a:pt x="1336293" y="2161984"/>
                </a:lnTo>
                <a:lnTo>
                  <a:pt x="1349806" y="2161984"/>
                </a:lnTo>
                <a:lnTo>
                  <a:pt x="1357617" y="2149284"/>
                </a:lnTo>
                <a:lnTo>
                  <a:pt x="1344091" y="2136584"/>
                </a:lnTo>
                <a:close/>
              </a:path>
              <a:path w="3812540" h="3546475">
                <a:moveTo>
                  <a:pt x="1916188" y="2149284"/>
                </a:moveTo>
                <a:lnTo>
                  <a:pt x="1908365" y="2149284"/>
                </a:lnTo>
                <a:lnTo>
                  <a:pt x="1903844" y="2161984"/>
                </a:lnTo>
                <a:lnTo>
                  <a:pt x="1911667" y="2161984"/>
                </a:lnTo>
                <a:lnTo>
                  <a:pt x="1916188" y="2149284"/>
                </a:lnTo>
                <a:close/>
              </a:path>
              <a:path w="3812540" h="3546475">
                <a:moveTo>
                  <a:pt x="1031671" y="2123884"/>
                </a:moveTo>
                <a:lnTo>
                  <a:pt x="1022087" y="2136584"/>
                </a:lnTo>
                <a:lnTo>
                  <a:pt x="1038691" y="2149284"/>
                </a:lnTo>
                <a:lnTo>
                  <a:pt x="1048280" y="2136584"/>
                </a:lnTo>
                <a:lnTo>
                  <a:pt x="1031671" y="2123884"/>
                </a:lnTo>
                <a:close/>
              </a:path>
              <a:path w="3812540" h="3546475">
                <a:moveTo>
                  <a:pt x="1595983" y="2123884"/>
                </a:moveTo>
                <a:lnTo>
                  <a:pt x="1589824" y="2136584"/>
                </a:lnTo>
                <a:lnTo>
                  <a:pt x="1600492" y="2149284"/>
                </a:lnTo>
                <a:lnTo>
                  <a:pt x="1606664" y="2136584"/>
                </a:lnTo>
                <a:lnTo>
                  <a:pt x="1595983" y="2123884"/>
                </a:lnTo>
                <a:close/>
              </a:path>
              <a:path w="3812540" h="3546475">
                <a:moveTo>
                  <a:pt x="1752168" y="2136584"/>
                </a:moveTo>
                <a:lnTo>
                  <a:pt x="1746834" y="2149284"/>
                </a:lnTo>
                <a:lnTo>
                  <a:pt x="1761426" y="2149284"/>
                </a:lnTo>
                <a:lnTo>
                  <a:pt x="1752168" y="2136584"/>
                </a:lnTo>
                <a:close/>
              </a:path>
              <a:path w="3812540" h="3546475">
                <a:moveTo>
                  <a:pt x="2165413" y="2136584"/>
                </a:moveTo>
                <a:lnTo>
                  <a:pt x="2157183" y="2136584"/>
                </a:lnTo>
                <a:lnTo>
                  <a:pt x="2162403" y="2149284"/>
                </a:lnTo>
                <a:lnTo>
                  <a:pt x="2165413" y="2136584"/>
                </a:lnTo>
                <a:close/>
              </a:path>
              <a:path w="3812540" h="3546475">
                <a:moveTo>
                  <a:pt x="719301" y="2098484"/>
                </a:moveTo>
                <a:lnTo>
                  <a:pt x="708069" y="2123884"/>
                </a:lnTo>
                <a:lnTo>
                  <a:pt x="727522" y="2136584"/>
                </a:lnTo>
                <a:lnTo>
                  <a:pt x="738747" y="2111184"/>
                </a:lnTo>
                <a:lnTo>
                  <a:pt x="719301" y="2098484"/>
                </a:lnTo>
                <a:close/>
              </a:path>
              <a:path w="3812540" h="3546475">
                <a:moveTo>
                  <a:pt x="875485" y="2111184"/>
                </a:moveTo>
                <a:lnTo>
                  <a:pt x="865078" y="2123884"/>
                </a:lnTo>
                <a:lnTo>
                  <a:pt x="883105" y="2136584"/>
                </a:lnTo>
                <a:lnTo>
                  <a:pt x="893514" y="2123884"/>
                </a:lnTo>
                <a:lnTo>
                  <a:pt x="875485" y="2111184"/>
                </a:lnTo>
                <a:close/>
              </a:path>
              <a:path w="3812540" h="3546475">
                <a:moveTo>
                  <a:pt x="1452092" y="2123884"/>
                </a:moveTo>
                <a:lnTo>
                  <a:pt x="1439748" y="2123884"/>
                </a:lnTo>
                <a:lnTo>
                  <a:pt x="1432623" y="2136584"/>
                </a:lnTo>
                <a:lnTo>
                  <a:pt x="1444967" y="2136584"/>
                </a:lnTo>
                <a:lnTo>
                  <a:pt x="1452092" y="2123884"/>
                </a:lnTo>
                <a:close/>
              </a:path>
              <a:path w="3812540" h="3546475">
                <a:moveTo>
                  <a:pt x="2010651" y="2123884"/>
                </a:moveTo>
                <a:lnTo>
                  <a:pt x="2004009" y="2123884"/>
                </a:lnTo>
                <a:lnTo>
                  <a:pt x="2000186" y="2136584"/>
                </a:lnTo>
                <a:lnTo>
                  <a:pt x="2006815" y="2136584"/>
                </a:lnTo>
                <a:lnTo>
                  <a:pt x="2010651" y="2123884"/>
                </a:lnTo>
                <a:close/>
              </a:path>
              <a:path w="3812540" h="3546475">
                <a:moveTo>
                  <a:pt x="1127377" y="2098484"/>
                </a:moveTo>
                <a:lnTo>
                  <a:pt x="1118612" y="2111184"/>
                </a:lnTo>
                <a:lnTo>
                  <a:pt x="1133797" y="2123884"/>
                </a:lnTo>
                <a:lnTo>
                  <a:pt x="1142557" y="2111184"/>
                </a:lnTo>
                <a:lnTo>
                  <a:pt x="1127377" y="2098484"/>
                </a:lnTo>
                <a:close/>
              </a:path>
              <a:path w="3812540" h="3546475">
                <a:moveTo>
                  <a:pt x="1297317" y="2111184"/>
                </a:moveTo>
                <a:lnTo>
                  <a:pt x="1283563" y="2111184"/>
                </a:lnTo>
                <a:lnTo>
                  <a:pt x="1275626" y="2123884"/>
                </a:lnTo>
                <a:lnTo>
                  <a:pt x="1289380" y="2123884"/>
                </a:lnTo>
                <a:lnTo>
                  <a:pt x="1297317" y="2111184"/>
                </a:lnTo>
                <a:close/>
              </a:path>
              <a:path w="3812540" h="3546475">
                <a:moveTo>
                  <a:pt x="1691639" y="2098484"/>
                </a:moveTo>
                <a:lnTo>
                  <a:pt x="1686166" y="2111184"/>
                </a:lnTo>
                <a:lnTo>
                  <a:pt x="1695653" y="2123884"/>
                </a:lnTo>
                <a:lnTo>
                  <a:pt x="1701126" y="2111184"/>
                </a:lnTo>
                <a:lnTo>
                  <a:pt x="1691639" y="2098484"/>
                </a:lnTo>
                <a:close/>
              </a:path>
              <a:path w="3812540" h="3546475">
                <a:moveTo>
                  <a:pt x="1847824" y="2111184"/>
                </a:moveTo>
                <a:lnTo>
                  <a:pt x="1843176" y="2123884"/>
                </a:lnTo>
                <a:lnTo>
                  <a:pt x="1855889" y="2123884"/>
                </a:lnTo>
                <a:lnTo>
                  <a:pt x="1847824" y="2111184"/>
                </a:lnTo>
                <a:close/>
              </a:path>
              <a:path w="3812540" h="3546475">
                <a:moveTo>
                  <a:pt x="971143" y="2085784"/>
                </a:moveTo>
                <a:lnTo>
                  <a:pt x="961419" y="2098484"/>
                </a:lnTo>
                <a:lnTo>
                  <a:pt x="978256" y="2111184"/>
                </a:lnTo>
                <a:lnTo>
                  <a:pt x="987981" y="2098484"/>
                </a:lnTo>
                <a:lnTo>
                  <a:pt x="971143" y="2085784"/>
                </a:lnTo>
                <a:close/>
              </a:path>
              <a:path w="3812540" h="3546475">
                <a:moveTo>
                  <a:pt x="1546364" y="2098484"/>
                </a:moveTo>
                <a:lnTo>
                  <a:pt x="1529156" y="2098484"/>
                </a:lnTo>
                <a:lnTo>
                  <a:pt x="1540065" y="2111184"/>
                </a:lnTo>
                <a:lnTo>
                  <a:pt x="1546364" y="2098484"/>
                </a:lnTo>
                <a:close/>
              </a:path>
              <a:path w="3812540" h="3546475">
                <a:moveTo>
                  <a:pt x="2104935" y="2098484"/>
                </a:moveTo>
                <a:lnTo>
                  <a:pt x="2099716" y="2098484"/>
                </a:lnTo>
                <a:lnTo>
                  <a:pt x="2096706" y="2111184"/>
                </a:lnTo>
                <a:lnTo>
                  <a:pt x="2101926" y="2111184"/>
                </a:lnTo>
                <a:lnTo>
                  <a:pt x="2104935" y="2098484"/>
                </a:lnTo>
                <a:close/>
              </a:path>
              <a:path w="3812540" h="3546475">
                <a:moveTo>
                  <a:pt x="815002" y="2073084"/>
                </a:moveTo>
                <a:lnTo>
                  <a:pt x="804594" y="2098484"/>
                </a:lnTo>
                <a:lnTo>
                  <a:pt x="822622" y="2098484"/>
                </a:lnTo>
                <a:lnTo>
                  <a:pt x="833031" y="2085784"/>
                </a:lnTo>
                <a:lnTo>
                  <a:pt x="815002" y="2073084"/>
                </a:lnTo>
                <a:close/>
              </a:path>
              <a:path w="3812540" h="3546475">
                <a:moveTo>
                  <a:pt x="1223030" y="2073084"/>
                </a:moveTo>
                <a:lnTo>
                  <a:pt x="1214947" y="2085784"/>
                </a:lnTo>
                <a:lnTo>
                  <a:pt x="1228943" y="2098484"/>
                </a:lnTo>
                <a:lnTo>
                  <a:pt x="1237024" y="2085784"/>
                </a:lnTo>
                <a:lnTo>
                  <a:pt x="1223030" y="2073084"/>
                </a:lnTo>
                <a:close/>
              </a:path>
              <a:path w="3812540" h="3546475">
                <a:moveTo>
                  <a:pt x="1391780" y="2085784"/>
                </a:moveTo>
                <a:lnTo>
                  <a:pt x="1379219" y="2085784"/>
                </a:lnTo>
                <a:lnTo>
                  <a:pt x="1371968" y="2098484"/>
                </a:lnTo>
                <a:lnTo>
                  <a:pt x="1384528" y="2098484"/>
                </a:lnTo>
                <a:lnTo>
                  <a:pt x="1391780" y="2085784"/>
                </a:lnTo>
                <a:close/>
              </a:path>
              <a:path w="3812540" h="3546475">
                <a:moveTo>
                  <a:pt x="1795411" y="2085784"/>
                </a:moveTo>
                <a:lnTo>
                  <a:pt x="1782686" y="2085784"/>
                </a:lnTo>
                <a:lnTo>
                  <a:pt x="1790750" y="2098484"/>
                </a:lnTo>
                <a:lnTo>
                  <a:pt x="1795411" y="2085784"/>
                </a:lnTo>
                <a:close/>
              </a:path>
              <a:path w="3812540" h="3546475">
                <a:moveTo>
                  <a:pt x="1943480" y="2085784"/>
                </a:moveTo>
                <a:lnTo>
                  <a:pt x="1939505" y="2098484"/>
                </a:lnTo>
                <a:lnTo>
                  <a:pt x="1950351" y="2098484"/>
                </a:lnTo>
                <a:lnTo>
                  <a:pt x="1943480" y="2085784"/>
                </a:lnTo>
                <a:close/>
              </a:path>
              <a:path w="3812540" h="3546475">
                <a:moveTo>
                  <a:pt x="1066844" y="2060384"/>
                </a:moveTo>
                <a:lnTo>
                  <a:pt x="1057939" y="2073084"/>
                </a:lnTo>
                <a:lnTo>
                  <a:pt x="1073363" y="2085784"/>
                </a:lnTo>
                <a:lnTo>
                  <a:pt x="1082263" y="2073084"/>
                </a:lnTo>
                <a:lnTo>
                  <a:pt x="1066844" y="2060384"/>
                </a:lnTo>
                <a:close/>
              </a:path>
              <a:path w="3812540" h="3546475">
                <a:moveTo>
                  <a:pt x="1640827" y="2073084"/>
                </a:moveTo>
                <a:lnTo>
                  <a:pt x="1625498" y="2073084"/>
                </a:lnTo>
                <a:lnTo>
                  <a:pt x="1635213" y="2085784"/>
                </a:lnTo>
                <a:lnTo>
                  <a:pt x="1640827" y="2073084"/>
                </a:lnTo>
                <a:close/>
              </a:path>
              <a:path w="3812540" h="3546475">
                <a:moveTo>
                  <a:pt x="2199398" y="2073084"/>
                </a:moveTo>
                <a:lnTo>
                  <a:pt x="2195372" y="2073084"/>
                </a:lnTo>
                <a:lnTo>
                  <a:pt x="2193035" y="2085784"/>
                </a:lnTo>
                <a:lnTo>
                  <a:pt x="2197074" y="2085784"/>
                </a:lnTo>
                <a:lnTo>
                  <a:pt x="2199398" y="2073084"/>
                </a:lnTo>
                <a:close/>
              </a:path>
              <a:path w="3812540" h="3546475">
                <a:moveTo>
                  <a:pt x="754468" y="2034984"/>
                </a:moveTo>
                <a:lnTo>
                  <a:pt x="743927" y="2060384"/>
                </a:lnTo>
                <a:lnTo>
                  <a:pt x="762187" y="2073084"/>
                </a:lnTo>
                <a:lnTo>
                  <a:pt x="772735" y="2047684"/>
                </a:lnTo>
                <a:lnTo>
                  <a:pt x="754468" y="2034984"/>
                </a:lnTo>
                <a:close/>
              </a:path>
              <a:path w="3812540" h="3546475">
                <a:moveTo>
                  <a:pt x="910659" y="2047684"/>
                </a:moveTo>
                <a:lnTo>
                  <a:pt x="900931" y="2073084"/>
                </a:lnTo>
                <a:lnTo>
                  <a:pt x="917778" y="2073084"/>
                </a:lnTo>
                <a:lnTo>
                  <a:pt x="927497" y="2060384"/>
                </a:lnTo>
                <a:lnTo>
                  <a:pt x="910659" y="2047684"/>
                </a:lnTo>
                <a:close/>
              </a:path>
              <a:path w="3812540" h="3546475">
                <a:moveTo>
                  <a:pt x="1318742" y="2047684"/>
                </a:moveTo>
                <a:lnTo>
                  <a:pt x="1311478" y="2060384"/>
                </a:lnTo>
                <a:lnTo>
                  <a:pt x="1324051" y="2073084"/>
                </a:lnTo>
                <a:lnTo>
                  <a:pt x="1331302" y="2060384"/>
                </a:lnTo>
                <a:lnTo>
                  <a:pt x="1318742" y="2047684"/>
                </a:lnTo>
                <a:close/>
              </a:path>
              <a:path w="3812540" h="3546475">
                <a:moveTo>
                  <a:pt x="1486065" y="2060384"/>
                </a:moveTo>
                <a:lnTo>
                  <a:pt x="1474927" y="2060384"/>
                </a:lnTo>
                <a:lnTo>
                  <a:pt x="1468488" y="2073084"/>
                </a:lnTo>
                <a:lnTo>
                  <a:pt x="1479638" y="2073084"/>
                </a:lnTo>
                <a:lnTo>
                  <a:pt x="1486065" y="2060384"/>
                </a:lnTo>
                <a:close/>
              </a:path>
              <a:path w="3812540" h="3546475">
                <a:moveTo>
                  <a:pt x="2039188" y="2060384"/>
                </a:moveTo>
                <a:lnTo>
                  <a:pt x="2036038" y="2073084"/>
                </a:lnTo>
                <a:lnTo>
                  <a:pt x="2044636" y="2073084"/>
                </a:lnTo>
                <a:lnTo>
                  <a:pt x="2039188" y="2060384"/>
                </a:lnTo>
                <a:close/>
              </a:path>
              <a:path w="3812540" h="3546475">
                <a:moveTo>
                  <a:pt x="1162551" y="2034984"/>
                </a:moveTo>
                <a:lnTo>
                  <a:pt x="1154469" y="2047684"/>
                </a:lnTo>
                <a:lnTo>
                  <a:pt x="1168464" y="2060384"/>
                </a:lnTo>
                <a:lnTo>
                  <a:pt x="1176540" y="2047684"/>
                </a:lnTo>
                <a:lnTo>
                  <a:pt x="1162551" y="2034984"/>
                </a:lnTo>
                <a:close/>
              </a:path>
              <a:path w="3812540" h="3546475">
                <a:moveTo>
                  <a:pt x="1735112" y="2047684"/>
                </a:moveTo>
                <a:lnTo>
                  <a:pt x="1722018" y="2047684"/>
                </a:lnTo>
                <a:lnTo>
                  <a:pt x="1730324" y="2060384"/>
                </a:lnTo>
                <a:lnTo>
                  <a:pt x="1735112" y="2047684"/>
                </a:lnTo>
                <a:close/>
              </a:path>
              <a:path w="3812540" h="3546475">
                <a:moveTo>
                  <a:pt x="2293873" y="2047684"/>
                </a:moveTo>
                <a:lnTo>
                  <a:pt x="2291029" y="2047684"/>
                </a:lnTo>
                <a:lnTo>
                  <a:pt x="2289378" y="2060384"/>
                </a:lnTo>
                <a:lnTo>
                  <a:pt x="2292235" y="2060384"/>
                </a:lnTo>
                <a:lnTo>
                  <a:pt x="2293873" y="2047684"/>
                </a:lnTo>
                <a:close/>
              </a:path>
              <a:path w="3812540" h="3546475">
                <a:moveTo>
                  <a:pt x="867201" y="2022284"/>
                </a:moveTo>
                <a:lnTo>
                  <a:pt x="850126" y="2022284"/>
                </a:lnTo>
                <a:lnTo>
                  <a:pt x="840263" y="2034984"/>
                </a:lnTo>
                <a:lnTo>
                  <a:pt x="857338" y="2047684"/>
                </a:lnTo>
                <a:lnTo>
                  <a:pt x="867201" y="2022284"/>
                </a:lnTo>
                <a:close/>
              </a:path>
              <a:path w="3812540" h="3546475">
                <a:moveTo>
                  <a:pt x="1006311" y="2022284"/>
                </a:moveTo>
                <a:lnTo>
                  <a:pt x="997272" y="2047684"/>
                </a:lnTo>
                <a:lnTo>
                  <a:pt x="1012924" y="2047684"/>
                </a:lnTo>
                <a:lnTo>
                  <a:pt x="1021962" y="2034984"/>
                </a:lnTo>
                <a:lnTo>
                  <a:pt x="1006311" y="2022284"/>
                </a:lnTo>
                <a:close/>
              </a:path>
              <a:path w="3812540" h="3546475">
                <a:moveTo>
                  <a:pt x="1414386" y="2022284"/>
                </a:moveTo>
                <a:lnTo>
                  <a:pt x="1407820" y="2034984"/>
                </a:lnTo>
                <a:lnTo>
                  <a:pt x="1419199" y="2047684"/>
                </a:lnTo>
                <a:lnTo>
                  <a:pt x="1425778" y="2034984"/>
                </a:lnTo>
                <a:lnTo>
                  <a:pt x="1414386" y="2022284"/>
                </a:lnTo>
                <a:close/>
              </a:path>
              <a:path w="3812540" h="3546475">
                <a:moveTo>
                  <a:pt x="1580540" y="2034984"/>
                </a:moveTo>
                <a:lnTo>
                  <a:pt x="1570583" y="2034984"/>
                </a:lnTo>
                <a:lnTo>
                  <a:pt x="1564817" y="2047684"/>
                </a:lnTo>
                <a:lnTo>
                  <a:pt x="1574787" y="2047684"/>
                </a:lnTo>
                <a:lnTo>
                  <a:pt x="1580540" y="2034984"/>
                </a:lnTo>
                <a:close/>
              </a:path>
              <a:path w="3812540" h="3546475">
                <a:moveTo>
                  <a:pt x="2134844" y="2034984"/>
                </a:moveTo>
                <a:lnTo>
                  <a:pt x="2132380" y="2047684"/>
                </a:lnTo>
                <a:lnTo>
                  <a:pt x="2139111" y="2047684"/>
                </a:lnTo>
                <a:lnTo>
                  <a:pt x="2134844" y="2034984"/>
                </a:lnTo>
                <a:close/>
              </a:path>
              <a:path w="3812540" h="3546475">
                <a:moveTo>
                  <a:pt x="1258202" y="2009584"/>
                </a:moveTo>
                <a:lnTo>
                  <a:pt x="1250806" y="2022284"/>
                </a:lnTo>
                <a:lnTo>
                  <a:pt x="1263615" y="2034984"/>
                </a:lnTo>
                <a:lnTo>
                  <a:pt x="1271003" y="2022284"/>
                </a:lnTo>
                <a:lnTo>
                  <a:pt x="1258202" y="2009584"/>
                </a:lnTo>
                <a:close/>
              </a:path>
              <a:path w="3812540" h="3546475">
                <a:moveTo>
                  <a:pt x="1829574" y="2022284"/>
                </a:moveTo>
                <a:lnTo>
                  <a:pt x="1818360" y="2022284"/>
                </a:lnTo>
                <a:lnTo>
                  <a:pt x="1825472" y="2034984"/>
                </a:lnTo>
                <a:lnTo>
                  <a:pt x="1829574" y="2022284"/>
                </a:lnTo>
                <a:close/>
              </a:path>
              <a:path w="3812540" h="3546475">
                <a:moveTo>
                  <a:pt x="2388145" y="2022284"/>
                </a:moveTo>
                <a:lnTo>
                  <a:pt x="2385910" y="2022284"/>
                </a:lnTo>
                <a:lnTo>
                  <a:pt x="2387333" y="2034984"/>
                </a:lnTo>
                <a:lnTo>
                  <a:pt x="2388145" y="2022284"/>
                </a:lnTo>
                <a:close/>
              </a:path>
              <a:path w="3812540" h="3546475">
                <a:moveTo>
                  <a:pt x="961668" y="1996884"/>
                </a:moveTo>
                <a:lnTo>
                  <a:pt x="945777" y="1996884"/>
                </a:lnTo>
                <a:lnTo>
                  <a:pt x="936604" y="2009584"/>
                </a:lnTo>
                <a:lnTo>
                  <a:pt x="952494" y="2022284"/>
                </a:lnTo>
                <a:lnTo>
                  <a:pt x="961668" y="1996884"/>
                </a:lnTo>
                <a:close/>
              </a:path>
              <a:path w="3812540" h="3546475">
                <a:moveTo>
                  <a:pt x="1102017" y="1996884"/>
                </a:moveTo>
                <a:lnTo>
                  <a:pt x="1093797" y="2022284"/>
                </a:lnTo>
                <a:lnTo>
                  <a:pt x="1108030" y="2022284"/>
                </a:lnTo>
                <a:lnTo>
                  <a:pt x="1116246" y="2009584"/>
                </a:lnTo>
                <a:lnTo>
                  <a:pt x="1102017" y="1996884"/>
                </a:lnTo>
                <a:close/>
              </a:path>
              <a:path w="3812540" h="3546475">
                <a:moveTo>
                  <a:pt x="1674812" y="2009584"/>
                </a:moveTo>
                <a:lnTo>
                  <a:pt x="1666278" y="2009584"/>
                </a:lnTo>
                <a:lnTo>
                  <a:pt x="1661350" y="2022284"/>
                </a:lnTo>
                <a:lnTo>
                  <a:pt x="1669884" y="2022284"/>
                </a:lnTo>
                <a:lnTo>
                  <a:pt x="1674812" y="2009584"/>
                </a:lnTo>
                <a:close/>
              </a:path>
              <a:path w="3812540" h="3546475">
                <a:moveTo>
                  <a:pt x="789588" y="1984184"/>
                </a:moveTo>
                <a:lnTo>
                  <a:pt x="779592" y="1996884"/>
                </a:lnTo>
                <a:lnTo>
                  <a:pt x="796909" y="2009584"/>
                </a:lnTo>
                <a:lnTo>
                  <a:pt x="806905" y="1996884"/>
                </a:lnTo>
                <a:lnTo>
                  <a:pt x="789588" y="1984184"/>
                </a:lnTo>
                <a:close/>
              </a:path>
              <a:path w="3812540" h="3546475">
                <a:moveTo>
                  <a:pt x="1353858" y="1984184"/>
                </a:moveTo>
                <a:lnTo>
                  <a:pt x="1347152" y="1996884"/>
                </a:lnTo>
                <a:lnTo>
                  <a:pt x="1358760" y="2009584"/>
                </a:lnTo>
                <a:lnTo>
                  <a:pt x="1365478" y="1996884"/>
                </a:lnTo>
                <a:lnTo>
                  <a:pt x="1353858" y="1984184"/>
                </a:lnTo>
                <a:close/>
              </a:path>
              <a:path w="3812540" h="3546475">
                <a:moveTo>
                  <a:pt x="1510042" y="1996884"/>
                </a:moveTo>
                <a:lnTo>
                  <a:pt x="1504149" y="2009584"/>
                </a:lnTo>
                <a:lnTo>
                  <a:pt x="1520240" y="2009584"/>
                </a:lnTo>
                <a:lnTo>
                  <a:pt x="1510042" y="1996884"/>
                </a:lnTo>
                <a:close/>
              </a:path>
              <a:path w="3812540" h="3546475">
                <a:moveTo>
                  <a:pt x="1924049" y="1996884"/>
                </a:moveTo>
                <a:lnTo>
                  <a:pt x="1914690" y="1996884"/>
                </a:lnTo>
                <a:lnTo>
                  <a:pt x="1920620" y="2009584"/>
                </a:lnTo>
                <a:lnTo>
                  <a:pt x="1924049" y="1996884"/>
                </a:lnTo>
                <a:close/>
              </a:path>
              <a:path w="3812540" h="3546475">
                <a:moveTo>
                  <a:pt x="1210716" y="1984184"/>
                </a:moveTo>
                <a:lnTo>
                  <a:pt x="1197669" y="1984184"/>
                </a:lnTo>
                <a:lnTo>
                  <a:pt x="1190138" y="1996884"/>
                </a:lnTo>
                <a:lnTo>
                  <a:pt x="1203181" y="1996884"/>
                </a:lnTo>
                <a:lnTo>
                  <a:pt x="1210716" y="1984184"/>
                </a:lnTo>
                <a:close/>
              </a:path>
              <a:path w="3812540" h="3546475">
                <a:moveTo>
                  <a:pt x="1769287" y="1984184"/>
                </a:moveTo>
                <a:lnTo>
                  <a:pt x="1761934" y="1984184"/>
                </a:lnTo>
                <a:lnTo>
                  <a:pt x="1757692" y="1996884"/>
                </a:lnTo>
                <a:lnTo>
                  <a:pt x="1765045" y="1996884"/>
                </a:lnTo>
                <a:lnTo>
                  <a:pt x="1769287" y="1984184"/>
                </a:lnTo>
                <a:close/>
              </a:path>
              <a:path w="3812540" h="3546475">
                <a:moveTo>
                  <a:pt x="885294" y="1958784"/>
                </a:moveTo>
                <a:lnTo>
                  <a:pt x="876120" y="1971484"/>
                </a:lnTo>
                <a:lnTo>
                  <a:pt x="892011" y="1984184"/>
                </a:lnTo>
                <a:lnTo>
                  <a:pt x="901184" y="1971484"/>
                </a:lnTo>
                <a:lnTo>
                  <a:pt x="885294" y="1958784"/>
                </a:lnTo>
                <a:close/>
              </a:path>
              <a:path w="3812540" h="3546475">
                <a:moveTo>
                  <a:pt x="1055950" y="1971484"/>
                </a:moveTo>
                <a:lnTo>
                  <a:pt x="1041479" y="1971484"/>
                </a:lnTo>
                <a:lnTo>
                  <a:pt x="1033124" y="1984184"/>
                </a:lnTo>
                <a:lnTo>
                  <a:pt x="1047596" y="1984184"/>
                </a:lnTo>
                <a:lnTo>
                  <a:pt x="1055950" y="1971484"/>
                </a:lnTo>
                <a:close/>
              </a:path>
              <a:path w="3812540" h="3546475">
                <a:moveTo>
                  <a:pt x="1449565" y="1958784"/>
                </a:moveTo>
                <a:lnTo>
                  <a:pt x="1443672" y="1971484"/>
                </a:lnTo>
                <a:lnTo>
                  <a:pt x="1453870" y="1984184"/>
                </a:lnTo>
                <a:lnTo>
                  <a:pt x="1459750" y="1971484"/>
                </a:lnTo>
                <a:lnTo>
                  <a:pt x="1449565" y="1958784"/>
                </a:lnTo>
                <a:close/>
              </a:path>
              <a:path w="3812540" h="3546475">
                <a:moveTo>
                  <a:pt x="1605749" y="1971484"/>
                </a:moveTo>
                <a:lnTo>
                  <a:pt x="1600682" y="1984184"/>
                </a:lnTo>
                <a:lnTo>
                  <a:pt x="1614525" y="1984184"/>
                </a:lnTo>
                <a:lnTo>
                  <a:pt x="1605749" y="1971484"/>
                </a:lnTo>
                <a:close/>
              </a:path>
              <a:path w="3812540" h="3546475">
                <a:moveTo>
                  <a:pt x="2018512" y="1971484"/>
                </a:moveTo>
                <a:lnTo>
                  <a:pt x="2011032" y="1971484"/>
                </a:lnTo>
                <a:lnTo>
                  <a:pt x="2015781" y="1984184"/>
                </a:lnTo>
                <a:lnTo>
                  <a:pt x="2018512" y="1971484"/>
                </a:lnTo>
                <a:close/>
              </a:path>
              <a:path w="3812540" h="3546475">
                <a:moveTo>
                  <a:pt x="1304988" y="1958784"/>
                </a:moveTo>
                <a:lnTo>
                  <a:pt x="1286662" y="1958784"/>
                </a:lnTo>
                <a:lnTo>
                  <a:pt x="1298282" y="1971484"/>
                </a:lnTo>
                <a:lnTo>
                  <a:pt x="1304988" y="1958784"/>
                </a:lnTo>
                <a:close/>
              </a:path>
              <a:path w="3812540" h="3546475">
                <a:moveTo>
                  <a:pt x="1863750" y="1958784"/>
                </a:moveTo>
                <a:lnTo>
                  <a:pt x="1857578" y="1958784"/>
                </a:lnTo>
                <a:lnTo>
                  <a:pt x="1854022" y="1971484"/>
                </a:lnTo>
                <a:lnTo>
                  <a:pt x="1860194" y="1971484"/>
                </a:lnTo>
                <a:lnTo>
                  <a:pt x="1863750" y="1958784"/>
                </a:lnTo>
                <a:close/>
              </a:path>
              <a:path w="3812540" h="3546475">
                <a:moveTo>
                  <a:pt x="980945" y="1933384"/>
                </a:moveTo>
                <a:lnTo>
                  <a:pt x="972458" y="1946084"/>
                </a:lnTo>
                <a:lnTo>
                  <a:pt x="987167" y="1958784"/>
                </a:lnTo>
                <a:lnTo>
                  <a:pt x="995654" y="1946084"/>
                </a:lnTo>
                <a:lnTo>
                  <a:pt x="980945" y="1933384"/>
                </a:lnTo>
                <a:close/>
              </a:path>
              <a:path w="3812540" h="3546475">
                <a:moveTo>
                  <a:pt x="1150416" y="1946084"/>
                </a:moveTo>
                <a:lnTo>
                  <a:pt x="1137136" y="1946084"/>
                </a:lnTo>
                <a:lnTo>
                  <a:pt x="1129466" y="1958784"/>
                </a:lnTo>
                <a:lnTo>
                  <a:pt x="1142747" y="1958784"/>
                </a:lnTo>
                <a:lnTo>
                  <a:pt x="1150416" y="1946084"/>
                </a:lnTo>
                <a:close/>
              </a:path>
              <a:path w="3812540" h="3546475">
                <a:moveTo>
                  <a:pt x="1545208" y="1933384"/>
                </a:moveTo>
                <a:lnTo>
                  <a:pt x="1540014" y="1946084"/>
                </a:lnTo>
                <a:lnTo>
                  <a:pt x="1549018" y="1958784"/>
                </a:lnTo>
                <a:lnTo>
                  <a:pt x="1554225" y="1946084"/>
                </a:lnTo>
                <a:lnTo>
                  <a:pt x="1545208" y="1933384"/>
                </a:lnTo>
                <a:close/>
              </a:path>
              <a:path w="3812540" h="3546475">
                <a:moveTo>
                  <a:pt x="1701444" y="1946084"/>
                </a:moveTo>
                <a:lnTo>
                  <a:pt x="1697202" y="1958784"/>
                </a:lnTo>
                <a:lnTo>
                  <a:pt x="1708797" y="1958784"/>
                </a:lnTo>
                <a:lnTo>
                  <a:pt x="1701444" y="1946084"/>
                </a:lnTo>
                <a:close/>
              </a:path>
              <a:path w="3812540" h="3546475">
                <a:moveTo>
                  <a:pt x="824760" y="1920684"/>
                </a:moveTo>
                <a:lnTo>
                  <a:pt x="815449" y="1933384"/>
                </a:lnTo>
                <a:lnTo>
                  <a:pt x="831576" y="1946084"/>
                </a:lnTo>
                <a:lnTo>
                  <a:pt x="840888" y="1933384"/>
                </a:lnTo>
                <a:lnTo>
                  <a:pt x="824760" y="1920684"/>
                </a:lnTo>
                <a:close/>
              </a:path>
              <a:path w="3812540" h="3546475">
                <a:moveTo>
                  <a:pt x="1399463" y="1933384"/>
                </a:moveTo>
                <a:lnTo>
                  <a:pt x="1383004" y="1933384"/>
                </a:lnTo>
                <a:lnTo>
                  <a:pt x="1393443" y="1946084"/>
                </a:lnTo>
                <a:lnTo>
                  <a:pt x="1399463" y="1933384"/>
                </a:lnTo>
                <a:close/>
              </a:path>
              <a:path w="3812540" h="3546475">
                <a:moveTo>
                  <a:pt x="1958035" y="1933384"/>
                </a:moveTo>
                <a:lnTo>
                  <a:pt x="1953285" y="1933384"/>
                </a:lnTo>
                <a:lnTo>
                  <a:pt x="1950554" y="1946084"/>
                </a:lnTo>
                <a:lnTo>
                  <a:pt x="1955291" y="1946084"/>
                </a:lnTo>
                <a:lnTo>
                  <a:pt x="1958035" y="1933384"/>
                </a:lnTo>
                <a:close/>
              </a:path>
              <a:path w="3812540" h="3546475">
                <a:moveTo>
                  <a:pt x="1076603" y="1907984"/>
                </a:moveTo>
                <a:lnTo>
                  <a:pt x="1068793" y="1920684"/>
                </a:lnTo>
                <a:lnTo>
                  <a:pt x="1082318" y="1933384"/>
                </a:lnTo>
                <a:lnTo>
                  <a:pt x="1090120" y="1920684"/>
                </a:lnTo>
                <a:lnTo>
                  <a:pt x="1076603" y="1907984"/>
                </a:lnTo>
                <a:close/>
              </a:path>
              <a:path w="3812540" h="3546475">
                <a:moveTo>
                  <a:pt x="1244698" y="1920684"/>
                </a:moveTo>
                <a:lnTo>
                  <a:pt x="1232837" y="1920684"/>
                </a:lnTo>
                <a:lnTo>
                  <a:pt x="1225991" y="1933384"/>
                </a:lnTo>
                <a:lnTo>
                  <a:pt x="1237853" y="1933384"/>
                </a:lnTo>
                <a:lnTo>
                  <a:pt x="1244698" y="1920684"/>
                </a:lnTo>
                <a:close/>
              </a:path>
              <a:path w="3812540" h="3546475">
                <a:moveTo>
                  <a:pt x="1797049" y="1920684"/>
                </a:moveTo>
                <a:lnTo>
                  <a:pt x="1793354" y="1933384"/>
                </a:lnTo>
                <a:lnTo>
                  <a:pt x="1803450" y="1933384"/>
                </a:lnTo>
                <a:lnTo>
                  <a:pt x="1797049" y="1920684"/>
                </a:lnTo>
                <a:close/>
              </a:path>
              <a:path w="3812540" h="3546475">
                <a:moveTo>
                  <a:pt x="920412" y="1895284"/>
                </a:moveTo>
                <a:lnTo>
                  <a:pt x="911785" y="1907984"/>
                </a:lnTo>
                <a:lnTo>
                  <a:pt x="926732" y="1920684"/>
                </a:lnTo>
                <a:lnTo>
                  <a:pt x="935360" y="1907984"/>
                </a:lnTo>
                <a:lnTo>
                  <a:pt x="920412" y="1895284"/>
                </a:lnTo>
                <a:close/>
              </a:path>
              <a:path w="3812540" h="3546475">
                <a:moveTo>
                  <a:pt x="1493926" y="1907984"/>
                </a:moveTo>
                <a:lnTo>
                  <a:pt x="1479334" y="1907984"/>
                </a:lnTo>
                <a:lnTo>
                  <a:pt x="1488592" y="1920684"/>
                </a:lnTo>
                <a:lnTo>
                  <a:pt x="1493926" y="1907984"/>
                </a:lnTo>
                <a:close/>
              </a:path>
              <a:path w="3812540" h="3546475">
                <a:moveTo>
                  <a:pt x="2052497" y="1907984"/>
                </a:moveTo>
                <a:lnTo>
                  <a:pt x="2048941" y="1907984"/>
                </a:lnTo>
                <a:lnTo>
                  <a:pt x="2046884" y="1920684"/>
                </a:lnTo>
                <a:lnTo>
                  <a:pt x="2050440" y="1920684"/>
                </a:lnTo>
                <a:lnTo>
                  <a:pt x="2052497" y="1907984"/>
                </a:lnTo>
                <a:close/>
              </a:path>
              <a:path w="3812540" h="3546475">
                <a:moveTo>
                  <a:pt x="1172303" y="1882584"/>
                </a:moveTo>
                <a:lnTo>
                  <a:pt x="1165324" y="1895284"/>
                </a:lnTo>
                <a:lnTo>
                  <a:pt x="1177419" y="1907984"/>
                </a:lnTo>
                <a:lnTo>
                  <a:pt x="1184399" y="1895284"/>
                </a:lnTo>
                <a:lnTo>
                  <a:pt x="1172303" y="1882584"/>
                </a:lnTo>
                <a:close/>
              </a:path>
              <a:path w="3812540" h="3546475">
                <a:moveTo>
                  <a:pt x="1339164" y="1895284"/>
                </a:moveTo>
                <a:lnTo>
                  <a:pt x="1328496" y="1895284"/>
                </a:lnTo>
                <a:lnTo>
                  <a:pt x="1322336" y="1907984"/>
                </a:lnTo>
                <a:lnTo>
                  <a:pt x="1333004" y="1907984"/>
                </a:lnTo>
                <a:lnTo>
                  <a:pt x="1339164" y="1895284"/>
                </a:lnTo>
                <a:close/>
              </a:path>
              <a:path w="3812540" h="3546475">
                <a:moveTo>
                  <a:pt x="1892757" y="1895284"/>
                </a:moveTo>
                <a:lnTo>
                  <a:pt x="1889874" y="1907984"/>
                </a:lnTo>
                <a:lnTo>
                  <a:pt x="1897735" y="1907984"/>
                </a:lnTo>
                <a:lnTo>
                  <a:pt x="1892757" y="1895284"/>
                </a:lnTo>
                <a:close/>
              </a:path>
              <a:path w="3812540" h="3546475">
                <a:moveTo>
                  <a:pt x="1016119" y="1869884"/>
                </a:moveTo>
                <a:lnTo>
                  <a:pt x="1008315" y="1882584"/>
                </a:lnTo>
                <a:lnTo>
                  <a:pt x="1021834" y="1895284"/>
                </a:lnTo>
                <a:lnTo>
                  <a:pt x="1029637" y="1882584"/>
                </a:lnTo>
                <a:lnTo>
                  <a:pt x="1016119" y="1869884"/>
                </a:lnTo>
                <a:close/>
              </a:path>
              <a:path w="3812540" h="3546475">
                <a:moveTo>
                  <a:pt x="1588211" y="1882584"/>
                </a:moveTo>
                <a:lnTo>
                  <a:pt x="1575866" y="1882584"/>
                </a:lnTo>
                <a:lnTo>
                  <a:pt x="1583689" y="1895284"/>
                </a:lnTo>
                <a:lnTo>
                  <a:pt x="1588211" y="1882584"/>
                </a:lnTo>
                <a:close/>
              </a:path>
              <a:path w="3812540" h="3546475">
                <a:moveTo>
                  <a:pt x="2146782" y="1882584"/>
                </a:moveTo>
                <a:lnTo>
                  <a:pt x="2143416" y="1882584"/>
                </a:lnTo>
                <a:lnTo>
                  <a:pt x="2145550" y="1895284"/>
                </a:lnTo>
                <a:lnTo>
                  <a:pt x="2146782" y="1882584"/>
                </a:lnTo>
                <a:close/>
              </a:path>
              <a:path w="3812540" h="3546475">
                <a:moveTo>
                  <a:pt x="859928" y="1857184"/>
                </a:moveTo>
                <a:lnTo>
                  <a:pt x="851301" y="1882584"/>
                </a:lnTo>
                <a:lnTo>
                  <a:pt x="866244" y="1882584"/>
                </a:lnTo>
                <a:lnTo>
                  <a:pt x="874876" y="1869884"/>
                </a:lnTo>
                <a:lnTo>
                  <a:pt x="859928" y="1857184"/>
                </a:lnTo>
                <a:close/>
              </a:path>
              <a:path w="3812540" h="3546475">
                <a:moveTo>
                  <a:pt x="1433639" y="1869884"/>
                </a:moveTo>
                <a:lnTo>
                  <a:pt x="1424152" y="1869884"/>
                </a:lnTo>
                <a:lnTo>
                  <a:pt x="1418666" y="1882584"/>
                </a:lnTo>
                <a:lnTo>
                  <a:pt x="1428165" y="1882584"/>
                </a:lnTo>
                <a:lnTo>
                  <a:pt x="1433639" y="1869884"/>
                </a:lnTo>
                <a:close/>
              </a:path>
              <a:path w="3812540" h="3546475">
                <a:moveTo>
                  <a:pt x="1988413" y="1869884"/>
                </a:moveTo>
                <a:lnTo>
                  <a:pt x="1986216" y="1882584"/>
                </a:lnTo>
                <a:lnTo>
                  <a:pt x="1992198" y="1882584"/>
                </a:lnTo>
                <a:lnTo>
                  <a:pt x="1988413" y="1869884"/>
                </a:lnTo>
                <a:close/>
              </a:path>
              <a:path w="3812540" h="3546475">
                <a:moveTo>
                  <a:pt x="1111770" y="1844484"/>
                </a:moveTo>
                <a:lnTo>
                  <a:pt x="1104652" y="1857184"/>
                </a:lnTo>
                <a:lnTo>
                  <a:pt x="1116985" y="1869884"/>
                </a:lnTo>
                <a:lnTo>
                  <a:pt x="1124108" y="1857184"/>
                </a:lnTo>
                <a:lnTo>
                  <a:pt x="1111770" y="1844484"/>
                </a:lnTo>
                <a:close/>
              </a:path>
              <a:path w="3812540" h="3546475">
                <a:moveTo>
                  <a:pt x="1268011" y="1857184"/>
                </a:moveTo>
                <a:lnTo>
                  <a:pt x="1261849" y="1869884"/>
                </a:lnTo>
                <a:lnTo>
                  <a:pt x="1278686" y="1869884"/>
                </a:lnTo>
                <a:lnTo>
                  <a:pt x="1268011" y="1857184"/>
                </a:lnTo>
                <a:close/>
              </a:path>
              <a:path w="3812540" h="3546475">
                <a:moveTo>
                  <a:pt x="1682673" y="1857184"/>
                </a:moveTo>
                <a:lnTo>
                  <a:pt x="1672208" y="1857184"/>
                </a:lnTo>
                <a:lnTo>
                  <a:pt x="1678851" y="1869884"/>
                </a:lnTo>
                <a:lnTo>
                  <a:pt x="1682673" y="1857184"/>
                </a:lnTo>
                <a:close/>
              </a:path>
              <a:path w="3812540" h="3546475">
                <a:moveTo>
                  <a:pt x="2241435" y="1857184"/>
                </a:moveTo>
                <a:lnTo>
                  <a:pt x="2239555" y="1857184"/>
                </a:lnTo>
                <a:lnTo>
                  <a:pt x="2240749" y="1869884"/>
                </a:lnTo>
                <a:lnTo>
                  <a:pt x="2241435" y="1857184"/>
                </a:lnTo>
                <a:close/>
              </a:path>
              <a:path w="3812540" h="3546475">
                <a:moveTo>
                  <a:pt x="955586" y="1831784"/>
                </a:moveTo>
                <a:lnTo>
                  <a:pt x="947643" y="1857184"/>
                </a:lnTo>
                <a:lnTo>
                  <a:pt x="961400" y="1857184"/>
                </a:lnTo>
                <a:lnTo>
                  <a:pt x="969342" y="1844484"/>
                </a:lnTo>
                <a:lnTo>
                  <a:pt x="955586" y="1831784"/>
                </a:lnTo>
                <a:close/>
              </a:path>
              <a:path w="3812540" h="3546475">
                <a:moveTo>
                  <a:pt x="1527911" y="1844484"/>
                </a:moveTo>
                <a:lnTo>
                  <a:pt x="1519847" y="1844484"/>
                </a:lnTo>
                <a:lnTo>
                  <a:pt x="1515198" y="1857184"/>
                </a:lnTo>
                <a:lnTo>
                  <a:pt x="1523263" y="1857184"/>
                </a:lnTo>
                <a:lnTo>
                  <a:pt x="1527911" y="1844484"/>
                </a:lnTo>
                <a:close/>
              </a:path>
              <a:path w="3812540" h="3546475">
                <a:moveTo>
                  <a:pt x="1207477" y="1819084"/>
                </a:moveTo>
                <a:lnTo>
                  <a:pt x="1201177" y="1831784"/>
                </a:lnTo>
                <a:lnTo>
                  <a:pt x="1212090" y="1844484"/>
                </a:lnTo>
                <a:lnTo>
                  <a:pt x="1218385" y="1831784"/>
                </a:lnTo>
                <a:lnTo>
                  <a:pt x="1207477" y="1819084"/>
                </a:lnTo>
                <a:close/>
              </a:path>
              <a:path w="3812540" h="3546475">
                <a:moveTo>
                  <a:pt x="1363611" y="1831784"/>
                </a:moveTo>
                <a:lnTo>
                  <a:pt x="1357998" y="1844484"/>
                </a:lnTo>
                <a:lnTo>
                  <a:pt x="1373339" y="1844484"/>
                </a:lnTo>
                <a:lnTo>
                  <a:pt x="1363611" y="1831784"/>
                </a:lnTo>
                <a:close/>
              </a:path>
              <a:path w="3812540" h="3546475">
                <a:moveTo>
                  <a:pt x="1776958" y="1831784"/>
                </a:moveTo>
                <a:lnTo>
                  <a:pt x="1768728" y="1831784"/>
                </a:lnTo>
                <a:lnTo>
                  <a:pt x="1773948" y="1844484"/>
                </a:lnTo>
                <a:lnTo>
                  <a:pt x="1776958" y="1831784"/>
                </a:lnTo>
                <a:close/>
              </a:path>
              <a:path w="3812540" h="3546475">
                <a:moveTo>
                  <a:pt x="1063812" y="1819084"/>
                </a:moveTo>
                <a:lnTo>
                  <a:pt x="1051237" y="1819084"/>
                </a:lnTo>
                <a:lnTo>
                  <a:pt x="1043984" y="1831784"/>
                </a:lnTo>
                <a:lnTo>
                  <a:pt x="1056551" y="1831784"/>
                </a:lnTo>
                <a:lnTo>
                  <a:pt x="1063812" y="1819084"/>
                </a:lnTo>
                <a:close/>
              </a:path>
              <a:path w="3812540" h="3546475">
                <a:moveTo>
                  <a:pt x="1622386" y="1819084"/>
                </a:moveTo>
                <a:lnTo>
                  <a:pt x="1615503" y="1819084"/>
                </a:lnTo>
                <a:lnTo>
                  <a:pt x="1611541" y="1831784"/>
                </a:lnTo>
                <a:lnTo>
                  <a:pt x="1618411" y="1831784"/>
                </a:lnTo>
                <a:lnTo>
                  <a:pt x="1622386" y="1819084"/>
                </a:lnTo>
                <a:close/>
              </a:path>
              <a:path w="3812540" h="3546475">
                <a:moveTo>
                  <a:pt x="909046" y="1806384"/>
                </a:moveTo>
                <a:lnTo>
                  <a:pt x="895052" y="1806384"/>
                </a:lnTo>
                <a:lnTo>
                  <a:pt x="886970" y="1819084"/>
                </a:lnTo>
                <a:lnTo>
                  <a:pt x="900965" y="1819084"/>
                </a:lnTo>
                <a:lnTo>
                  <a:pt x="909046" y="1806384"/>
                </a:lnTo>
                <a:close/>
              </a:path>
              <a:path w="3812540" h="3546475">
                <a:moveTo>
                  <a:pt x="1303134" y="1793684"/>
                </a:moveTo>
                <a:lnTo>
                  <a:pt x="1297520" y="1806384"/>
                </a:lnTo>
                <a:lnTo>
                  <a:pt x="1307236" y="1819084"/>
                </a:lnTo>
                <a:lnTo>
                  <a:pt x="1312862" y="1806384"/>
                </a:lnTo>
                <a:lnTo>
                  <a:pt x="1303134" y="1793684"/>
                </a:lnTo>
                <a:close/>
              </a:path>
              <a:path w="3812540" h="3546475">
                <a:moveTo>
                  <a:pt x="1459318" y="1806384"/>
                </a:moveTo>
                <a:lnTo>
                  <a:pt x="1454530" y="1819084"/>
                </a:lnTo>
                <a:lnTo>
                  <a:pt x="1467624" y="1819084"/>
                </a:lnTo>
                <a:lnTo>
                  <a:pt x="1459318" y="1806384"/>
                </a:lnTo>
                <a:close/>
              </a:path>
              <a:path w="3812540" h="3546475">
                <a:moveTo>
                  <a:pt x="1158091" y="1793684"/>
                </a:moveTo>
                <a:lnTo>
                  <a:pt x="1140504" y="1793684"/>
                </a:lnTo>
                <a:lnTo>
                  <a:pt x="1151656" y="1806384"/>
                </a:lnTo>
                <a:lnTo>
                  <a:pt x="1158091" y="1793684"/>
                </a:lnTo>
                <a:close/>
              </a:path>
              <a:path w="3812540" h="3546475">
                <a:moveTo>
                  <a:pt x="1716658" y="1793684"/>
                </a:moveTo>
                <a:lnTo>
                  <a:pt x="1711210" y="1793684"/>
                </a:lnTo>
                <a:lnTo>
                  <a:pt x="1708061" y="1806384"/>
                </a:lnTo>
                <a:lnTo>
                  <a:pt x="1713509" y="1806384"/>
                </a:lnTo>
                <a:lnTo>
                  <a:pt x="1716658" y="1793684"/>
                </a:lnTo>
                <a:close/>
              </a:path>
              <a:path w="3812540" h="3546475">
                <a:moveTo>
                  <a:pt x="1003513" y="1780984"/>
                </a:moveTo>
                <a:lnTo>
                  <a:pt x="990709" y="1780984"/>
                </a:lnTo>
                <a:lnTo>
                  <a:pt x="983312" y="1793684"/>
                </a:lnTo>
                <a:lnTo>
                  <a:pt x="996121" y="1793684"/>
                </a:lnTo>
                <a:lnTo>
                  <a:pt x="1003513" y="1780984"/>
                </a:lnTo>
                <a:close/>
              </a:path>
              <a:path w="3812540" h="3546475">
                <a:moveTo>
                  <a:pt x="1398777" y="1768284"/>
                </a:moveTo>
                <a:lnTo>
                  <a:pt x="1393850" y="1780984"/>
                </a:lnTo>
                <a:lnTo>
                  <a:pt x="1402397" y="1793684"/>
                </a:lnTo>
                <a:lnTo>
                  <a:pt x="1407325" y="1780984"/>
                </a:lnTo>
                <a:lnTo>
                  <a:pt x="1398777" y="1768284"/>
                </a:lnTo>
                <a:close/>
              </a:path>
              <a:path w="3812540" h="3546475">
                <a:moveTo>
                  <a:pt x="1555026" y="1780984"/>
                </a:moveTo>
                <a:lnTo>
                  <a:pt x="1551050" y="1793684"/>
                </a:lnTo>
                <a:lnTo>
                  <a:pt x="1561896" y="1793684"/>
                </a:lnTo>
                <a:lnTo>
                  <a:pt x="1555026" y="1780984"/>
                </a:lnTo>
                <a:close/>
              </a:path>
              <a:path w="3812540" h="3546475">
                <a:moveTo>
                  <a:pt x="1252562" y="1768284"/>
                </a:moveTo>
                <a:lnTo>
                  <a:pt x="1236846" y="1768284"/>
                </a:lnTo>
                <a:lnTo>
                  <a:pt x="1246807" y="1780984"/>
                </a:lnTo>
                <a:lnTo>
                  <a:pt x="1252562" y="1768284"/>
                </a:lnTo>
                <a:close/>
              </a:path>
              <a:path w="3812540" h="3546475">
                <a:moveTo>
                  <a:pt x="1811312" y="1768284"/>
                </a:moveTo>
                <a:lnTo>
                  <a:pt x="1806803" y="1768284"/>
                </a:lnTo>
                <a:lnTo>
                  <a:pt x="1804212" y="1780984"/>
                </a:lnTo>
                <a:lnTo>
                  <a:pt x="1808721" y="1780984"/>
                </a:lnTo>
                <a:lnTo>
                  <a:pt x="1811312" y="1768284"/>
                </a:lnTo>
                <a:close/>
              </a:path>
              <a:path w="3812540" h="3546475">
                <a:moveTo>
                  <a:pt x="930170" y="1742884"/>
                </a:moveTo>
                <a:lnTo>
                  <a:pt x="922639" y="1755584"/>
                </a:lnTo>
                <a:lnTo>
                  <a:pt x="935682" y="1768284"/>
                </a:lnTo>
                <a:lnTo>
                  <a:pt x="943217" y="1755584"/>
                </a:lnTo>
                <a:lnTo>
                  <a:pt x="930170" y="1742884"/>
                </a:lnTo>
                <a:close/>
              </a:path>
              <a:path w="3812540" h="3546475">
                <a:moveTo>
                  <a:pt x="1097795" y="1755584"/>
                </a:moveTo>
                <a:lnTo>
                  <a:pt x="1086410" y="1755584"/>
                </a:lnTo>
                <a:lnTo>
                  <a:pt x="1079837" y="1768284"/>
                </a:lnTo>
                <a:lnTo>
                  <a:pt x="1091222" y="1768284"/>
                </a:lnTo>
                <a:lnTo>
                  <a:pt x="1097795" y="1755584"/>
                </a:lnTo>
                <a:close/>
              </a:path>
              <a:path w="3812540" h="3546475">
                <a:moveTo>
                  <a:pt x="1650682" y="1755584"/>
                </a:moveTo>
                <a:lnTo>
                  <a:pt x="1647393" y="1768284"/>
                </a:lnTo>
                <a:lnTo>
                  <a:pt x="1656372" y="1768284"/>
                </a:lnTo>
                <a:lnTo>
                  <a:pt x="1650682" y="1755584"/>
                </a:lnTo>
                <a:close/>
              </a:path>
              <a:path w="3812540" h="3546475">
                <a:moveTo>
                  <a:pt x="1346834" y="1742884"/>
                </a:moveTo>
                <a:lnTo>
                  <a:pt x="1333372" y="1742884"/>
                </a:lnTo>
                <a:lnTo>
                  <a:pt x="1341907" y="1755584"/>
                </a:lnTo>
                <a:lnTo>
                  <a:pt x="1346834" y="1742884"/>
                </a:lnTo>
                <a:close/>
              </a:path>
              <a:path w="3812540" h="3546475">
                <a:moveTo>
                  <a:pt x="1905596" y="1742884"/>
                </a:moveTo>
                <a:lnTo>
                  <a:pt x="1902510" y="1742884"/>
                </a:lnTo>
                <a:lnTo>
                  <a:pt x="1900732" y="1755584"/>
                </a:lnTo>
                <a:lnTo>
                  <a:pt x="1903818" y="1755584"/>
                </a:lnTo>
                <a:lnTo>
                  <a:pt x="1905596" y="1742884"/>
                </a:lnTo>
                <a:close/>
              </a:path>
              <a:path w="3812540" h="3546475">
                <a:moveTo>
                  <a:pt x="1025876" y="1717484"/>
                </a:moveTo>
                <a:lnTo>
                  <a:pt x="1019169" y="1730184"/>
                </a:lnTo>
                <a:lnTo>
                  <a:pt x="1030789" y="1742884"/>
                </a:lnTo>
                <a:lnTo>
                  <a:pt x="1037501" y="1730184"/>
                </a:lnTo>
                <a:lnTo>
                  <a:pt x="1025876" y="1717484"/>
                </a:lnTo>
                <a:close/>
              </a:path>
              <a:path w="3812540" h="3546475">
                <a:moveTo>
                  <a:pt x="1192261" y="1730184"/>
                </a:moveTo>
                <a:lnTo>
                  <a:pt x="1182067" y="1730184"/>
                </a:lnTo>
                <a:lnTo>
                  <a:pt x="1176178" y="1742884"/>
                </a:lnTo>
                <a:lnTo>
                  <a:pt x="1186372" y="1742884"/>
                </a:lnTo>
                <a:lnTo>
                  <a:pt x="1192261" y="1730184"/>
                </a:lnTo>
                <a:close/>
              </a:path>
              <a:path w="3812540" h="3546475">
                <a:moveTo>
                  <a:pt x="1746326" y="1730184"/>
                </a:moveTo>
                <a:lnTo>
                  <a:pt x="1743722" y="1742884"/>
                </a:lnTo>
                <a:lnTo>
                  <a:pt x="1750834" y="1742884"/>
                </a:lnTo>
                <a:lnTo>
                  <a:pt x="1746326" y="1730184"/>
                </a:lnTo>
                <a:close/>
              </a:path>
              <a:path w="3812540" h="3546475">
                <a:moveTo>
                  <a:pt x="1441310" y="1717484"/>
                </a:moveTo>
                <a:lnTo>
                  <a:pt x="1429702" y="1717484"/>
                </a:lnTo>
                <a:lnTo>
                  <a:pt x="1437068" y="1730184"/>
                </a:lnTo>
                <a:lnTo>
                  <a:pt x="1441310" y="1717484"/>
                </a:lnTo>
                <a:close/>
              </a:path>
              <a:path w="3812540" h="3546475">
                <a:moveTo>
                  <a:pt x="1999881" y="1717484"/>
                </a:moveTo>
                <a:lnTo>
                  <a:pt x="1997252" y="1717484"/>
                </a:lnTo>
                <a:lnTo>
                  <a:pt x="1998916" y="1730184"/>
                </a:lnTo>
                <a:lnTo>
                  <a:pt x="1999881" y="1717484"/>
                </a:lnTo>
                <a:close/>
              </a:path>
              <a:path w="3812540" h="3546475">
                <a:moveTo>
                  <a:pt x="1286548" y="1704784"/>
                </a:moveTo>
                <a:lnTo>
                  <a:pt x="1277772" y="1704784"/>
                </a:lnTo>
                <a:lnTo>
                  <a:pt x="1272705" y="1717484"/>
                </a:lnTo>
                <a:lnTo>
                  <a:pt x="1281480" y="1717484"/>
                </a:lnTo>
                <a:lnTo>
                  <a:pt x="1286548" y="1704784"/>
                </a:lnTo>
                <a:close/>
              </a:path>
              <a:path w="3812540" h="3546475">
                <a:moveTo>
                  <a:pt x="1841982" y="1704784"/>
                </a:moveTo>
                <a:lnTo>
                  <a:pt x="1840064" y="1717484"/>
                </a:lnTo>
                <a:lnTo>
                  <a:pt x="1845297" y="1717484"/>
                </a:lnTo>
                <a:lnTo>
                  <a:pt x="1841982" y="1704784"/>
                </a:lnTo>
                <a:close/>
              </a:path>
              <a:path w="3812540" h="3546475">
                <a:moveTo>
                  <a:pt x="965343" y="1679384"/>
                </a:moveTo>
                <a:lnTo>
                  <a:pt x="958498" y="1692084"/>
                </a:lnTo>
                <a:lnTo>
                  <a:pt x="970354" y="1704784"/>
                </a:lnTo>
                <a:lnTo>
                  <a:pt x="977200" y="1692084"/>
                </a:lnTo>
                <a:lnTo>
                  <a:pt x="965343" y="1679384"/>
                </a:lnTo>
                <a:close/>
              </a:path>
              <a:path w="3812540" h="3546475">
                <a:moveTo>
                  <a:pt x="1121583" y="1692084"/>
                </a:moveTo>
                <a:lnTo>
                  <a:pt x="1115694" y="1704784"/>
                </a:lnTo>
                <a:lnTo>
                  <a:pt x="1131778" y="1704784"/>
                </a:lnTo>
                <a:lnTo>
                  <a:pt x="1121583" y="1692084"/>
                </a:lnTo>
                <a:close/>
              </a:path>
              <a:path w="3812540" h="3546475">
                <a:moveTo>
                  <a:pt x="1535772" y="1692084"/>
                </a:moveTo>
                <a:lnTo>
                  <a:pt x="1526044" y="1692084"/>
                </a:lnTo>
                <a:lnTo>
                  <a:pt x="1532216" y="1704784"/>
                </a:lnTo>
                <a:lnTo>
                  <a:pt x="1535772" y="1692084"/>
                </a:lnTo>
                <a:close/>
              </a:path>
              <a:path w="3812540" h="3546475">
                <a:moveTo>
                  <a:pt x="1381010" y="1679384"/>
                </a:moveTo>
                <a:lnTo>
                  <a:pt x="1373416" y="1679384"/>
                </a:lnTo>
                <a:lnTo>
                  <a:pt x="1369034" y="1692084"/>
                </a:lnTo>
                <a:lnTo>
                  <a:pt x="1376629" y="1692084"/>
                </a:lnTo>
                <a:lnTo>
                  <a:pt x="1381010" y="1679384"/>
                </a:lnTo>
                <a:close/>
              </a:path>
              <a:path w="3812540" h="3546475">
                <a:moveTo>
                  <a:pt x="1061045" y="1653984"/>
                </a:moveTo>
                <a:lnTo>
                  <a:pt x="1055023" y="1666684"/>
                </a:lnTo>
                <a:lnTo>
                  <a:pt x="1065460" y="1679384"/>
                </a:lnTo>
                <a:lnTo>
                  <a:pt x="1071483" y="1666684"/>
                </a:lnTo>
                <a:lnTo>
                  <a:pt x="1061045" y="1653984"/>
                </a:lnTo>
                <a:close/>
              </a:path>
              <a:path w="3812540" h="3546475">
                <a:moveTo>
                  <a:pt x="1217235" y="1666684"/>
                </a:moveTo>
                <a:lnTo>
                  <a:pt x="1212030" y="1679384"/>
                </a:lnTo>
                <a:lnTo>
                  <a:pt x="1226249" y="1679384"/>
                </a:lnTo>
                <a:lnTo>
                  <a:pt x="1217235" y="1666684"/>
                </a:lnTo>
                <a:close/>
              </a:path>
              <a:path w="3812540" h="3546475">
                <a:moveTo>
                  <a:pt x="1630248" y="1666684"/>
                </a:moveTo>
                <a:lnTo>
                  <a:pt x="1622386" y="1666684"/>
                </a:lnTo>
                <a:lnTo>
                  <a:pt x="1627365" y="1679384"/>
                </a:lnTo>
                <a:lnTo>
                  <a:pt x="1630248" y="1666684"/>
                </a:lnTo>
                <a:close/>
              </a:path>
              <a:path w="3812540" h="3546475">
                <a:moveTo>
                  <a:pt x="1475473" y="1653984"/>
                </a:moveTo>
                <a:lnTo>
                  <a:pt x="1469072" y="1653984"/>
                </a:lnTo>
                <a:lnTo>
                  <a:pt x="1465376" y="1666684"/>
                </a:lnTo>
                <a:lnTo>
                  <a:pt x="1471777" y="1666684"/>
                </a:lnTo>
                <a:lnTo>
                  <a:pt x="1475473" y="1653984"/>
                </a:lnTo>
                <a:close/>
              </a:path>
              <a:path w="3812540" h="3546475">
                <a:moveTo>
                  <a:pt x="1156696" y="1628584"/>
                </a:moveTo>
                <a:lnTo>
                  <a:pt x="1151359" y="1641284"/>
                </a:lnTo>
                <a:lnTo>
                  <a:pt x="1160605" y="1653984"/>
                </a:lnTo>
                <a:lnTo>
                  <a:pt x="1165948" y="1641284"/>
                </a:lnTo>
                <a:lnTo>
                  <a:pt x="1156696" y="1628584"/>
                </a:lnTo>
                <a:close/>
              </a:path>
              <a:path w="3812540" h="3546475">
                <a:moveTo>
                  <a:pt x="1312938" y="1641284"/>
                </a:moveTo>
                <a:lnTo>
                  <a:pt x="1308557" y="1653984"/>
                </a:lnTo>
                <a:lnTo>
                  <a:pt x="1320533" y="1653984"/>
                </a:lnTo>
                <a:lnTo>
                  <a:pt x="1312938" y="1641284"/>
                </a:lnTo>
                <a:close/>
              </a:path>
              <a:path w="3812540" h="3546475">
                <a:moveTo>
                  <a:pt x="1011187" y="1628584"/>
                </a:moveTo>
                <a:lnTo>
                  <a:pt x="994350" y="1628584"/>
                </a:lnTo>
                <a:lnTo>
                  <a:pt x="1005025" y="1641284"/>
                </a:lnTo>
                <a:lnTo>
                  <a:pt x="1011187" y="1628584"/>
                </a:lnTo>
                <a:close/>
              </a:path>
              <a:path w="3812540" h="3546475">
                <a:moveTo>
                  <a:pt x="1569758" y="1628584"/>
                </a:moveTo>
                <a:lnTo>
                  <a:pt x="1564779" y="1628584"/>
                </a:lnTo>
                <a:lnTo>
                  <a:pt x="1561896" y="1641284"/>
                </a:lnTo>
                <a:lnTo>
                  <a:pt x="1566887" y="1641284"/>
                </a:lnTo>
                <a:lnTo>
                  <a:pt x="1569758" y="1628584"/>
                </a:lnTo>
                <a:close/>
              </a:path>
              <a:path w="3812540" h="3546475">
                <a:moveTo>
                  <a:pt x="1408544" y="1615884"/>
                </a:moveTo>
                <a:lnTo>
                  <a:pt x="1404708" y="1628584"/>
                </a:lnTo>
                <a:lnTo>
                  <a:pt x="1415186" y="1628584"/>
                </a:lnTo>
                <a:lnTo>
                  <a:pt x="1408544" y="1615884"/>
                </a:lnTo>
                <a:close/>
              </a:path>
              <a:path w="3812540" h="3546475">
                <a:moveTo>
                  <a:pt x="1105654" y="1603184"/>
                </a:moveTo>
                <a:lnTo>
                  <a:pt x="1090692" y="1603184"/>
                </a:lnTo>
                <a:lnTo>
                  <a:pt x="1100176" y="1615884"/>
                </a:lnTo>
                <a:lnTo>
                  <a:pt x="1105654" y="1603184"/>
                </a:lnTo>
                <a:close/>
              </a:path>
              <a:path w="3812540" h="3546475">
                <a:moveTo>
                  <a:pt x="1252407" y="1603184"/>
                </a:moveTo>
                <a:lnTo>
                  <a:pt x="1247889" y="1615884"/>
                </a:lnTo>
                <a:lnTo>
                  <a:pt x="1260232" y="1615884"/>
                </a:lnTo>
                <a:lnTo>
                  <a:pt x="1252407" y="1603184"/>
                </a:lnTo>
                <a:close/>
              </a:path>
              <a:path w="3812540" h="3546475">
                <a:moveTo>
                  <a:pt x="1664220" y="1603184"/>
                </a:moveTo>
                <a:lnTo>
                  <a:pt x="1660436" y="1603184"/>
                </a:lnTo>
                <a:lnTo>
                  <a:pt x="1658238" y="1615884"/>
                </a:lnTo>
                <a:lnTo>
                  <a:pt x="1662036" y="1615884"/>
                </a:lnTo>
                <a:lnTo>
                  <a:pt x="1664220" y="1603184"/>
                </a:lnTo>
                <a:close/>
              </a:path>
              <a:path w="3812540" h="3546475">
                <a:moveTo>
                  <a:pt x="1504251" y="1590484"/>
                </a:moveTo>
                <a:lnTo>
                  <a:pt x="1501228" y="1603184"/>
                </a:lnTo>
                <a:lnTo>
                  <a:pt x="1509458" y="1603184"/>
                </a:lnTo>
                <a:lnTo>
                  <a:pt x="1504251" y="1590484"/>
                </a:lnTo>
                <a:close/>
              </a:path>
              <a:path w="3812540" h="3546475">
                <a:moveTo>
                  <a:pt x="1281722" y="1139913"/>
                </a:moveTo>
                <a:lnTo>
                  <a:pt x="1280629" y="1141806"/>
                </a:lnTo>
                <a:lnTo>
                  <a:pt x="1282534" y="1142911"/>
                </a:lnTo>
                <a:lnTo>
                  <a:pt x="1283627" y="1141006"/>
                </a:lnTo>
                <a:lnTo>
                  <a:pt x="1281722" y="1139913"/>
                </a:lnTo>
                <a:close/>
              </a:path>
              <a:path w="3812540" h="3546475">
                <a:moveTo>
                  <a:pt x="1246559" y="1199502"/>
                </a:moveTo>
                <a:lnTo>
                  <a:pt x="1244779" y="1202588"/>
                </a:lnTo>
                <a:lnTo>
                  <a:pt x="1247858" y="1204366"/>
                </a:lnTo>
                <a:lnTo>
                  <a:pt x="1249640" y="1201280"/>
                </a:lnTo>
                <a:lnTo>
                  <a:pt x="1246559" y="1199502"/>
                </a:lnTo>
                <a:close/>
              </a:path>
              <a:path w="3812540" h="3546475">
                <a:moveTo>
                  <a:pt x="1211386" y="1259077"/>
                </a:moveTo>
                <a:lnTo>
                  <a:pt x="1208920" y="1263345"/>
                </a:lnTo>
                <a:lnTo>
                  <a:pt x="1213192" y="1265821"/>
                </a:lnTo>
                <a:lnTo>
                  <a:pt x="1215657" y="1261541"/>
                </a:lnTo>
                <a:lnTo>
                  <a:pt x="1211386" y="1259077"/>
                </a:lnTo>
                <a:close/>
              </a:path>
              <a:path w="3812540" h="3546475">
                <a:moveTo>
                  <a:pt x="1176262" y="1318844"/>
                </a:moveTo>
                <a:lnTo>
                  <a:pt x="1173251" y="1324063"/>
                </a:lnTo>
                <a:lnTo>
                  <a:pt x="1178476" y="1327086"/>
                </a:lnTo>
                <a:lnTo>
                  <a:pt x="1181487" y="1321854"/>
                </a:lnTo>
                <a:lnTo>
                  <a:pt x="1176262" y="1318844"/>
                </a:lnTo>
                <a:close/>
              </a:path>
              <a:path w="3812540" h="3546475">
                <a:moveTo>
                  <a:pt x="1141094" y="1378432"/>
                </a:moveTo>
                <a:lnTo>
                  <a:pt x="1137399" y="1384833"/>
                </a:lnTo>
                <a:lnTo>
                  <a:pt x="1143803" y="1388541"/>
                </a:lnTo>
                <a:lnTo>
                  <a:pt x="1147499" y="1382128"/>
                </a:lnTo>
                <a:lnTo>
                  <a:pt x="1141094" y="1378432"/>
                </a:lnTo>
                <a:close/>
              </a:path>
              <a:path w="3812540" h="3546475">
                <a:moveTo>
                  <a:pt x="1105976" y="1438198"/>
                </a:moveTo>
                <a:lnTo>
                  <a:pt x="1101730" y="1445552"/>
                </a:lnTo>
                <a:lnTo>
                  <a:pt x="1109082" y="1449806"/>
                </a:lnTo>
                <a:lnTo>
                  <a:pt x="1113328" y="1442440"/>
                </a:lnTo>
                <a:lnTo>
                  <a:pt x="1105976" y="1438198"/>
                </a:lnTo>
                <a:close/>
              </a:path>
              <a:path w="3812540" h="3546475">
                <a:moveTo>
                  <a:pt x="1070802" y="1497774"/>
                </a:moveTo>
                <a:lnTo>
                  <a:pt x="1065876" y="1506321"/>
                </a:lnTo>
                <a:lnTo>
                  <a:pt x="1074414" y="1511261"/>
                </a:lnTo>
                <a:lnTo>
                  <a:pt x="1079341" y="1502714"/>
                </a:lnTo>
                <a:lnTo>
                  <a:pt x="1070802" y="1497774"/>
                </a:lnTo>
                <a:close/>
              </a:path>
              <a:path w="3812540" h="3546475">
                <a:moveTo>
                  <a:pt x="1035635" y="1557362"/>
                </a:moveTo>
                <a:lnTo>
                  <a:pt x="1030019" y="1567091"/>
                </a:lnTo>
                <a:lnTo>
                  <a:pt x="1039742" y="1572704"/>
                </a:lnTo>
                <a:lnTo>
                  <a:pt x="1045358" y="1562976"/>
                </a:lnTo>
                <a:lnTo>
                  <a:pt x="1035635" y="1557362"/>
                </a:lnTo>
                <a:close/>
              </a:path>
              <a:path w="3812540" h="3546475">
                <a:moveTo>
                  <a:pt x="1342262" y="1175042"/>
                </a:moveTo>
                <a:lnTo>
                  <a:pt x="1341297" y="1176705"/>
                </a:lnTo>
                <a:lnTo>
                  <a:pt x="1342961" y="1177670"/>
                </a:lnTo>
                <a:lnTo>
                  <a:pt x="1343926" y="1176007"/>
                </a:lnTo>
                <a:lnTo>
                  <a:pt x="1342262" y="1175042"/>
                </a:lnTo>
                <a:close/>
              </a:path>
              <a:path w="3812540" h="3546475">
                <a:moveTo>
                  <a:pt x="1307096" y="1234617"/>
                </a:moveTo>
                <a:lnTo>
                  <a:pt x="1305445" y="1237475"/>
                </a:lnTo>
                <a:lnTo>
                  <a:pt x="1308290" y="1239113"/>
                </a:lnTo>
                <a:lnTo>
                  <a:pt x="1309941" y="1236268"/>
                </a:lnTo>
                <a:lnTo>
                  <a:pt x="1307096" y="1234617"/>
                </a:lnTo>
                <a:close/>
              </a:path>
              <a:path w="3812540" h="3546475">
                <a:moveTo>
                  <a:pt x="1271917" y="1294206"/>
                </a:moveTo>
                <a:lnTo>
                  <a:pt x="1269593" y="1298244"/>
                </a:lnTo>
                <a:lnTo>
                  <a:pt x="1273619" y="1300568"/>
                </a:lnTo>
                <a:lnTo>
                  <a:pt x="1275956" y="1296530"/>
                </a:lnTo>
                <a:lnTo>
                  <a:pt x="1271917" y="1294206"/>
                </a:lnTo>
                <a:close/>
              </a:path>
              <a:path w="3812540" h="3546475">
                <a:moveTo>
                  <a:pt x="1236800" y="1353972"/>
                </a:moveTo>
                <a:lnTo>
                  <a:pt x="1233924" y="1358963"/>
                </a:lnTo>
                <a:lnTo>
                  <a:pt x="1238905" y="1361833"/>
                </a:lnTo>
                <a:lnTo>
                  <a:pt x="1241781" y="1356855"/>
                </a:lnTo>
                <a:lnTo>
                  <a:pt x="1236800" y="1353972"/>
                </a:lnTo>
                <a:close/>
              </a:path>
              <a:path w="3812540" h="3546475">
                <a:moveTo>
                  <a:pt x="1201628" y="1413548"/>
                </a:moveTo>
                <a:lnTo>
                  <a:pt x="1198065" y="1419732"/>
                </a:lnTo>
                <a:lnTo>
                  <a:pt x="1204232" y="1423288"/>
                </a:lnTo>
                <a:lnTo>
                  <a:pt x="1207795" y="1417116"/>
                </a:lnTo>
                <a:lnTo>
                  <a:pt x="1201628" y="1413548"/>
                </a:lnTo>
                <a:close/>
              </a:path>
              <a:path w="3812540" h="3546475">
                <a:moveTo>
                  <a:pt x="1166510" y="1473326"/>
                </a:moveTo>
                <a:lnTo>
                  <a:pt x="1162401" y="1480451"/>
                </a:lnTo>
                <a:lnTo>
                  <a:pt x="1169516" y="1484553"/>
                </a:lnTo>
                <a:lnTo>
                  <a:pt x="1173623" y="1477441"/>
                </a:lnTo>
                <a:lnTo>
                  <a:pt x="1166510" y="1473326"/>
                </a:lnTo>
                <a:close/>
              </a:path>
              <a:path w="3812540" h="3546475">
                <a:moveTo>
                  <a:pt x="1131336" y="1532902"/>
                </a:moveTo>
                <a:lnTo>
                  <a:pt x="1126544" y="1541221"/>
                </a:lnTo>
                <a:lnTo>
                  <a:pt x="1134849" y="1546009"/>
                </a:lnTo>
                <a:lnTo>
                  <a:pt x="1139640" y="1537703"/>
                </a:lnTo>
                <a:lnTo>
                  <a:pt x="1131336" y="1532902"/>
                </a:lnTo>
                <a:close/>
              </a:path>
              <a:path w="3812540" h="3546475">
                <a:moveTo>
                  <a:pt x="1402740" y="1209979"/>
                </a:moveTo>
                <a:lnTo>
                  <a:pt x="1401787" y="1211643"/>
                </a:lnTo>
                <a:lnTo>
                  <a:pt x="1403438" y="1212595"/>
                </a:lnTo>
                <a:lnTo>
                  <a:pt x="1404404" y="1210944"/>
                </a:lnTo>
                <a:lnTo>
                  <a:pt x="1402740" y="1209979"/>
                </a:lnTo>
                <a:close/>
              </a:path>
              <a:path w="3812540" h="3546475">
                <a:moveTo>
                  <a:pt x="1367624" y="1269745"/>
                </a:moveTo>
                <a:lnTo>
                  <a:pt x="1366113" y="1272362"/>
                </a:lnTo>
                <a:lnTo>
                  <a:pt x="1368729" y="1273873"/>
                </a:lnTo>
                <a:lnTo>
                  <a:pt x="1370228" y="1271257"/>
                </a:lnTo>
                <a:lnTo>
                  <a:pt x="1367624" y="1269745"/>
                </a:lnTo>
                <a:close/>
              </a:path>
              <a:path w="3812540" h="3546475">
                <a:moveTo>
                  <a:pt x="1332458" y="1329334"/>
                </a:moveTo>
                <a:lnTo>
                  <a:pt x="1330261" y="1333131"/>
                </a:lnTo>
                <a:lnTo>
                  <a:pt x="1334058" y="1335328"/>
                </a:lnTo>
                <a:lnTo>
                  <a:pt x="1336243" y="1331531"/>
                </a:lnTo>
                <a:lnTo>
                  <a:pt x="1332458" y="1329334"/>
                </a:lnTo>
                <a:close/>
              </a:path>
              <a:path w="3812540" h="3546475">
                <a:moveTo>
                  <a:pt x="1297279" y="1388922"/>
                </a:moveTo>
                <a:lnTo>
                  <a:pt x="1294409" y="1393901"/>
                </a:lnTo>
                <a:lnTo>
                  <a:pt x="1299387" y="1396784"/>
                </a:lnTo>
                <a:lnTo>
                  <a:pt x="1302270" y="1391792"/>
                </a:lnTo>
                <a:lnTo>
                  <a:pt x="1297279" y="1388922"/>
                </a:lnTo>
                <a:close/>
              </a:path>
              <a:path w="3812540" h="3546475">
                <a:moveTo>
                  <a:pt x="1262161" y="1448688"/>
                </a:moveTo>
                <a:lnTo>
                  <a:pt x="1258738" y="1454619"/>
                </a:lnTo>
                <a:lnTo>
                  <a:pt x="1264672" y="1458036"/>
                </a:lnTo>
                <a:lnTo>
                  <a:pt x="1268094" y="1452105"/>
                </a:lnTo>
                <a:lnTo>
                  <a:pt x="1262161" y="1448688"/>
                </a:lnTo>
                <a:close/>
              </a:path>
              <a:path w="3812540" h="3546475">
                <a:moveTo>
                  <a:pt x="1226993" y="1508264"/>
                </a:moveTo>
                <a:lnTo>
                  <a:pt x="1222885" y="1515389"/>
                </a:lnTo>
                <a:lnTo>
                  <a:pt x="1230000" y="1519491"/>
                </a:lnTo>
                <a:lnTo>
                  <a:pt x="1234107" y="1512379"/>
                </a:lnTo>
                <a:lnTo>
                  <a:pt x="1226993" y="1508264"/>
                </a:lnTo>
                <a:close/>
              </a:path>
              <a:path w="3812540" h="3546475">
                <a:moveTo>
                  <a:pt x="1191869" y="1568030"/>
                </a:moveTo>
                <a:lnTo>
                  <a:pt x="1187216" y="1576108"/>
                </a:lnTo>
                <a:lnTo>
                  <a:pt x="1195278" y="1580756"/>
                </a:lnTo>
                <a:lnTo>
                  <a:pt x="1199936" y="1572691"/>
                </a:lnTo>
                <a:lnTo>
                  <a:pt x="1191869" y="1568030"/>
                </a:lnTo>
                <a:close/>
              </a:path>
              <a:path w="3812540" h="3546475">
                <a:moveTo>
                  <a:pt x="1463281" y="1245107"/>
                </a:moveTo>
                <a:lnTo>
                  <a:pt x="1462455" y="1246530"/>
                </a:lnTo>
                <a:lnTo>
                  <a:pt x="1463878" y="1247355"/>
                </a:lnTo>
                <a:lnTo>
                  <a:pt x="1464703" y="1245933"/>
                </a:lnTo>
                <a:lnTo>
                  <a:pt x="1463281" y="1245107"/>
                </a:lnTo>
                <a:close/>
              </a:path>
              <a:path w="3812540" h="3546475">
                <a:moveTo>
                  <a:pt x="1428165" y="1304874"/>
                </a:moveTo>
                <a:lnTo>
                  <a:pt x="1426794" y="1307249"/>
                </a:lnTo>
                <a:lnTo>
                  <a:pt x="1429156" y="1308620"/>
                </a:lnTo>
                <a:lnTo>
                  <a:pt x="1430527" y="1306245"/>
                </a:lnTo>
                <a:lnTo>
                  <a:pt x="1428165" y="1304874"/>
                </a:lnTo>
                <a:close/>
              </a:path>
              <a:path w="3812540" h="3546475">
                <a:moveTo>
                  <a:pt x="1392986" y="1364462"/>
                </a:moveTo>
                <a:lnTo>
                  <a:pt x="1390929" y="1368018"/>
                </a:lnTo>
                <a:lnTo>
                  <a:pt x="1394485" y="1370075"/>
                </a:lnTo>
                <a:lnTo>
                  <a:pt x="1396542" y="1366507"/>
                </a:lnTo>
                <a:lnTo>
                  <a:pt x="1392986" y="1364462"/>
                </a:lnTo>
                <a:close/>
              </a:path>
              <a:path w="3812540" h="3546475">
                <a:moveTo>
                  <a:pt x="1357820" y="1424050"/>
                </a:moveTo>
                <a:lnTo>
                  <a:pt x="1355077" y="1428788"/>
                </a:lnTo>
                <a:lnTo>
                  <a:pt x="1359827" y="1431531"/>
                </a:lnTo>
                <a:lnTo>
                  <a:pt x="1362557" y="1426781"/>
                </a:lnTo>
                <a:lnTo>
                  <a:pt x="1357820" y="1424050"/>
                </a:lnTo>
                <a:close/>
              </a:path>
              <a:path w="3812540" h="3546475">
                <a:moveTo>
                  <a:pt x="1322692" y="1483804"/>
                </a:moveTo>
                <a:lnTo>
                  <a:pt x="1319415" y="1489506"/>
                </a:lnTo>
                <a:lnTo>
                  <a:pt x="1325105" y="1492796"/>
                </a:lnTo>
                <a:lnTo>
                  <a:pt x="1328381" y="1487093"/>
                </a:lnTo>
                <a:lnTo>
                  <a:pt x="1322692" y="1483804"/>
                </a:lnTo>
                <a:close/>
              </a:path>
              <a:path w="3812540" h="3546475">
                <a:moveTo>
                  <a:pt x="1287525" y="1543392"/>
                </a:moveTo>
                <a:lnTo>
                  <a:pt x="1283550" y="1550276"/>
                </a:lnTo>
                <a:lnTo>
                  <a:pt x="1290434" y="1554251"/>
                </a:lnTo>
                <a:lnTo>
                  <a:pt x="1294396" y="1547367"/>
                </a:lnTo>
                <a:lnTo>
                  <a:pt x="1287525" y="1543392"/>
                </a:lnTo>
                <a:close/>
              </a:path>
              <a:path w="3812540" h="3546475">
                <a:moveTo>
                  <a:pt x="1525003" y="1280921"/>
                </a:moveTo>
                <a:lnTo>
                  <a:pt x="1523411" y="1280921"/>
                </a:lnTo>
                <a:lnTo>
                  <a:pt x="1523123" y="1281417"/>
                </a:lnTo>
                <a:lnTo>
                  <a:pt x="1524715" y="1281417"/>
                </a:lnTo>
                <a:lnTo>
                  <a:pt x="1525003" y="1280921"/>
                </a:lnTo>
                <a:close/>
              </a:path>
              <a:path w="3812540" h="3546475">
                <a:moveTo>
                  <a:pt x="1488643" y="1339811"/>
                </a:moveTo>
                <a:lnTo>
                  <a:pt x="1487271" y="1342186"/>
                </a:lnTo>
                <a:lnTo>
                  <a:pt x="1489646" y="1343558"/>
                </a:lnTo>
                <a:lnTo>
                  <a:pt x="1491005" y="1341183"/>
                </a:lnTo>
                <a:lnTo>
                  <a:pt x="1488643" y="1339811"/>
                </a:lnTo>
                <a:close/>
              </a:path>
              <a:path w="3812540" h="3546475">
                <a:moveTo>
                  <a:pt x="1453514" y="1399590"/>
                </a:moveTo>
                <a:lnTo>
                  <a:pt x="1451597" y="1402905"/>
                </a:lnTo>
                <a:lnTo>
                  <a:pt x="1454924" y="1404823"/>
                </a:lnTo>
                <a:lnTo>
                  <a:pt x="1456842" y="1401508"/>
                </a:lnTo>
                <a:lnTo>
                  <a:pt x="1453514" y="1399590"/>
                </a:lnTo>
                <a:close/>
              </a:path>
              <a:path w="3812540" h="3546475">
                <a:moveTo>
                  <a:pt x="1418348" y="1459166"/>
                </a:moveTo>
                <a:lnTo>
                  <a:pt x="1415745" y="1463674"/>
                </a:lnTo>
                <a:lnTo>
                  <a:pt x="1420253" y="1466278"/>
                </a:lnTo>
                <a:lnTo>
                  <a:pt x="1422857" y="1461769"/>
                </a:lnTo>
                <a:lnTo>
                  <a:pt x="1418348" y="1459166"/>
                </a:lnTo>
                <a:close/>
              </a:path>
              <a:path w="3812540" h="3546475">
                <a:moveTo>
                  <a:pt x="1383233" y="1518932"/>
                </a:moveTo>
                <a:lnTo>
                  <a:pt x="1380083" y="1524393"/>
                </a:lnTo>
                <a:lnTo>
                  <a:pt x="1385531" y="1527555"/>
                </a:lnTo>
                <a:lnTo>
                  <a:pt x="1388681" y="1522082"/>
                </a:lnTo>
                <a:lnTo>
                  <a:pt x="1383233" y="1518932"/>
                </a:lnTo>
                <a:close/>
              </a:path>
              <a:path w="3812540" h="3546475">
                <a:moveTo>
                  <a:pt x="1348054" y="1578521"/>
                </a:moveTo>
                <a:lnTo>
                  <a:pt x="1344231" y="1585163"/>
                </a:lnTo>
                <a:lnTo>
                  <a:pt x="1350860" y="1588998"/>
                </a:lnTo>
                <a:lnTo>
                  <a:pt x="1354696" y="1582356"/>
                </a:lnTo>
                <a:lnTo>
                  <a:pt x="1348054" y="1578521"/>
                </a:lnTo>
                <a:close/>
              </a:path>
              <a:path w="3812540" h="3546475">
                <a:moveTo>
                  <a:pt x="1585480" y="1315859"/>
                </a:moveTo>
                <a:lnTo>
                  <a:pt x="1583905" y="1315859"/>
                </a:lnTo>
                <a:lnTo>
                  <a:pt x="1583613" y="1316367"/>
                </a:lnTo>
                <a:lnTo>
                  <a:pt x="1585188" y="1316367"/>
                </a:lnTo>
                <a:lnTo>
                  <a:pt x="1585480" y="1315859"/>
                </a:lnTo>
                <a:close/>
              </a:path>
              <a:path w="3812540" h="3546475">
                <a:moveTo>
                  <a:pt x="1549171" y="1374952"/>
                </a:moveTo>
                <a:lnTo>
                  <a:pt x="1547939" y="1377086"/>
                </a:lnTo>
                <a:lnTo>
                  <a:pt x="1550085" y="1378318"/>
                </a:lnTo>
                <a:lnTo>
                  <a:pt x="1551304" y="1376184"/>
                </a:lnTo>
                <a:lnTo>
                  <a:pt x="1549171" y="1374952"/>
                </a:lnTo>
                <a:close/>
              </a:path>
              <a:path w="3812540" h="3546475">
                <a:moveTo>
                  <a:pt x="1514005" y="1434528"/>
                </a:moveTo>
                <a:lnTo>
                  <a:pt x="1512087" y="1437855"/>
                </a:lnTo>
                <a:lnTo>
                  <a:pt x="1515402" y="1439773"/>
                </a:lnTo>
                <a:lnTo>
                  <a:pt x="1517332" y="1436446"/>
                </a:lnTo>
                <a:lnTo>
                  <a:pt x="1514005" y="1434528"/>
                </a:lnTo>
                <a:close/>
              </a:path>
              <a:path w="3812540" h="3546475">
                <a:moveTo>
                  <a:pt x="1478826" y="1494104"/>
                </a:moveTo>
                <a:lnTo>
                  <a:pt x="1476235" y="1498625"/>
                </a:lnTo>
                <a:lnTo>
                  <a:pt x="1480731" y="1501216"/>
                </a:lnTo>
                <a:lnTo>
                  <a:pt x="1483334" y="1496707"/>
                </a:lnTo>
                <a:lnTo>
                  <a:pt x="1478826" y="1494104"/>
                </a:lnTo>
                <a:close/>
              </a:path>
              <a:path w="3812540" h="3546475">
                <a:moveTo>
                  <a:pt x="1443710" y="1553883"/>
                </a:moveTo>
                <a:lnTo>
                  <a:pt x="1440560" y="1559344"/>
                </a:lnTo>
                <a:lnTo>
                  <a:pt x="1446021" y="1562493"/>
                </a:lnTo>
                <a:lnTo>
                  <a:pt x="1449171" y="1557032"/>
                </a:lnTo>
                <a:lnTo>
                  <a:pt x="1443710" y="1553883"/>
                </a:lnTo>
                <a:close/>
              </a:path>
              <a:path w="3812540" h="3546475">
                <a:moveTo>
                  <a:pt x="1609699" y="1410080"/>
                </a:moveTo>
                <a:lnTo>
                  <a:pt x="1608607" y="1411973"/>
                </a:lnTo>
                <a:lnTo>
                  <a:pt x="1610512" y="1413065"/>
                </a:lnTo>
                <a:lnTo>
                  <a:pt x="1611604" y="1411173"/>
                </a:lnTo>
                <a:lnTo>
                  <a:pt x="1609699" y="1410080"/>
                </a:lnTo>
                <a:close/>
              </a:path>
              <a:path w="3812540" h="3546475">
                <a:moveTo>
                  <a:pt x="1574533" y="1469656"/>
                </a:moveTo>
                <a:lnTo>
                  <a:pt x="1572755" y="1472742"/>
                </a:lnTo>
                <a:lnTo>
                  <a:pt x="1575841" y="1474520"/>
                </a:lnTo>
                <a:lnTo>
                  <a:pt x="1577619" y="1471434"/>
                </a:lnTo>
                <a:lnTo>
                  <a:pt x="1574533" y="1469656"/>
                </a:lnTo>
                <a:close/>
              </a:path>
              <a:path w="3812540" h="3546475">
                <a:moveTo>
                  <a:pt x="1539366" y="1529232"/>
                </a:moveTo>
                <a:lnTo>
                  <a:pt x="1536903" y="1533512"/>
                </a:lnTo>
                <a:lnTo>
                  <a:pt x="1541170" y="1535976"/>
                </a:lnTo>
                <a:lnTo>
                  <a:pt x="1543634" y="1531696"/>
                </a:lnTo>
                <a:lnTo>
                  <a:pt x="1539366" y="1529232"/>
                </a:lnTo>
                <a:close/>
              </a:path>
              <a:path w="3812540" h="3546475">
                <a:moveTo>
                  <a:pt x="1670240" y="1445196"/>
                </a:moveTo>
                <a:lnTo>
                  <a:pt x="1669275" y="1446860"/>
                </a:lnTo>
                <a:lnTo>
                  <a:pt x="1670938" y="1447812"/>
                </a:lnTo>
                <a:lnTo>
                  <a:pt x="1671904" y="1446161"/>
                </a:lnTo>
                <a:lnTo>
                  <a:pt x="1670240" y="1445196"/>
                </a:lnTo>
                <a:close/>
              </a:path>
              <a:path w="3812540" h="3546475">
                <a:moveTo>
                  <a:pt x="1635074" y="1504784"/>
                </a:moveTo>
                <a:lnTo>
                  <a:pt x="1633423" y="1507629"/>
                </a:lnTo>
                <a:lnTo>
                  <a:pt x="1636280" y="1509267"/>
                </a:lnTo>
                <a:lnTo>
                  <a:pt x="1637918" y="1506423"/>
                </a:lnTo>
                <a:lnTo>
                  <a:pt x="1635074" y="1504784"/>
                </a:lnTo>
                <a:close/>
              </a:path>
              <a:path w="3812540" h="3546475">
                <a:moveTo>
                  <a:pt x="1599895" y="1564360"/>
                </a:moveTo>
                <a:lnTo>
                  <a:pt x="1597571" y="1568399"/>
                </a:lnTo>
                <a:lnTo>
                  <a:pt x="1601609" y="1570723"/>
                </a:lnTo>
                <a:lnTo>
                  <a:pt x="1603933" y="1566697"/>
                </a:lnTo>
                <a:lnTo>
                  <a:pt x="1599895" y="1564360"/>
                </a:lnTo>
                <a:close/>
              </a:path>
              <a:path w="3812540" h="3546475">
                <a:moveTo>
                  <a:pt x="1730717" y="1480134"/>
                </a:moveTo>
                <a:lnTo>
                  <a:pt x="1729765" y="1481797"/>
                </a:lnTo>
                <a:lnTo>
                  <a:pt x="1731429" y="1482763"/>
                </a:lnTo>
                <a:lnTo>
                  <a:pt x="1732381" y="1481099"/>
                </a:lnTo>
                <a:lnTo>
                  <a:pt x="1730717" y="1480134"/>
                </a:lnTo>
                <a:close/>
              </a:path>
              <a:path w="3812540" h="3546475">
                <a:moveTo>
                  <a:pt x="1695602" y="1539913"/>
                </a:moveTo>
                <a:lnTo>
                  <a:pt x="1694091" y="1542516"/>
                </a:lnTo>
                <a:lnTo>
                  <a:pt x="1696707" y="1544027"/>
                </a:lnTo>
                <a:lnTo>
                  <a:pt x="1698218" y="1541411"/>
                </a:lnTo>
                <a:lnTo>
                  <a:pt x="1695602" y="1539913"/>
                </a:lnTo>
                <a:close/>
              </a:path>
              <a:path w="3812540" h="3546475">
                <a:moveTo>
                  <a:pt x="1791258" y="1515262"/>
                </a:moveTo>
                <a:lnTo>
                  <a:pt x="1790433" y="1516684"/>
                </a:lnTo>
                <a:lnTo>
                  <a:pt x="1791855" y="1517510"/>
                </a:lnTo>
                <a:lnTo>
                  <a:pt x="1792681" y="1516087"/>
                </a:lnTo>
                <a:lnTo>
                  <a:pt x="1791258" y="1515262"/>
                </a:lnTo>
                <a:close/>
              </a:path>
              <a:path w="3812540" h="3546475">
                <a:moveTo>
                  <a:pt x="1756143" y="1575041"/>
                </a:moveTo>
                <a:lnTo>
                  <a:pt x="1754771" y="1577403"/>
                </a:lnTo>
                <a:lnTo>
                  <a:pt x="1757133" y="1578775"/>
                </a:lnTo>
                <a:lnTo>
                  <a:pt x="1758505" y="1576400"/>
                </a:lnTo>
                <a:lnTo>
                  <a:pt x="1756143" y="1575041"/>
                </a:lnTo>
                <a:close/>
              </a:path>
              <a:path w="3812540" h="3546475">
                <a:moveTo>
                  <a:pt x="1852980" y="1551076"/>
                </a:moveTo>
                <a:lnTo>
                  <a:pt x="1851392" y="1551076"/>
                </a:lnTo>
                <a:lnTo>
                  <a:pt x="1851101" y="1551584"/>
                </a:lnTo>
                <a:lnTo>
                  <a:pt x="1852688" y="1551584"/>
                </a:lnTo>
                <a:lnTo>
                  <a:pt x="1852980" y="1551076"/>
                </a:lnTo>
                <a:close/>
              </a:path>
              <a:path w="3812540" h="3546475">
                <a:moveTo>
                  <a:pt x="1913458" y="1586014"/>
                </a:moveTo>
                <a:lnTo>
                  <a:pt x="1911886" y="1586014"/>
                </a:lnTo>
                <a:lnTo>
                  <a:pt x="1911591" y="1586522"/>
                </a:lnTo>
                <a:lnTo>
                  <a:pt x="1913166" y="1586522"/>
                </a:lnTo>
                <a:lnTo>
                  <a:pt x="1913458" y="1586014"/>
                </a:lnTo>
                <a:close/>
              </a:path>
              <a:path w="3812540" h="3546475">
                <a:moveTo>
                  <a:pt x="3310140" y="2795977"/>
                </a:moveTo>
                <a:lnTo>
                  <a:pt x="3309188" y="2797639"/>
                </a:lnTo>
                <a:lnTo>
                  <a:pt x="3310839" y="2798597"/>
                </a:lnTo>
                <a:lnTo>
                  <a:pt x="3311804" y="2796934"/>
                </a:lnTo>
                <a:lnTo>
                  <a:pt x="3310140" y="2795977"/>
                </a:lnTo>
                <a:close/>
              </a:path>
              <a:path w="3812540" h="3546475">
                <a:moveTo>
                  <a:pt x="3275012" y="2855747"/>
                </a:moveTo>
                <a:lnTo>
                  <a:pt x="3273513" y="2858355"/>
                </a:lnTo>
                <a:lnTo>
                  <a:pt x="3276129" y="2859864"/>
                </a:lnTo>
                <a:lnTo>
                  <a:pt x="3277628" y="2857254"/>
                </a:lnTo>
                <a:lnTo>
                  <a:pt x="3275012" y="2855747"/>
                </a:lnTo>
                <a:close/>
              </a:path>
              <a:path w="3812540" h="3546475">
                <a:moveTo>
                  <a:pt x="3370668" y="2831105"/>
                </a:moveTo>
                <a:lnTo>
                  <a:pt x="3369855" y="2832529"/>
                </a:lnTo>
                <a:lnTo>
                  <a:pt x="3371278" y="2833348"/>
                </a:lnTo>
                <a:lnTo>
                  <a:pt x="3372103" y="2831929"/>
                </a:lnTo>
                <a:lnTo>
                  <a:pt x="3370668" y="2831105"/>
                </a:lnTo>
                <a:close/>
              </a:path>
              <a:path w="3812540" h="3546475">
                <a:moveTo>
                  <a:pt x="3335553" y="2890875"/>
                </a:moveTo>
                <a:lnTo>
                  <a:pt x="3334181" y="2893246"/>
                </a:lnTo>
                <a:lnTo>
                  <a:pt x="3336556" y="2894615"/>
                </a:lnTo>
                <a:lnTo>
                  <a:pt x="3337928" y="2892244"/>
                </a:lnTo>
                <a:lnTo>
                  <a:pt x="3335553" y="2890875"/>
                </a:lnTo>
                <a:close/>
              </a:path>
              <a:path w="3812540" h="3546475">
                <a:moveTo>
                  <a:pt x="3300386" y="2950456"/>
                </a:moveTo>
                <a:lnTo>
                  <a:pt x="3298329" y="2954013"/>
                </a:lnTo>
                <a:lnTo>
                  <a:pt x="3301885" y="2956067"/>
                </a:lnTo>
                <a:lnTo>
                  <a:pt x="3303942" y="2952509"/>
                </a:lnTo>
                <a:lnTo>
                  <a:pt x="3300386" y="2950456"/>
                </a:lnTo>
                <a:close/>
              </a:path>
              <a:path w="3812540" h="3546475">
                <a:moveTo>
                  <a:pt x="3265207" y="3010037"/>
                </a:moveTo>
                <a:lnTo>
                  <a:pt x="3262477" y="3014784"/>
                </a:lnTo>
                <a:lnTo>
                  <a:pt x="3267214" y="3017522"/>
                </a:lnTo>
                <a:lnTo>
                  <a:pt x="3269957" y="3012780"/>
                </a:lnTo>
                <a:lnTo>
                  <a:pt x="3265207" y="3010037"/>
                </a:lnTo>
                <a:close/>
              </a:path>
              <a:path w="3812540" h="3546475">
                <a:moveTo>
                  <a:pt x="3432390" y="2866918"/>
                </a:moveTo>
                <a:lnTo>
                  <a:pt x="3430813" y="2866918"/>
                </a:lnTo>
                <a:lnTo>
                  <a:pt x="3430523" y="2867419"/>
                </a:lnTo>
                <a:lnTo>
                  <a:pt x="3432100" y="2867419"/>
                </a:lnTo>
                <a:lnTo>
                  <a:pt x="3432390" y="2866918"/>
                </a:lnTo>
                <a:close/>
              </a:path>
              <a:path w="3812540" h="3546475">
                <a:moveTo>
                  <a:pt x="3396094" y="2925998"/>
                </a:moveTo>
                <a:lnTo>
                  <a:pt x="3394862" y="2928137"/>
                </a:lnTo>
                <a:lnTo>
                  <a:pt x="3396995" y="2929371"/>
                </a:lnTo>
                <a:lnTo>
                  <a:pt x="3398227" y="2927234"/>
                </a:lnTo>
                <a:lnTo>
                  <a:pt x="3396094" y="2925998"/>
                </a:lnTo>
                <a:close/>
              </a:path>
              <a:path w="3812540" h="3546475">
                <a:moveTo>
                  <a:pt x="3360915" y="2985584"/>
                </a:moveTo>
                <a:lnTo>
                  <a:pt x="3358997" y="2988902"/>
                </a:lnTo>
                <a:lnTo>
                  <a:pt x="3362324" y="2990823"/>
                </a:lnTo>
                <a:lnTo>
                  <a:pt x="3364242" y="2987504"/>
                </a:lnTo>
                <a:lnTo>
                  <a:pt x="3360915" y="2985584"/>
                </a:lnTo>
                <a:close/>
              </a:path>
              <a:path w="3812540" h="3546475">
                <a:moveTo>
                  <a:pt x="3325748" y="3045165"/>
                </a:moveTo>
                <a:lnTo>
                  <a:pt x="3323145" y="3049674"/>
                </a:lnTo>
                <a:lnTo>
                  <a:pt x="3327653" y="3052279"/>
                </a:lnTo>
                <a:lnTo>
                  <a:pt x="3330257" y="3047764"/>
                </a:lnTo>
                <a:lnTo>
                  <a:pt x="3325748" y="3045165"/>
                </a:lnTo>
                <a:close/>
              </a:path>
              <a:path w="3812540" h="3546475">
                <a:moveTo>
                  <a:pt x="3290620" y="3104933"/>
                </a:moveTo>
                <a:lnTo>
                  <a:pt x="3287483" y="3110391"/>
                </a:lnTo>
                <a:lnTo>
                  <a:pt x="3292932" y="3113542"/>
                </a:lnTo>
                <a:lnTo>
                  <a:pt x="3296081" y="3108084"/>
                </a:lnTo>
                <a:lnTo>
                  <a:pt x="3290620" y="3104933"/>
                </a:lnTo>
                <a:close/>
              </a:path>
              <a:path w="3812540" h="3546475">
                <a:moveTo>
                  <a:pt x="3492880" y="2901858"/>
                </a:moveTo>
                <a:lnTo>
                  <a:pt x="3491303" y="2901858"/>
                </a:lnTo>
                <a:lnTo>
                  <a:pt x="3491013" y="2902360"/>
                </a:lnTo>
                <a:lnTo>
                  <a:pt x="3492590" y="2902360"/>
                </a:lnTo>
                <a:lnTo>
                  <a:pt x="3492880" y="2901858"/>
                </a:lnTo>
                <a:close/>
              </a:path>
              <a:path w="3812540" h="3546475">
                <a:moveTo>
                  <a:pt x="3456571" y="2960943"/>
                </a:moveTo>
                <a:lnTo>
                  <a:pt x="3455339" y="2963076"/>
                </a:lnTo>
                <a:lnTo>
                  <a:pt x="3457473" y="2964306"/>
                </a:lnTo>
                <a:lnTo>
                  <a:pt x="3458705" y="2962173"/>
                </a:lnTo>
                <a:lnTo>
                  <a:pt x="3456571" y="2960943"/>
                </a:lnTo>
                <a:close/>
              </a:path>
              <a:path w="3812540" h="3546475">
                <a:moveTo>
                  <a:pt x="3421405" y="3020524"/>
                </a:moveTo>
                <a:lnTo>
                  <a:pt x="3419487" y="3023843"/>
                </a:lnTo>
                <a:lnTo>
                  <a:pt x="3422802" y="3025763"/>
                </a:lnTo>
                <a:lnTo>
                  <a:pt x="3424719" y="3022438"/>
                </a:lnTo>
                <a:lnTo>
                  <a:pt x="3421405" y="3020524"/>
                </a:lnTo>
                <a:close/>
              </a:path>
              <a:path w="3812540" h="3546475">
                <a:moveTo>
                  <a:pt x="3386226" y="3080105"/>
                </a:moveTo>
                <a:lnTo>
                  <a:pt x="3383635" y="3084613"/>
                </a:lnTo>
                <a:lnTo>
                  <a:pt x="3388131" y="3087213"/>
                </a:lnTo>
                <a:lnTo>
                  <a:pt x="3390747" y="3082705"/>
                </a:lnTo>
                <a:lnTo>
                  <a:pt x="3386226" y="3080105"/>
                </a:lnTo>
                <a:close/>
              </a:path>
              <a:path w="3812540" h="3546475">
                <a:moveTo>
                  <a:pt x="3351110" y="3139874"/>
                </a:moveTo>
                <a:lnTo>
                  <a:pt x="3347961" y="3145326"/>
                </a:lnTo>
                <a:lnTo>
                  <a:pt x="3353422" y="3148482"/>
                </a:lnTo>
                <a:lnTo>
                  <a:pt x="3356559" y="3143025"/>
                </a:lnTo>
                <a:lnTo>
                  <a:pt x="3351110" y="3139874"/>
                </a:lnTo>
                <a:close/>
              </a:path>
              <a:path w="3812540" h="3546475">
                <a:moveTo>
                  <a:pt x="3315995" y="3199644"/>
                </a:moveTo>
                <a:lnTo>
                  <a:pt x="3312299" y="3206053"/>
                </a:lnTo>
                <a:lnTo>
                  <a:pt x="3318687" y="3209749"/>
                </a:lnTo>
                <a:lnTo>
                  <a:pt x="3322396" y="3203339"/>
                </a:lnTo>
                <a:lnTo>
                  <a:pt x="3315995" y="3199644"/>
                </a:lnTo>
                <a:close/>
              </a:path>
              <a:path w="3812540" h="3546475">
                <a:moveTo>
                  <a:pt x="3280867" y="3259407"/>
                </a:moveTo>
                <a:lnTo>
                  <a:pt x="3276625" y="3266764"/>
                </a:lnTo>
                <a:lnTo>
                  <a:pt x="3283978" y="3271016"/>
                </a:lnTo>
                <a:lnTo>
                  <a:pt x="3288220" y="3263659"/>
                </a:lnTo>
                <a:lnTo>
                  <a:pt x="3280867" y="3259407"/>
                </a:lnTo>
                <a:close/>
              </a:path>
              <a:path w="3812540" h="3546475">
                <a:moveTo>
                  <a:pt x="3517112" y="2996067"/>
                </a:moveTo>
                <a:lnTo>
                  <a:pt x="3516007" y="2997966"/>
                </a:lnTo>
                <a:lnTo>
                  <a:pt x="3517912" y="2999062"/>
                </a:lnTo>
                <a:lnTo>
                  <a:pt x="3519004" y="2997163"/>
                </a:lnTo>
                <a:lnTo>
                  <a:pt x="3517112" y="2996067"/>
                </a:lnTo>
                <a:close/>
              </a:path>
              <a:path w="3812540" h="3546475">
                <a:moveTo>
                  <a:pt x="3481933" y="3055647"/>
                </a:moveTo>
                <a:lnTo>
                  <a:pt x="3480155" y="3058733"/>
                </a:lnTo>
                <a:lnTo>
                  <a:pt x="3483241" y="3060519"/>
                </a:lnTo>
                <a:lnTo>
                  <a:pt x="3485019" y="3057428"/>
                </a:lnTo>
                <a:lnTo>
                  <a:pt x="3481933" y="3055647"/>
                </a:lnTo>
                <a:close/>
              </a:path>
              <a:path w="3812540" h="3546475">
                <a:moveTo>
                  <a:pt x="3446767" y="3115228"/>
                </a:moveTo>
                <a:lnTo>
                  <a:pt x="3444303" y="3119504"/>
                </a:lnTo>
                <a:lnTo>
                  <a:pt x="3448570" y="3121970"/>
                </a:lnTo>
                <a:lnTo>
                  <a:pt x="3451034" y="3117693"/>
                </a:lnTo>
                <a:lnTo>
                  <a:pt x="3446767" y="3115228"/>
                </a:lnTo>
                <a:close/>
              </a:path>
              <a:path w="3812540" h="3546475">
                <a:moveTo>
                  <a:pt x="3411651" y="3174997"/>
                </a:moveTo>
                <a:lnTo>
                  <a:pt x="3408629" y="3180222"/>
                </a:lnTo>
                <a:lnTo>
                  <a:pt x="3413848" y="3183238"/>
                </a:lnTo>
                <a:lnTo>
                  <a:pt x="3416858" y="3178013"/>
                </a:lnTo>
                <a:lnTo>
                  <a:pt x="3411651" y="3174997"/>
                </a:lnTo>
                <a:close/>
              </a:path>
              <a:path w="3812540" h="3546475">
                <a:moveTo>
                  <a:pt x="3376472" y="3234583"/>
                </a:moveTo>
                <a:lnTo>
                  <a:pt x="3372776" y="3240987"/>
                </a:lnTo>
                <a:lnTo>
                  <a:pt x="3379177" y="3244688"/>
                </a:lnTo>
                <a:lnTo>
                  <a:pt x="3382873" y="3238280"/>
                </a:lnTo>
                <a:lnTo>
                  <a:pt x="3376472" y="3234583"/>
                </a:lnTo>
                <a:close/>
              </a:path>
              <a:path w="3812540" h="3546475">
                <a:moveTo>
                  <a:pt x="3341357" y="3294348"/>
                </a:moveTo>
                <a:lnTo>
                  <a:pt x="3337102" y="3301705"/>
                </a:lnTo>
                <a:lnTo>
                  <a:pt x="3344455" y="3305952"/>
                </a:lnTo>
                <a:lnTo>
                  <a:pt x="3348710" y="3298594"/>
                </a:lnTo>
                <a:lnTo>
                  <a:pt x="3341357" y="3294348"/>
                </a:lnTo>
                <a:close/>
              </a:path>
              <a:path w="3812540" h="3546475">
                <a:moveTo>
                  <a:pt x="3306228" y="3354116"/>
                </a:moveTo>
                <a:lnTo>
                  <a:pt x="3301441" y="3362422"/>
                </a:lnTo>
                <a:lnTo>
                  <a:pt x="3309746" y="3367219"/>
                </a:lnTo>
                <a:lnTo>
                  <a:pt x="3314534" y="3358914"/>
                </a:lnTo>
                <a:lnTo>
                  <a:pt x="3306228" y="3354116"/>
                </a:lnTo>
                <a:close/>
              </a:path>
              <a:path w="3812540" h="3546475">
                <a:moveTo>
                  <a:pt x="3271062" y="3413702"/>
                </a:moveTo>
                <a:lnTo>
                  <a:pt x="3265588" y="3423193"/>
                </a:lnTo>
                <a:lnTo>
                  <a:pt x="3275075" y="3428675"/>
                </a:lnTo>
                <a:lnTo>
                  <a:pt x="3280549" y="3419185"/>
                </a:lnTo>
                <a:lnTo>
                  <a:pt x="3271062" y="3413702"/>
                </a:lnTo>
                <a:close/>
              </a:path>
              <a:path w="3812540" h="3546475">
                <a:moveTo>
                  <a:pt x="3577640" y="3031195"/>
                </a:moveTo>
                <a:lnTo>
                  <a:pt x="3576688" y="3032857"/>
                </a:lnTo>
                <a:lnTo>
                  <a:pt x="3578339" y="3033813"/>
                </a:lnTo>
                <a:lnTo>
                  <a:pt x="3579304" y="3032152"/>
                </a:lnTo>
                <a:lnTo>
                  <a:pt x="3577640" y="3031195"/>
                </a:lnTo>
                <a:close/>
              </a:path>
              <a:path w="3812540" h="3546475">
                <a:moveTo>
                  <a:pt x="3542474" y="3090775"/>
                </a:moveTo>
                <a:lnTo>
                  <a:pt x="3540823" y="3093623"/>
                </a:lnTo>
                <a:lnTo>
                  <a:pt x="3543668" y="3095270"/>
                </a:lnTo>
                <a:lnTo>
                  <a:pt x="3545319" y="3092418"/>
                </a:lnTo>
                <a:lnTo>
                  <a:pt x="3542474" y="3090775"/>
                </a:lnTo>
                <a:close/>
              </a:path>
              <a:path w="3812540" h="3546475">
                <a:moveTo>
                  <a:pt x="3507295" y="3150356"/>
                </a:moveTo>
                <a:lnTo>
                  <a:pt x="3504971" y="3154390"/>
                </a:lnTo>
                <a:lnTo>
                  <a:pt x="3509009" y="3156722"/>
                </a:lnTo>
                <a:lnTo>
                  <a:pt x="3511333" y="3152688"/>
                </a:lnTo>
                <a:lnTo>
                  <a:pt x="3507295" y="3150356"/>
                </a:lnTo>
                <a:close/>
              </a:path>
              <a:path w="3812540" h="3546475">
                <a:moveTo>
                  <a:pt x="3472179" y="3210126"/>
                </a:moveTo>
                <a:lnTo>
                  <a:pt x="3469296" y="3215106"/>
                </a:lnTo>
                <a:lnTo>
                  <a:pt x="3474288" y="3217989"/>
                </a:lnTo>
                <a:lnTo>
                  <a:pt x="3477158" y="3213003"/>
                </a:lnTo>
                <a:lnTo>
                  <a:pt x="3472179" y="3210126"/>
                </a:lnTo>
                <a:close/>
              </a:path>
              <a:path w="3812540" h="3546475">
                <a:moveTo>
                  <a:pt x="3437000" y="3269707"/>
                </a:moveTo>
                <a:lnTo>
                  <a:pt x="3433444" y="3275878"/>
                </a:lnTo>
                <a:lnTo>
                  <a:pt x="3439617" y="3279440"/>
                </a:lnTo>
                <a:lnTo>
                  <a:pt x="3443173" y="3273268"/>
                </a:lnTo>
                <a:lnTo>
                  <a:pt x="3437000" y="3269707"/>
                </a:lnTo>
                <a:close/>
              </a:path>
              <a:path w="3812540" h="3546475">
                <a:moveTo>
                  <a:pt x="3401885" y="3329476"/>
                </a:moveTo>
                <a:lnTo>
                  <a:pt x="3397770" y="3336595"/>
                </a:lnTo>
                <a:lnTo>
                  <a:pt x="3404895" y="3340708"/>
                </a:lnTo>
                <a:lnTo>
                  <a:pt x="3409010" y="3333588"/>
                </a:lnTo>
                <a:lnTo>
                  <a:pt x="3401885" y="3329476"/>
                </a:lnTo>
                <a:close/>
              </a:path>
              <a:path w="3812540" h="3546475">
                <a:moveTo>
                  <a:pt x="3366719" y="3389057"/>
                </a:moveTo>
                <a:lnTo>
                  <a:pt x="3361918" y="3397361"/>
                </a:lnTo>
                <a:lnTo>
                  <a:pt x="3370224" y="3402159"/>
                </a:lnTo>
                <a:lnTo>
                  <a:pt x="3375024" y="3393855"/>
                </a:lnTo>
                <a:lnTo>
                  <a:pt x="3366719" y="3389057"/>
                </a:lnTo>
                <a:close/>
              </a:path>
              <a:path w="3812540" h="3546475">
                <a:moveTo>
                  <a:pt x="3331552" y="3448643"/>
                </a:moveTo>
                <a:lnTo>
                  <a:pt x="3326066" y="3458133"/>
                </a:lnTo>
                <a:lnTo>
                  <a:pt x="3335553" y="3463615"/>
                </a:lnTo>
                <a:lnTo>
                  <a:pt x="3341026" y="3454120"/>
                </a:lnTo>
                <a:lnTo>
                  <a:pt x="3331552" y="3448643"/>
                </a:lnTo>
                <a:close/>
              </a:path>
              <a:path w="3812540" h="3546475">
                <a:moveTo>
                  <a:pt x="3296424" y="3508407"/>
                </a:moveTo>
                <a:lnTo>
                  <a:pt x="3290404" y="3518850"/>
                </a:lnTo>
                <a:lnTo>
                  <a:pt x="3300844" y="3524882"/>
                </a:lnTo>
                <a:lnTo>
                  <a:pt x="3306863" y="3514440"/>
                </a:lnTo>
                <a:lnTo>
                  <a:pt x="3296424" y="3508407"/>
                </a:lnTo>
                <a:close/>
              </a:path>
              <a:path w="3812540" h="3546475">
                <a:moveTo>
                  <a:pt x="3638118" y="3066135"/>
                </a:moveTo>
                <a:lnTo>
                  <a:pt x="3637165" y="3067796"/>
                </a:lnTo>
                <a:lnTo>
                  <a:pt x="3638816" y="3068754"/>
                </a:lnTo>
                <a:lnTo>
                  <a:pt x="3639781" y="3067093"/>
                </a:lnTo>
                <a:lnTo>
                  <a:pt x="3638118" y="3066135"/>
                </a:lnTo>
                <a:close/>
              </a:path>
              <a:path w="3812540" h="3546475">
                <a:moveTo>
                  <a:pt x="3603002" y="3125904"/>
                </a:moveTo>
                <a:lnTo>
                  <a:pt x="3601491" y="3128514"/>
                </a:lnTo>
                <a:lnTo>
                  <a:pt x="3604107" y="3130021"/>
                </a:lnTo>
                <a:lnTo>
                  <a:pt x="3605618" y="3127407"/>
                </a:lnTo>
                <a:lnTo>
                  <a:pt x="3603002" y="3125904"/>
                </a:lnTo>
                <a:close/>
              </a:path>
              <a:path w="3812540" h="3546475">
                <a:moveTo>
                  <a:pt x="3567836" y="3185484"/>
                </a:moveTo>
                <a:lnTo>
                  <a:pt x="3565639" y="3189280"/>
                </a:lnTo>
                <a:lnTo>
                  <a:pt x="3569436" y="3191473"/>
                </a:lnTo>
                <a:lnTo>
                  <a:pt x="3571633" y="3187678"/>
                </a:lnTo>
                <a:lnTo>
                  <a:pt x="3567836" y="3185484"/>
                </a:lnTo>
                <a:close/>
              </a:path>
              <a:path w="3812540" h="3546475">
                <a:moveTo>
                  <a:pt x="3532708" y="3245254"/>
                </a:moveTo>
                <a:lnTo>
                  <a:pt x="3529964" y="3250002"/>
                </a:lnTo>
                <a:lnTo>
                  <a:pt x="3534714" y="3252740"/>
                </a:lnTo>
                <a:lnTo>
                  <a:pt x="3537457" y="3247993"/>
                </a:lnTo>
                <a:lnTo>
                  <a:pt x="3532708" y="3245254"/>
                </a:lnTo>
                <a:close/>
              </a:path>
              <a:path w="3812540" h="3546475">
                <a:moveTo>
                  <a:pt x="3497541" y="3304835"/>
                </a:moveTo>
                <a:lnTo>
                  <a:pt x="3494125" y="3310769"/>
                </a:lnTo>
                <a:lnTo>
                  <a:pt x="3500043" y="3314191"/>
                </a:lnTo>
                <a:lnTo>
                  <a:pt x="3503472" y="3308258"/>
                </a:lnTo>
                <a:lnTo>
                  <a:pt x="3497541" y="3304835"/>
                </a:lnTo>
                <a:close/>
              </a:path>
              <a:path w="3812540" h="3546475">
                <a:moveTo>
                  <a:pt x="3462426" y="3364604"/>
                </a:moveTo>
                <a:lnTo>
                  <a:pt x="3458451" y="3371485"/>
                </a:lnTo>
                <a:lnTo>
                  <a:pt x="3465334" y="3375459"/>
                </a:lnTo>
                <a:lnTo>
                  <a:pt x="3469296" y="3368578"/>
                </a:lnTo>
                <a:lnTo>
                  <a:pt x="3462426" y="3364604"/>
                </a:lnTo>
                <a:close/>
              </a:path>
              <a:path w="3812540" h="3546475">
                <a:moveTo>
                  <a:pt x="3427259" y="3424185"/>
                </a:moveTo>
                <a:lnTo>
                  <a:pt x="3422599" y="3432252"/>
                </a:lnTo>
                <a:lnTo>
                  <a:pt x="3430663" y="3436910"/>
                </a:lnTo>
                <a:lnTo>
                  <a:pt x="3435311" y="3428843"/>
                </a:lnTo>
                <a:lnTo>
                  <a:pt x="3427259" y="3424185"/>
                </a:lnTo>
                <a:close/>
              </a:path>
              <a:path w="3812540" h="3546475">
                <a:moveTo>
                  <a:pt x="3392080" y="3483766"/>
                </a:moveTo>
                <a:lnTo>
                  <a:pt x="3386746" y="3493023"/>
                </a:lnTo>
                <a:lnTo>
                  <a:pt x="3395992" y="3498366"/>
                </a:lnTo>
                <a:lnTo>
                  <a:pt x="3401326" y="3489109"/>
                </a:lnTo>
                <a:lnTo>
                  <a:pt x="3392080" y="3483766"/>
                </a:lnTo>
                <a:close/>
              </a:path>
              <a:path w="3812540" h="3546475">
                <a:moveTo>
                  <a:pt x="3356965" y="3543535"/>
                </a:moveTo>
                <a:lnTo>
                  <a:pt x="3355378" y="3546284"/>
                </a:lnTo>
                <a:lnTo>
                  <a:pt x="3361715" y="3546284"/>
                </a:lnTo>
                <a:lnTo>
                  <a:pt x="3356965" y="3543535"/>
                </a:lnTo>
                <a:close/>
              </a:path>
              <a:path w="3812540" h="3546475">
                <a:moveTo>
                  <a:pt x="3698658" y="3101258"/>
                </a:moveTo>
                <a:lnTo>
                  <a:pt x="3697833" y="3102687"/>
                </a:lnTo>
                <a:lnTo>
                  <a:pt x="3699255" y="3103510"/>
                </a:lnTo>
                <a:lnTo>
                  <a:pt x="3700081" y="3102081"/>
                </a:lnTo>
                <a:lnTo>
                  <a:pt x="3698658" y="3101258"/>
                </a:lnTo>
                <a:close/>
              </a:path>
              <a:path w="3812540" h="3546475">
                <a:moveTo>
                  <a:pt x="3663543" y="3161027"/>
                </a:moveTo>
                <a:lnTo>
                  <a:pt x="3662171" y="3163404"/>
                </a:lnTo>
                <a:lnTo>
                  <a:pt x="3664534" y="3164773"/>
                </a:lnTo>
                <a:lnTo>
                  <a:pt x="3665905" y="3162401"/>
                </a:lnTo>
                <a:lnTo>
                  <a:pt x="3663543" y="3161027"/>
                </a:lnTo>
                <a:close/>
              </a:path>
              <a:path w="3812540" h="3546475">
                <a:moveTo>
                  <a:pt x="3628364" y="3220613"/>
                </a:moveTo>
                <a:lnTo>
                  <a:pt x="3626307" y="3224170"/>
                </a:lnTo>
                <a:lnTo>
                  <a:pt x="3629863" y="3226229"/>
                </a:lnTo>
                <a:lnTo>
                  <a:pt x="3631920" y="3222668"/>
                </a:lnTo>
                <a:lnTo>
                  <a:pt x="3628364" y="3220613"/>
                </a:lnTo>
                <a:close/>
              </a:path>
              <a:path w="3812540" h="3546475">
                <a:moveTo>
                  <a:pt x="3593198" y="3280193"/>
                </a:moveTo>
                <a:lnTo>
                  <a:pt x="3590454" y="3284937"/>
                </a:lnTo>
                <a:lnTo>
                  <a:pt x="3595204" y="3287680"/>
                </a:lnTo>
                <a:lnTo>
                  <a:pt x="3597935" y="3282933"/>
                </a:lnTo>
                <a:lnTo>
                  <a:pt x="3593198" y="3280193"/>
                </a:lnTo>
                <a:close/>
              </a:path>
              <a:path w="3812540" h="3546475">
                <a:moveTo>
                  <a:pt x="3558082" y="3339963"/>
                </a:moveTo>
                <a:lnTo>
                  <a:pt x="3554793" y="3345658"/>
                </a:lnTo>
                <a:lnTo>
                  <a:pt x="3560482" y="3348947"/>
                </a:lnTo>
                <a:lnTo>
                  <a:pt x="3563772" y="3343253"/>
                </a:lnTo>
                <a:lnTo>
                  <a:pt x="3558082" y="3339963"/>
                </a:lnTo>
                <a:close/>
              </a:path>
              <a:path w="3812540" h="3546475">
                <a:moveTo>
                  <a:pt x="3522903" y="3399544"/>
                </a:moveTo>
                <a:lnTo>
                  <a:pt x="3518941" y="3406425"/>
                </a:lnTo>
                <a:lnTo>
                  <a:pt x="3525811" y="3410399"/>
                </a:lnTo>
                <a:lnTo>
                  <a:pt x="3529787" y="3403518"/>
                </a:lnTo>
                <a:lnTo>
                  <a:pt x="3522903" y="3399544"/>
                </a:lnTo>
                <a:close/>
              </a:path>
              <a:path w="3812540" h="3546475">
                <a:moveTo>
                  <a:pt x="3487788" y="3459314"/>
                </a:moveTo>
                <a:lnTo>
                  <a:pt x="3483266" y="3467142"/>
                </a:lnTo>
                <a:lnTo>
                  <a:pt x="3491090" y="3471666"/>
                </a:lnTo>
                <a:lnTo>
                  <a:pt x="3495611" y="3463833"/>
                </a:lnTo>
                <a:lnTo>
                  <a:pt x="3487788" y="3459314"/>
                </a:lnTo>
                <a:close/>
              </a:path>
              <a:path w="3812540" h="3546475">
                <a:moveTo>
                  <a:pt x="3452609" y="3518894"/>
                </a:moveTo>
                <a:lnTo>
                  <a:pt x="3447414" y="3527914"/>
                </a:lnTo>
                <a:lnTo>
                  <a:pt x="3456419" y="3533122"/>
                </a:lnTo>
                <a:lnTo>
                  <a:pt x="3461626" y="3524104"/>
                </a:lnTo>
                <a:lnTo>
                  <a:pt x="3452609" y="3518894"/>
                </a:lnTo>
                <a:close/>
              </a:path>
              <a:path w="3812540" h="3546475">
                <a:moveTo>
                  <a:pt x="3760380" y="3137071"/>
                </a:moveTo>
                <a:lnTo>
                  <a:pt x="3758804" y="3137071"/>
                </a:lnTo>
                <a:lnTo>
                  <a:pt x="3758514" y="3137572"/>
                </a:lnTo>
                <a:lnTo>
                  <a:pt x="3760090" y="3137572"/>
                </a:lnTo>
                <a:lnTo>
                  <a:pt x="3760380" y="3137071"/>
                </a:lnTo>
                <a:close/>
              </a:path>
              <a:path w="3812540" h="3546475">
                <a:moveTo>
                  <a:pt x="3724071" y="3196156"/>
                </a:moveTo>
                <a:lnTo>
                  <a:pt x="3722839" y="3198289"/>
                </a:lnTo>
                <a:lnTo>
                  <a:pt x="3724973" y="3199524"/>
                </a:lnTo>
                <a:lnTo>
                  <a:pt x="3726205" y="3197391"/>
                </a:lnTo>
                <a:lnTo>
                  <a:pt x="3724071" y="3196156"/>
                </a:lnTo>
                <a:close/>
              </a:path>
              <a:path w="3812540" h="3546475">
                <a:moveTo>
                  <a:pt x="3688892" y="3255737"/>
                </a:moveTo>
                <a:lnTo>
                  <a:pt x="3686987" y="3259061"/>
                </a:lnTo>
                <a:lnTo>
                  <a:pt x="3690302" y="3260981"/>
                </a:lnTo>
                <a:lnTo>
                  <a:pt x="3692220" y="3257656"/>
                </a:lnTo>
                <a:lnTo>
                  <a:pt x="3688892" y="3255737"/>
                </a:lnTo>
                <a:close/>
              </a:path>
              <a:path w="3812540" h="3546475">
                <a:moveTo>
                  <a:pt x="3653726" y="3315318"/>
                </a:moveTo>
                <a:lnTo>
                  <a:pt x="3651122" y="3319826"/>
                </a:lnTo>
                <a:lnTo>
                  <a:pt x="3655631" y="3322431"/>
                </a:lnTo>
                <a:lnTo>
                  <a:pt x="3658234" y="3317921"/>
                </a:lnTo>
                <a:lnTo>
                  <a:pt x="3653726" y="3315318"/>
                </a:lnTo>
                <a:close/>
              </a:path>
              <a:path w="3812540" h="3546475">
                <a:moveTo>
                  <a:pt x="3618610" y="3375092"/>
                </a:moveTo>
                <a:lnTo>
                  <a:pt x="3615461" y="3380544"/>
                </a:lnTo>
                <a:lnTo>
                  <a:pt x="3620922" y="3383698"/>
                </a:lnTo>
                <a:lnTo>
                  <a:pt x="3624059" y="3378243"/>
                </a:lnTo>
                <a:lnTo>
                  <a:pt x="3618610" y="3375092"/>
                </a:lnTo>
                <a:close/>
              </a:path>
              <a:path w="3812540" h="3546475">
                <a:moveTo>
                  <a:pt x="3583444" y="3434668"/>
                </a:moveTo>
                <a:lnTo>
                  <a:pt x="3579609" y="3441315"/>
                </a:lnTo>
                <a:lnTo>
                  <a:pt x="3586251" y="3445150"/>
                </a:lnTo>
                <a:lnTo>
                  <a:pt x="3590086" y="3438507"/>
                </a:lnTo>
                <a:lnTo>
                  <a:pt x="3583444" y="3434668"/>
                </a:lnTo>
                <a:close/>
              </a:path>
              <a:path w="3812540" h="3546475">
                <a:moveTo>
                  <a:pt x="3548316" y="3494437"/>
                </a:moveTo>
                <a:lnTo>
                  <a:pt x="3543934" y="3502032"/>
                </a:lnTo>
                <a:lnTo>
                  <a:pt x="3551529" y="3506418"/>
                </a:lnTo>
                <a:lnTo>
                  <a:pt x="3555910" y="3498823"/>
                </a:lnTo>
                <a:lnTo>
                  <a:pt x="3548316" y="3494437"/>
                </a:lnTo>
                <a:close/>
              </a:path>
              <a:path w="3812540" h="3546475">
                <a:moveTo>
                  <a:pt x="3784599" y="3231284"/>
                </a:moveTo>
                <a:lnTo>
                  <a:pt x="3783507" y="3233184"/>
                </a:lnTo>
                <a:lnTo>
                  <a:pt x="3785399" y="3234275"/>
                </a:lnTo>
                <a:lnTo>
                  <a:pt x="3786504" y="3232380"/>
                </a:lnTo>
                <a:lnTo>
                  <a:pt x="3784599" y="3231284"/>
                </a:lnTo>
                <a:close/>
              </a:path>
              <a:path w="3812540" h="3546475">
                <a:moveTo>
                  <a:pt x="3749433" y="3290865"/>
                </a:moveTo>
                <a:lnTo>
                  <a:pt x="3747655" y="3293950"/>
                </a:lnTo>
                <a:lnTo>
                  <a:pt x="3750741" y="3295732"/>
                </a:lnTo>
                <a:lnTo>
                  <a:pt x="3752519" y="3292646"/>
                </a:lnTo>
                <a:lnTo>
                  <a:pt x="3749433" y="3290865"/>
                </a:lnTo>
                <a:close/>
              </a:path>
              <a:path w="3812540" h="3546475">
                <a:moveTo>
                  <a:pt x="3714267" y="3350446"/>
                </a:moveTo>
                <a:lnTo>
                  <a:pt x="3711803" y="3354717"/>
                </a:lnTo>
                <a:lnTo>
                  <a:pt x="3716070" y="3357183"/>
                </a:lnTo>
                <a:lnTo>
                  <a:pt x="3718534" y="3352911"/>
                </a:lnTo>
                <a:lnTo>
                  <a:pt x="3714267" y="3350446"/>
                </a:lnTo>
                <a:close/>
              </a:path>
              <a:path w="3812540" h="3546475">
                <a:moveTo>
                  <a:pt x="3679139" y="3410215"/>
                </a:moveTo>
                <a:lnTo>
                  <a:pt x="3676129" y="3415440"/>
                </a:lnTo>
                <a:lnTo>
                  <a:pt x="3681348" y="3418451"/>
                </a:lnTo>
                <a:lnTo>
                  <a:pt x="3684358" y="3413231"/>
                </a:lnTo>
                <a:lnTo>
                  <a:pt x="3679139" y="3410215"/>
                </a:lnTo>
                <a:close/>
              </a:path>
              <a:path w="3812540" h="3546475">
                <a:moveTo>
                  <a:pt x="3643972" y="3469796"/>
                </a:moveTo>
                <a:lnTo>
                  <a:pt x="3640277" y="3476206"/>
                </a:lnTo>
                <a:lnTo>
                  <a:pt x="3646677" y="3479902"/>
                </a:lnTo>
                <a:lnTo>
                  <a:pt x="3650373" y="3473497"/>
                </a:lnTo>
                <a:lnTo>
                  <a:pt x="3643972" y="3469796"/>
                </a:lnTo>
                <a:close/>
              </a:path>
              <a:path w="3812540" h="3546475">
                <a:moveTo>
                  <a:pt x="3608857" y="3529565"/>
                </a:moveTo>
                <a:lnTo>
                  <a:pt x="3604602" y="3536923"/>
                </a:lnTo>
                <a:lnTo>
                  <a:pt x="3611956" y="3541169"/>
                </a:lnTo>
                <a:lnTo>
                  <a:pt x="3616210" y="3533812"/>
                </a:lnTo>
                <a:lnTo>
                  <a:pt x="3608857" y="3529565"/>
                </a:lnTo>
                <a:close/>
              </a:path>
              <a:path w="3812540" h="3546475">
                <a:moveTo>
                  <a:pt x="3810164" y="3326743"/>
                </a:moveTo>
                <a:lnTo>
                  <a:pt x="3809072" y="3328638"/>
                </a:lnTo>
                <a:lnTo>
                  <a:pt x="3810977" y="3329739"/>
                </a:lnTo>
                <a:lnTo>
                  <a:pt x="3812069" y="3327834"/>
                </a:lnTo>
                <a:lnTo>
                  <a:pt x="3810164" y="3326743"/>
                </a:lnTo>
                <a:close/>
              </a:path>
              <a:path w="3812540" h="3546475">
                <a:moveTo>
                  <a:pt x="3774795" y="3385574"/>
                </a:moveTo>
                <a:lnTo>
                  <a:pt x="3772471" y="3389608"/>
                </a:lnTo>
                <a:lnTo>
                  <a:pt x="3776509" y="3391939"/>
                </a:lnTo>
                <a:lnTo>
                  <a:pt x="3778834" y="3387901"/>
                </a:lnTo>
                <a:lnTo>
                  <a:pt x="3774795" y="3385574"/>
                </a:lnTo>
                <a:close/>
              </a:path>
              <a:path w="3812540" h="3546475">
                <a:moveTo>
                  <a:pt x="3739629" y="3445155"/>
                </a:moveTo>
                <a:lnTo>
                  <a:pt x="3736606" y="3450374"/>
                </a:lnTo>
                <a:lnTo>
                  <a:pt x="3741826" y="3453390"/>
                </a:lnTo>
                <a:lnTo>
                  <a:pt x="3744848" y="3448166"/>
                </a:lnTo>
                <a:lnTo>
                  <a:pt x="3739629" y="3445155"/>
                </a:lnTo>
                <a:close/>
              </a:path>
              <a:path w="3812540" h="3546475">
                <a:moveTo>
                  <a:pt x="3704500" y="3504920"/>
                </a:moveTo>
                <a:lnTo>
                  <a:pt x="3700944" y="3511096"/>
                </a:lnTo>
                <a:lnTo>
                  <a:pt x="3707117" y="3514658"/>
                </a:lnTo>
                <a:lnTo>
                  <a:pt x="3710673" y="3508486"/>
                </a:lnTo>
                <a:lnTo>
                  <a:pt x="3704500" y="3504920"/>
                </a:lnTo>
                <a:close/>
              </a:path>
              <a:path w="3812540" h="3546475">
                <a:moveTo>
                  <a:pt x="3800411" y="3481216"/>
                </a:moveTo>
                <a:lnTo>
                  <a:pt x="3798214" y="3485011"/>
                </a:lnTo>
                <a:lnTo>
                  <a:pt x="3802011" y="3487209"/>
                </a:lnTo>
                <a:lnTo>
                  <a:pt x="3804208" y="3483409"/>
                </a:lnTo>
                <a:lnTo>
                  <a:pt x="3800411" y="3481216"/>
                </a:lnTo>
                <a:close/>
              </a:path>
              <a:path w="3812540" h="3546475">
                <a:moveTo>
                  <a:pt x="3765041" y="3540053"/>
                </a:moveTo>
                <a:lnTo>
                  <a:pt x="3761612" y="3545981"/>
                </a:lnTo>
                <a:lnTo>
                  <a:pt x="3762136" y="3546284"/>
                </a:lnTo>
                <a:lnTo>
                  <a:pt x="3769349" y="3546284"/>
                </a:lnTo>
                <a:lnTo>
                  <a:pt x="3770972" y="3543476"/>
                </a:lnTo>
                <a:lnTo>
                  <a:pt x="3765041" y="3540053"/>
                </a:lnTo>
                <a:close/>
              </a:path>
            </a:pathLst>
          </a:custGeom>
          <a:solidFill>
            <a:srgbClr val="292929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03842" y="2382615"/>
            <a:ext cx="757809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-1030" dirty="0">
                <a:solidFill>
                  <a:srgbClr val="FFFFFF"/>
                </a:solidFill>
              </a:rPr>
              <a:t>THANK</a:t>
            </a:r>
            <a:r>
              <a:rPr sz="10000" spc="-740" dirty="0">
                <a:solidFill>
                  <a:srgbClr val="FFFFFF"/>
                </a:solidFill>
              </a:rPr>
              <a:t> </a:t>
            </a:r>
            <a:r>
              <a:rPr sz="10000" spc="-965" dirty="0">
                <a:solidFill>
                  <a:srgbClr val="FFFFFF"/>
                </a:solidFill>
              </a:rPr>
              <a:t>YOU</a:t>
            </a:r>
            <a:endParaRPr sz="10000"/>
          </a:p>
        </p:txBody>
      </p:sp>
      <p:sp>
        <p:nvSpPr>
          <p:cNvPr id="7" name="object 7"/>
          <p:cNvSpPr/>
          <p:nvPr/>
        </p:nvSpPr>
        <p:spPr>
          <a:xfrm>
            <a:off x="8710943" y="4507953"/>
            <a:ext cx="3028950" cy="2238375"/>
          </a:xfrm>
          <a:custGeom>
            <a:avLst/>
            <a:gdLst/>
            <a:ahLst/>
            <a:cxnLst/>
            <a:rect l="l" t="t" r="r" b="b"/>
            <a:pathLst>
              <a:path w="3028950" h="2238375">
                <a:moveTo>
                  <a:pt x="810044" y="710768"/>
                </a:moveTo>
                <a:lnTo>
                  <a:pt x="232575" y="710768"/>
                </a:lnTo>
                <a:lnTo>
                  <a:pt x="232575" y="1474901"/>
                </a:lnTo>
                <a:lnTo>
                  <a:pt x="441490" y="1265974"/>
                </a:lnTo>
                <a:lnTo>
                  <a:pt x="454101" y="1255585"/>
                </a:lnTo>
                <a:lnTo>
                  <a:pt x="468337" y="1247990"/>
                </a:lnTo>
                <a:lnTo>
                  <a:pt x="483793" y="1243317"/>
                </a:lnTo>
                <a:lnTo>
                  <a:pt x="500138" y="1241729"/>
                </a:lnTo>
                <a:lnTo>
                  <a:pt x="502970" y="1241729"/>
                </a:lnTo>
                <a:lnTo>
                  <a:pt x="550341" y="1258735"/>
                </a:lnTo>
                <a:lnTo>
                  <a:pt x="810044" y="1556613"/>
                </a:lnTo>
                <a:lnTo>
                  <a:pt x="810044" y="1241729"/>
                </a:lnTo>
                <a:lnTo>
                  <a:pt x="810044" y="710768"/>
                </a:lnTo>
                <a:close/>
              </a:path>
              <a:path w="3028950" h="2238375">
                <a:moveTo>
                  <a:pt x="1572615" y="1214170"/>
                </a:moveTo>
                <a:lnTo>
                  <a:pt x="995121" y="1214170"/>
                </a:lnTo>
                <a:lnTo>
                  <a:pt x="995121" y="1770875"/>
                </a:lnTo>
                <a:lnTo>
                  <a:pt x="1185938" y="1991766"/>
                </a:lnTo>
                <a:lnTo>
                  <a:pt x="1572615" y="1609115"/>
                </a:lnTo>
                <a:lnTo>
                  <a:pt x="1572615" y="1214170"/>
                </a:lnTo>
                <a:close/>
              </a:path>
              <a:path w="3028950" h="2238375">
                <a:moveTo>
                  <a:pt x="2335250" y="0"/>
                </a:moveTo>
                <a:lnTo>
                  <a:pt x="1757756" y="0"/>
                </a:lnTo>
                <a:lnTo>
                  <a:pt x="1757756" y="1425943"/>
                </a:lnTo>
                <a:lnTo>
                  <a:pt x="2335250" y="854506"/>
                </a:lnTo>
                <a:lnTo>
                  <a:pt x="2335250" y="0"/>
                </a:lnTo>
                <a:close/>
              </a:path>
              <a:path w="3028950" h="2238375">
                <a:moveTo>
                  <a:pt x="3028950" y="407149"/>
                </a:moveTo>
                <a:lnTo>
                  <a:pt x="3001670" y="377990"/>
                </a:lnTo>
                <a:lnTo>
                  <a:pt x="2990773" y="375716"/>
                </a:lnTo>
                <a:lnTo>
                  <a:pt x="2979458" y="376301"/>
                </a:lnTo>
                <a:lnTo>
                  <a:pt x="2597937" y="446989"/>
                </a:lnTo>
                <a:lnTo>
                  <a:pt x="2563368" y="480466"/>
                </a:lnTo>
                <a:lnTo>
                  <a:pt x="2563228" y="489775"/>
                </a:lnTo>
                <a:lnTo>
                  <a:pt x="2563101" y="497763"/>
                </a:lnTo>
                <a:lnTo>
                  <a:pt x="2569553" y="513803"/>
                </a:lnTo>
                <a:lnTo>
                  <a:pt x="2581237" y="525703"/>
                </a:lnTo>
                <a:lnTo>
                  <a:pt x="2596527" y="532345"/>
                </a:lnTo>
                <a:lnTo>
                  <a:pt x="2613799" y="532612"/>
                </a:lnTo>
                <a:lnTo>
                  <a:pt x="2845244" y="489775"/>
                </a:lnTo>
                <a:lnTo>
                  <a:pt x="1183690" y="2133968"/>
                </a:lnTo>
                <a:lnTo>
                  <a:pt x="612775" y="1473034"/>
                </a:lnTo>
                <a:lnTo>
                  <a:pt x="532993" y="1380680"/>
                </a:lnTo>
                <a:lnTo>
                  <a:pt x="501675" y="1365631"/>
                </a:lnTo>
                <a:lnTo>
                  <a:pt x="492709" y="1366253"/>
                </a:lnTo>
                <a:lnTo>
                  <a:pt x="484136" y="1368640"/>
                </a:lnTo>
                <a:lnTo>
                  <a:pt x="476224" y="1372717"/>
                </a:lnTo>
                <a:lnTo>
                  <a:pt x="469239" y="1378394"/>
                </a:lnTo>
                <a:lnTo>
                  <a:pt x="0" y="1847621"/>
                </a:lnTo>
                <a:lnTo>
                  <a:pt x="0" y="1970773"/>
                </a:lnTo>
                <a:lnTo>
                  <a:pt x="497738" y="1473034"/>
                </a:lnTo>
                <a:lnTo>
                  <a:pt x="1148245" y="2226119"/>
                </a:lnTo>
                <a:lnTo>
                  <a:pt x="1154785" y="2232228"/>
                </a:lnTo>
                <a:lnTo>
                  <a:pt x="1162329" y="2236863"/>
                </a:lnTo>
                <a:lnTo>
                  <a:pt x="1165987" y="2238184"/>
                </a:lnTo>
                <a:lnTo>
                  <a:pt x="1196987" y="2238184"/>
                </a:lnTo>
                <a:lnTo>
                  <a:pt x="1204887" y="2234171"/>
                </a:lnTo>
                <a:lnTo>
                  <a:pt x="1211859" y="2228608"/>
                </a:lnTo>
                <a:lnTo>
                  <a:pt x="1307503" y="2133968"/>
                </a:lnTo>
                <a:lnTo>
                  <a:pt x="2895295" y="562724"/>
                </a:lnTo>
                <a:lnTo>
                  <a:pt x="2826512" y="776020"/>
                </a:lnTo>
                <a:lnTo>
                  <a:pt x="2839491" y="822375"/>
                </a:lnTo>
                <a:lnTo>
                  <a:pt x="2863519" y="832942"/>
                </a:lnTo>
                <a:lnTo>
                  <a:pt x="2867977" y="832942"/>
                </a:lnTo>
                <a:lnTo>
                  <a:pt x="2902978" y="815251"/>
                </a:lnTo>
                <a:lnTo>
                  <a:pt x="2986798" y="562724"/>
                </a:lnTo>
                <a:lnTo>
                  <a:pt x="3010331" y="489775"/>
                </a:lnTo>
                <a:lnTo>
                  <a:pt x="3028797" y="432498"/>
                </a:lnTo>
                <a:lnTo>
                  <a:pt x="3028950" y="431673"/>
                </a:lnTo>
                <a:lnTo>
                  <a:pt x="3028950" y="4071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29483" y="8464066"/>
            <a:ext cx="1590674" cy="159067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69466" y="8464066"/>
            <a:ext cx="1704974" cy="15716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Words>673</Words>
  <Application>Microsoft Office PowerPoint</Application>
  <PresentationFormat>Custom</PresentationFormat>
  <Paragraphs>80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Arial Black</vt:lpstr>
      <vt:lpstr>Arial MT</vt:lpstr>
      <vt:lpstr>Lucida Sans Unicode</vt:lpstr>
      <vt:lpstr>Sitka Small</vt:lpstr>
      <vt:lpstr>Tahoma</vt:lpstr>
      <vt:lpstr>Times New Roman</vt:lpstr>
      <vt:lpstr>Trebuchet MS</vt:lpstr>
      <vt:lpstr>Office Theme</vt:lpstr>
      <vt:lpstr>Supply chain Insights</vt:lpstr>
      <vt:lpstr>Team Members</vt:lpstr>
      <vt:lpstr>Project Overview</vt:lpstr>
      <vt:lpstr>Data Source</vt:lpstr>
      <vt:lpstr>Problem Statement</vt:lpstr>
      <vt:lpstr>Questions</vt:lpstr>
      <vt:lpstr>Analysis Steps</vt:lpstr>
      <vt:lpstr>Data Cleaning</vt:lpstr>
      <vt:lpstr>Data Cleaning</vt:lpstr>
      <vt:lpstr>Data Modeling</vt:lpstr>
      <vt:lpstr>DAX Calculations</vt:lpstr>
      <vt:lpstr>Sample Visual</vt:lpstr>
      <vt:lpstr>Sample Visual</vt:lpstr>
      <vt:lpstr> Dashboard</vt:lpstr>
      <vt:lpstr> Supplier &amp; Logistics Efficiency</vt:lpstr>
      <vt:lpstr> Customer Demographics</vt:lpstr>
      <vt:lpstr> Product Performance &amp; Profitability</vt:lpstr>
      <vt:lpstr> Inventory &amp; Stock Management</vt:lpstr>
      <vt:lpstr> Shipping &amp; Transportation Analysis</vt:lpstr>
      <vt:lpstr>Insights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insights</dc:title>
  <dc:creator>Alaa Hassan</dc:creator>
  <cp:keywords>DAHIJWijGQo,BAFsZIkfsGg,0</cp:keywords>
  <cp:lastModifiedBy>Alaa Hassan</cp:lastModifiedBy>
  <cp:revision>7</cp:revision>
  <dcterms:created xsi:type="dcterms:W3CDTF">2026-04-29T17:36:41Z</dcterms:created>
  <dcterms:modified xsi:type="dcterms:W3CDTF">2026-05-20T13:48:52Z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2026-04-29T00:00:00Z</vt:filetime>
  </property>
  <property fmtid="{D5CDD505-2E9C-101B-9397-08002B2CF9AE}" pid="3" name="LastSaved">
    <vt:filetime>2026-04-29T00:00:00Z</vt:filetime>
  </property>
  <property fmtid="{D5CDD505-2E9C-101B-9397-08002B2CF9AE}" pid="4" name="Producer">
    <vt:lpwstr>GPL Ghostscript GIT PRERELEASE 10.07.0</vt:lpwstr>
  </property>
</Properties>
</file>