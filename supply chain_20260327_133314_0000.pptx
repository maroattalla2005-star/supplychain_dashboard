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T Norms" charset="1" panose="02000503030000020003"/>
      <p:regular r:id="rId7"/>
    </p:embeddedFont>
    <p:embeddedFont>
      <p:font typeface="TT Norms Bold" charset="1" panose="0200080303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76665" y="846268"/>
            <a:ext cx="637065" cy="364865"/>
          </a:xfrm>
          <a:custGeom>
            <a:avLst/>
            <a:gdLst/>
            <a:ahLst/>
            <a:cxnLst/>
            <a:rect r="r" b="b" t="t" l="l"/>
            <a:pathLst>
              <a:path h="364865" w="637065">
                <a:moveTo>
                  <a:pt x="0" y="0"/>
                </a:moveTo>
                <a:lnTo>
                  <a:pt x="637066" y="0"/>
                </a:lnTo>
                <a:lnTo>
                  <a:pt x="637066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86750" y="5686886"/>
            <a:ext cx="20461501" cy="7477748"/>
          </a:xfrm>
          <a:custGeom>
            <a:avLst/>
            <a:gdLst/>
            <a:ahLst/>
            <a:cxnLst/>
            <a:rect r="r" b="b" t="t" l="l"/>
            <a:pathLst>
              <a:path h="7477748" w="20461501">
                <a:moveTo>
                  <a:pt x="0" y="0"/>
                </a:moveTo>
                <a:lnTo>
                  <a:pt x="20461500" y="0"/>
                </a:lnTo>
                <a:lnTo>
                  <a:pt x="20461500" y="7477748"/>
                </a:lnTo>
                <a:lnTo>
                  <a:pt x="0" y="7477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8269" y="4966464"/>
            <a:ext cx="5848383" cy="4030129"/>
          </a:xfrm>
          <a:custGeom>
            <a:avLst/>
            <a:gdLst/>
            <a:ahLst/>
            <a:cxnLst/>
            <a:rect r="r" b="b" t="t" l="l"/>
            <a:pathLst>
              <a:path h="4030129" w="5848383">
                <a:moveTo>
                  <a:pt x="0" y="0"/>
                </a:moveTo>
                <a:lnTo>
                  <a:pt x="5848383" y="0"/>
                </a:lnTo>
                <a:lnTo>
                  <a:pt x="5848383" y="4030129"/>
                </a:lnTo>
                <a:lnTo>
                  <a:pt x="0" y="4030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92389" y="3369722"/>
            <a:ext cx="5700144" cy="114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92389" y="2075079"/>
            <a:ext cx="5848383" cy="114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35932" y="924554"/>
            <a:ext cx="1522880" cy="24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sz="1866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 005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0" y="2327141"/>
            <a:ext cx="6707244" cy="791761"/>
            <a:chOff x="0" y="0"/>
            <a:chExt cx="1766517" cy="208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6517" cy="208530"/>
            </a:xfrm>
            <a:custGeom>
              <a:avLst/>
              <a:gdLst/>
              <a:ahLst/>
              <a:cxnLst/>
              <a:rect r="r" b="b" t="t" l="l"/>
              <a:pathLst>
                <a:path h="208530" w="1766517">
                  <a:moveTo>
                    <a:pt x="24240" y="0"/>
                  </a:moveTo>
                  <a:lnTo>
                    <a:pt x="1742278" y="0"/>
                  </a:lnTo>
                  <a:cubicBezTo>
                    <a:pt x="1748706" y="0"/>
                    <a:pt x="1754872" y="2554"/>
                    <a:pt x="1759417" y="7100"/>
                  </a:cubicBezTo>
                  <a:cubicBezTo>
                    <a:pt x="1763963" y="11645"/>
                    <a:pt x="1766517" y="17811"/>
                    <a:pt x="1766517" y="24240"/>
                  </a:cubicBezTo>
                  <a:lnTo>
                    <a:pt x="1766517" y="184290"/>
                  </a:lnTo>
                  <a:cubicBezTo>
                    <a:pt x="1766517" y="197677"/>
                    <a:pt x="1755665" y="208530"/>
                    <a:pt x="1742278" y="208530"/>
                  </a:cubicBezTo>
                  <a:lnTo>
                    <a:pt x="24240" y="208530"/>
                  </a:lnTo>
                  <a:cubicBezTo>
                    <a:pt x="10852" y="208530"/>
                    <a:pt x="0" y="197677"/>
                    <a:pt x="0" y="184290"/>
                  </a:cubicBezTo>
                  <a:lnTo>
                    <a:pt x="0" y="24240"/>
                  </a:lnTo>
                  <a:cubicBezTo>
                    <a:pt x="0" y="10852"/>
                    <a:pt x="10852" y="0"/>
                    <a:pt x="24240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1766517" cy="17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445922"/>
            <a:ext cx="6707244" cy="791761"/>
            <a:chOff x="0" y="0"/>
            <a:chExt cx="1766517" cy="208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6517" cy="208530"/>
            </a:xfrm>
            <a:custGeom>
              <a:avLst/>
              <a:gdLst/>
              <a:ahLst/>
              <a:cxnLst/>
              <a:rect r="r" b="b" t="t" l="l"/>
              <a:pathLst>
                <a:path h="208530" w="1766517">
                  <a:moveTo>
                    <a:pt x="24240" y="0"/>
                  </a:moveTo>
                  <a:lnTo>
                    <a:pt x="1742278" y="0"/>
                  </a:lnTo>
                  <a:cubicBezTo>
                    <a:pt x="1748706" y="0"/>
                    <a:pt x="1754872" y="2554"/>
                    <a:pt x="1759417" y="7100"/>
                  </a:cubicBezTo>
                  <a:cubicBezTo>
                    <a:pt x="1763963" y="11645"/>
                    <a:pt x="1766517" y="17811"/>
                    <a:pt x="1766517" y="24240"/>
                  </a:cubicBezTo>
                  <a:lnTo>
                    <a:pt x="1766517" y="184290"/>
                  </a:lnTo>
                  <a:cubicBezTo>
                    <a:pt x="1766517" y="197677"/>
                    <a:pt x="1755665" y="208530"/>
                    <a:pt x="1742278" y="208530"/>
                  </a:cubicBezTo>
                  <a:lnTo>
                    <a:pt x="24240" y="208530"/>
                  </a:lnTo>
                  <a:cubicBezTo>
                    <a:pt x="10852" y="208530"/>
                    <a:pt x="0" y="197677"/>
                    <a:pt x="0" y="184290"/>
                  </a:cubicBezTo>
                  <a:lnTo>
                    <a:pt x="0" y="24240"/>
                  </a:lnTo>
                  <a:cubicBezTo>
                    <a:pt x="0" y="10852"/>
                    <a:pt x="10852" y="0"/>
                    <a:pt x="242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766517" cy="17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4665693"/>
            <a:ext cx="6707244" cy="791761"/>
            <a:chOff x="0" y="0"/>
            <a:chExt cx="1766517" cy="208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66517" cy="208530"/>
            </a:xfrm>
            <a:custGeom>
              <a:avLst/>
              <a:gdLst/>
              <a:ahLst/>
              <a:cxnLst/>
              <a:rect r="r" b="b" t="t" l="l"/>
              <a:pathLst>
                <a:path h="208530" w="1766517">
                  <a:moveTo>
                    <a:pt x="24240" y="0"/>
                  </a:moveTo>
                  <a:lnTo>
                    <a:pt x="1742278" y="0"/>
                  </a:lnTo>
                  <a:cubicBezTo>
                    <a:pt x="1748706" y="0"/>
                    <a:pt x="1754872" y="2554"/>
                    <a:pt x="1759417" y="7100"/>
                  </a:cubicBezTo>
                  <a:cubicBezTo>
                    <a:pt x="1763963" y="11645"/>
                    <a:pt x="1766517" y="17811"/>
                    <a:pt x="1766517" y="24240"/>
                  </a:cubicBezTo>
                  <a:lnTo>
                    <a:pt x="1766517" y="184290"/>
                  </a:lnTo>
                  <a:cubicBezTo>
                    <a:pt x="1766517" y="197677"/>
                    <a:pt x="1755665" y="208530"/>
                    <a:pt x="1742278" y="208530"/>
                  </a:cubicBezTo>
                  <a:lnTo>
                    <a:pt x="24240" y="208530"/>
                  </a:lnTo>
                  <a:cubicBezTo>
                    <a:pt x="10852" y="208530"/>
                    <a:pt x="0" y="197677"/>
                    <a:pt x="0" y="184290"/>
                  </a:cubicBezTo>
                  <a:lnTo>
                    <a:pt x="0" y="24240"/>
                  </a:lnTo>
                  <a:cubicBezTo>
                    <a:pt x="0" y="10852"/>
                    <a:pt x="10852" y="0"/>
                    <a:pt x="24240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38100"/>
              <a:ext cx="1766517" cy="17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0" y="5784474"/>
            <a:ext cx="6707244" cy="791761"/>
            <a:chOff x="0" y="0"/>
            <a:chExt cx="1766517" cy="208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66517" cy="208530"/>
            </a:xfrm>
            <a:custGeom>
              <a:avLst/>
              <a:gdLst/>
              <a:ahLst/>
              <a:cxnLst/>
              <a:rect r="r" b="b" t="t" l="l"/>
              <a:pathLst>
                <a:path h="208530" w="1766517">
                  <a:moveTo>
                    <a:pt x="24240" y="0"/>
                  </a:moveTo>
                  <a:lnTo>
                    <a:pt x="1742278" y="0"/>
                  </a:lnTo>
                  <a:cubicBezTo>
                    <a:pt x="1748706" y="0"/>
                    <a:pt x="1754872" y="2554"/>
                    <a:pt x="1759417" y="7100"/>
                  </a:cubicBezTo>
                  <a:cubicBezTo>
                    <a:pt x="1763963" y="11645"/>
                    <a:pt x="1766517" y="17811"/>
                    <a:pt x="1766517" y="24240"/>
                  </a:cubicBezTo>
                  <a:lnTo>
                    <a:pt x="1766517" y="184290"/>
                  </a:lnTo>
                  <a:cubicBezTo>
                    <a:pt x="1766517" y="197677"/>
                    <a:pt x="1755665" y="208530"/>
                    <a:pt x="1742278" y="208530"/>
                  </a:cubicBezTo>
                  <a:lnTo>
                    <a:pt x="24240" y="208530"/>
                  </a:lnTo>
                  <a:cubicBezTo>
                    <a:pt x="10852" y="208530"/>
                    <a:pt x="0" y="197677"/>
                    <a:pt x="0" y="184290"/>
                  </a:cubicBezTo>
                  <a:lnTo>
                    <a:pt x="0" y="24240"/>
                  </a:lnTo>
                  <a:cubicBezTo>
                    <a:pt x="0" y="10852"/>
                    <a:pt x="10852" y="0"/>
                    <a:pt x="242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38100"/>
              <a:ext cx="1766517" cy="17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863595" y="2593185"/>
            <a:ext cx="2974917" cy="31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Data QC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63595" y="3711966"/>
            <a:ext cx="4354491" cy="31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Data Cleaning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63595" y="4931737"/>
            <a:ext cx="3658256" cy="31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----------------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63595" y="6050518"/>
            <a:ext cx="3164655" cy="31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----------------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0" y="6900086"/>
            <a:ext cx="6707244" cy="791761"/>
            <a:chOff x="0" y="0"/>
            <a:chExt cx="1766517" cy="208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66517" cy="208530"/>
            </a:xfrm>
            <a:custGeom>
              <a:avLst/>
              <a:gdLst/>
              <a:ahLst/>
              <a:cxnLst/>
              <a:rect r="r" b="b" t="t" l="l"/>
              <a:pathLst>
                <a:path h="208530" w="1766517">
                  <a:moveTo>
                    <a:pt x="24240" y="0"/>
                  </a:moveTo>
                  <a:lnTo>
                    <a:pt x="1742278" y="0"/>
                  </a:lnTo>
                  <a:cubicBezTo>
                    <a:pt x="1748706" y="0"/>
                    <a:pt x="1754872" y="2554"/>
                    <a:pt x="1759417" y="7100"/>
                  </a:cubicBezTo>
                  <a:cubicBezTo>
                    <a:pt x="1763963" y="11645"/>
                    <a:pt x="1766517" y="17811"/>
                    <a:pt x="1766517" y="24240"/>
                  </a:cubicBezTo>
                  <a:lnTo>
                    <a:pt x="1766517" y="184290"/>
                  </a:lnTo>
                  <a:cubicBezTo>
                    <a:pt x="1766517" y="197677"/>
                    <a:pt x="1755665" y="208530"/>
                    <a:pt x="1742278" y="208530"/>
                  </a:cubicBezTo>
                  <a:lnTo>
                    <a:pt x="24240" y="208530"/>
                  </a:lnTo>
                  <a:cubicBezTo>
                    <a:pt x="10852" y="208530"/>
                    <a:pt x="0" y="197677"/>
                    <a:pt x="0" y="184290"/>
                  </a:cubicBezTo>
                  <a:lnTo>
                    <a:pt x="0" y="24240"/>
                  </a:lnTo>
                  <a:cubicBezTo>
                    <a:pt x="0" y="10852"/>
                    <a:pt x="10852" y="0"/>
                    <a:pt x="24240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1766517" cy="17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0" y="8018867"/>
            <a:ext cx="6707244" cy="791761"/>
            <a:chOff x="0" y="0"/>
            <a:chExt cx="1766517" cy="2085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66517" cy="208530"/>
            </a:xfrm>
            <a:custGeom>
              <a:avLst/>
              <a:gdLst/>
              <a:ahLst/>
              <a:cxnLst/>
              <a:rect r="r" b="b" t="t" l="l"/>
              <a:pathLst>
                <a:path h="208530" w="1766517">
                  <a:moveTo>
                    <a:pt x="24240" y="0"/>
                  </a:moveTo>
                  <a:lnTo>
                    <a:pt x="1742278" y="0"/>
                  </a:lnTo>
                  <a:cubicBezTo>
                    <a:pt x="1748706" y="0"/>
                    <a:pt x="1754872" y="2554"/>
                    <a:pt x="1759417" y="7100"/>
                  </a:cubicBezTo>
                  <a:cubicBezTo>
                    <a:pt x="1763963" y="11645"/>
                    <a:pt x="1766517" y="17811"/>
                    <a:pt x="1766517" y="24240"/>
                  </a:cubicBezTo>
                  <a:lnTo>
                    <a:pt x="1766517" y="184290"/>
                  </a:lnTo>
                  <a:cubicBezTo>
                    <a:pt x="1766517" y="197677"/>
                    <a:pt x="1755665" y="208530"/>
                    <a:pt x="1742278" y="208530"/>
                  </a:cubicBezTo>
                  <a:lnTo>
                    <a:pt x="24240" y="208530"/>
                  </a:lnTo>
                  <a:cubicBezTo>
                    <a:pt x="10852" y="208530"/>
                    <a:pt x="0" y="197677"/>
                    <a:pt x="0" y="184290"/>
                  </a:cubicBezTo>
                  <a:lnTo>
                    <a:pt x="0" y="24240"/>
                  </a:lnTo>
                  <a:cubicBezTo>
                    <a:pt x="0" y="10852"/>
                    <a:pt x="10852" y="0"/>
                    <a:pt x="242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38100"/>
              <a:ext cx="1766517" cy="17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863595" y="7166129"/>
            <a:ext cx="2974917" cy="31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-----------------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63595" y="8284910"/>
            <a:ext cx="4354491" cy="31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-----------------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DAHDsZQGLPI</dc:identifier>
  <dcterms:modified xsi:type="dcterms:W3CDTF">2011-08-01T06:04:30Z</dcterms:modified>
  <cp:revision>1</cp:revision>
  <dc:title>supply chain</dc:title>
</cp:coreProperties>
</file>